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9"/>
    <p:sldId id="260" r:id="rId11"/>
    <p:sldId id="261" r:id="rId12"/>
    <p:sldId id="262" r:id="rId13"/>
    <p:sldId id="263" r:id="rId14"/>
    <p:sldId id="264" r:id="rId15"/>
    <p:sldId id="265" r:id="rId16"/>
  </p:sldIdLst>
  <p:sldSz cx="1512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9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Retail interior / coordinated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Storefront, interior and display details · neutral material tones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pic>
        <p:nvPicPr>
          <p:cNvPr id="7" name="VIEW:Storefront" descr="born-fragrance-shop-neutral.png"/>
          <p:cNvPicPr>
            <a:picLocks noChangeAspect="1"/>
          </p:cNvPicPr>
          <p:nvPr/>
        </p:nvPicPr>
        <p:blipFill>
          <a:blip r:embed="rId4"/>
          <a:srcRect l="6" r="49522" b="36061"/>
          <a:stretch>
            <a:fillRect/>
          </a:stretch>
        </p:blipFill>
        <p:spPr>
          <a:xfrm>
            <a:off x="612000" y="2088000"/>
            <a:ext cx="6660000" cy="738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000" y="9684000"/>
            <a:ext cx="6660000" cy="25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STOREFRONT / DESIGN INTENT</a:t>
            </a:r>
          </a:p>
        </p:txBody>
      </p:sp>
      <p:pic>
        <p:nvPicPr>
          <p:cNvPr id="9" name="VIEW:Interior" descr="born-fragrance-shop-neutral.png"/>
          <p:cNvPicPr>
            <a:picLocks noChangeAspect="1"/>
          </p:cNvPicPr>
          <p:nvPr/>
        </p:nvPicPr>
        <p:blipFill>
          <a:blip r:embed="rId4"/>
          <a:srcRect r="51902" t="64992" b="968"/>
          <a:stretch>
            <a:fillRect/>
          </a:stretch>
        </p:blipFill>
        <p:spPr>
          <a:xfrm>
            <a:off x="7776000" y="2088000"/>
            <a:ext cx="6804000" cy="421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6000" y="6516000"/>
            <a:ext cx="6804000" cy="25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INTERIOR / DISPLAY AND COUNTER</a:t>
            </a:r>
          </a:p>
        </p:txBody>
      </p:sp>
      <p:pic>
        <p:nvPicPr>
          <p:cNvPr id="11" name="VIEW:Mesh and lighting" descr="born-fragrance-shop-neutral.png"/>
          <p:cNvPicPr>
            <a:picLocks noChangeAspect="1"/>
          </p:cNvPicPr>
          <p:nvPr/>
        </p:nvPicPr>
        <p:blipFill>
          <a:blip r:embed="rId4"/>
          <a:srcRect l="52763" r="21220" b="64109"/>
          <a:stretch>
            <a:fillRect/>
          </a:stretch>
        </p:blipFill>
        <p:spPr>
          <a:xfrm>
            <a:off x="7776000" y="7164000"/>
            <a:ext cx="2148000" cy="259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6000" y="9972000"/>
            <a:ext cx="2148000" cy="25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MESH / LIGHT</a:t>
            </a:r>
          </a:p>
        </p:txBody>
      </p:sp>
      <p:pic>
        <p:nvPicPr>
          <p:cNvPr id="13" name="VIEW:Display frame" descr="born-fragrance-shop-neutral.png"/>
          <p:cNvPicPr>
            <a:picLocks noChangeAspect="1"/>
          </p:cNvPicPr>
          <p:nvPr/>
        </p:nvPicPr>
        <p:blipFill>
          <a:blip r:embed="rId4"/>
          <a:srcRect l="52871" r="27740" t="68638" b="4615"/>
          <a:stretch>
            <a:fillRect/>
          </a:stretch>
        </p:blipFill>
        <p:spPr>
          <a:xfrm>
            <a:off x="10104000" y="7164000"/>
            <a:ext cx="2148000" cy="2592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104000" y="9972000"/>
            <a:ext cx="2148000" cy="25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DISPLAY FRAME</a:t>
            </a:r>
          </a:p>
        </p:txBody>
      </p:sp>
      <p:pic>
        <p:nvPicPr>
          <p:cNvPr id="15" name="VIEW:Plaster and shelf" descr="born-fragrance-shop-neutral.png"/>
          <p:cNvPicPr>
            <a:picLocks noChangeAspect="1"/>
          </p:cNvPicPr>
          <p:nvPr/>
        </p:nvPicPr>
        <p:blipFill>
          <a:blip r:embed="rId4"/>
          <a:srcRect l="78449" r="820" t="67713" b="3689"/>
          <a:stretch>
            <a:fillRect/>
          </a:stretch>
        </p:blipFill>
        <p:spPr>
          <a:xfrm>
            <a:off x="12432000" y="7164000"/>
            <a:ext cx="2148000" cy="2592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432000" y="9972000"/>
            <a:ext cx="2148000" cy="25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PLASTER / SHELF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Overall plan / setting-out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Setting-out / coordinated interfaces · 1:20 · finish-face dimensions; site verification pending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19" name="Rectangle 18"/>
          <p:cNvSpPr/>
          <p:nvPr/>
        </p:nvSpPr>
        <p:spPr>
          <a:xfrm>
            <a:off x="3150000" y="2977199"/>
            <a:ext cx="90000" cy="5590800"/>
          </a:xfrm>
          <a:prstGeom prst="rect">
            <a:avLst/>
          </a:prstGeom>
          <a:solidFill>
            <a:srgbClr val="777970"/>
          </a:solidFill>
          <a:ln w="7620">
            <a:solidFill>
              <a:srgbClr val="7779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60000" y="2977199"/>
            <a:ext cx="90000" cy="5590800"/>
          </a:xfrm>
          <a:prstGeom prst="rect">
            <a:avLst/>
          </a:prstGeom>
          <a:solidFill>
            <a:srgbClr val="777970"/>
          </a:solidFill>
          <a:ln w="7620">
            <a:solidFill>
              <a:srgbClr val="7779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50000" y="2887199"/>
            <a:ext cx="4500000" cy="90000"/>
          </a:xfrm>
          <a:prstGeom prst="rect">
            <a:avLst/>
          </a:prstGeom>
          <a:solidFill>
            <a:srgbClr val="777970"/>
          </a:solidFill>
          <a:ln w="7620">
            <a:solidFill>
              <a:srgbClr val="7779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GEOM:internal-envelope"/>
          <p:cNvSpPr/>
          <p:nvPr/>
        </p:nvSpPr>
        <p:spPr>
          <a:xfrm>
            <a:off x="3240000" y="2977199"/>
            <a:ext cx="4320000" cy="5590800"/>
          </a:xfrm>
          <a:prstGeom prst="rect">
            <a:avLst/>
          </a:prstGeom>
          <a:solidFill>
            <a:srgbClr val="F5F1E9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240000" y="7941600"/>
            <a:ext cx="4320000" cy="0"/>
          </a:xfrm>
          <a:prstGeom prst="line">
            <a:avLst/>
          </a:prstGeom>
          <a:ln w="3175">
            <a:solidFill>
              <a:srgbClr val="DDD8CE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3240000" y="6858000"/>
            <a:ext cx="4320000" cy="0"/>
          </a:xfrm>
          <a:prstGeom prst="line">
            <a:avLst/>
          </a:prstGeom>
          <a:ln w="3175">
            <a:solidFill>
              <a:srgbClr val="DDD8CE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3240000" y="5774400"/>
            <a:ext cx="4320000" cy="0"/>
          </a:xfrm>
          <a:prstGeom prst="line">
            <a:avLst/>
          </a:prstGeom>
          <a:ln w="3175">
            <a:solidFill>
              <a:srgbClr val="DDD8CE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3240000" y="4690800"/>
            <a:ext cx="4320000" cy="0"/>
          </a:xfrm>
          <a:prstGeom prst="line">
            <a:avLst/>
          </a:prstGeom>
          <a:ln w="3175">
            <a:solidFill>
              <a:srgbClr val="DDD8CE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3240000" y="3607199"/>
            <a:ext cx="4320000" cy="0"/>
          </a:xfrm>
          <a:prstGeom prst="line">
            <a:avLst/>
          </a:prstGeom>
          <a:ln w="3175">
            <a:solidFill>
              <a:srgbClr val="DDD8CE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 flipV="1">
            <a:off x="5400000" y="2977199"/>
            <a:ext cx="0" cy="5590801"/>
          </a:xfrm>
          <a:prstGeom prst="line">
            <a:avLst/>
          </a:prstGeom>
          <a:ln w="3175">
            <a:solidFill>
              <a:srgbClr val="DDD8CE"/>
            </a:solidFill>
          </a:ln>
          <a:effectLst/>
        </p:spPr>
      </p:cxnSp>
      <p:sp>
        <p:nvSpPr>
          <p:cNvPr id="29" name="Rectangle 28"/>
          <p:cNvSpPr/>
          <p:nvPr/>
        </p:nvSpPr>
        <p:spPr>
          <a:xfrm>
            <a:off x="3240000" y="2977199"/>
            <a:ext cx="450000" cy="47808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3240000" y="6562800"/>
            <a:ext cx="45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3240000" y="5367600"/>
            <a:ext cx="45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3240000" y="4172400"/>
            <a:ext cx="45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33" name="Rectangle 32"/>
          <p:cNvSpPr/>
          <p:nvPr/>
        </p:nvSpPr>
        <p:spPr>
          <a:xfrm>
            <a:off x="7110000" y="2977199"/>
            <a:ext cx="450000" cy="47808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7110000" y="6562800"/>
            <a:ext cx="45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7110000" y="5367600"/>
            <a:ext cx="45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>
            <a:off x="7110000" y="4172400"/>
            <a:ext cx="45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37" name="Rectangle 36"/>
          <p:cNvSpPr/>
          <p:nvPr/>
        </p:nvSpPr>
        <p:spPr>
          <a:xfrm>
            <a:off x="3240000" y="7758000"/>
            <a:ext cx="810000" cy="81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750000" y="7758000"/>
            <a:ext cx="810000" cy="81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90000" y="2977199"/>
            <a:ext cx="900000" cy="45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0000" y="2977199"/>
            <a:ext cx="900000" cy="45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85000" y="3022199"/>
            <a:ext cx="360000" cy="4690800"/>
          </a:xfrm>
          <a:prstGeom prst="rect">
            <a:avLst/>
          </a:prstGeom>
          <a:noFill/>
          <a:ln w="8890">
            <a:solidFill>
              <a:srgbClr val="A6A1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40000" y="77130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45000" y="77130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240000" y="65403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645000" y="65403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40000" y="53451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45000" y="53451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40000" y="41499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45000" y="41499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240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645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 flipV="1">
            <a:off x="3645000" y="2977199"/>
            <a:ext cx="0" cy="4780801"/>
          </a:xfrm>
          <a:prstGeom prst="line">
            <a:avLst/>
          </a:prstGeom>
          <a:ln w="6985">
            <a:solidFill>
              <a:srgbClr val="9A825A"/>
            </a:solidFill>
            <a:prstDash val="dash"/>
          </a:ln>
          <a:effectLst/>
        </p:spPr>
      </p:cxnSp>
      <p:sp>
        <p:nvSpPr>
          <p:cNvPr id="53" name="Rectangle 52"/>
          <p:cNvSpPr/>
          <p:nvPr/>
        </p:nvSpPr>
        <p:spPr>
          <a:xfrm>
            <a:off x="7155000" y="3022199"/>
            <a:ext cx="360000" cy="4690800"/>
          </a:xfrm>
          <a:prstGeom prst="rect">
            <a:avLst/>
          </a:prstGeom>
          <a:noFill/>
          <a:ln w="8890">
            <a:solidFill>
              <a:srgbClr val="A6A1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110000" y="77130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15000" y="77130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110000" y="65403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515000" y="65403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10000" y="53451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515000" y="53451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110000" y="41499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515000" y="41499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110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15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 flipV="1">
            <a:off x="7515000" y="2977199"/>
            <a:ext cx="0" cy="4780801"/>
          </a:xfrm>
          <a:prstGeom prst="line">
            <a:avLst/>
          </a:prstGeom>
          <a:ln w="6985">
            <a:solidFill>
              <a:srgbClr val="9A825A"/>
            </a:solidFill>
            <a:prstDash val="dash"/>
          </a:ln>
          <a:effectLst/>
        </p:spPr>
      </p:cxnSp>
      <p:sp>
        <p:nvSpPr>
          <p:cNvPr id="65" name="Rectangle 64"/>
          <p:cNvSpPr/>
          <p:nvPr/>
        </p:nvSpPr>
        <p:spPr>
          <a:xfrm>
            <a:off x="3735000" y="3022199"/>
            <a:ext cx="810000" cy="360000"/>
          </a:xfrm>
          <a:prstGeom prst="rect">
            <a:avLst/>
          </a:prstGeom>
          <a:noFill/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55000" y="3022199"/>
            <a:ext cx="810000" cy="360000"/>
          </a:xfrm>
          <a:prstGeom prst="rect">
            <a:avLst/>
          </a:prstGeom>
          <a:noFill/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GEOM:counter-plan"/>
          <p:cNvSpPr/>
          <p:nvPr/>
        </p:nvSpPr>
        <p:spPr>
          <a:xfrm>
            <a:off x="4500000" y="4687200"/>
            <a:ext cx="1800000" cy="810000"/>
          </a:xfrm>
          <a:prstGeom prst="rect">
            <a:avLst/>
          </a:prstGeom>
          <a:solidFill>
            <a:srgbClr val="D6CEC0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536000" y="4723200"/>
            <a:ext cx="1728000" cy="738000"/>
          </a:xfrm>
          <a:prstGeom prst="rect">
            <a:avLst/>
          </a:prstGeom>
          <a:noFill/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4536000" y="4759200"/>
            <a:ext cx="1728000" cy="0"/>
          </a:xfrm>
          <a:prstGeom prst="line">
            <a:avLst/>
          </a:prstGeom>
          <a:ln w="6350">
            <a:solidFill>
              <a:srgbClr val="737871"/>
            </a:solidFill>
            <a:prstDash val="dash"/>
          </a:ln>
          <a:effectLst/>
        </p:spPr>
      </p:cxnSp>
      <p:cxnSp>
        <p:nvCxnSpPr>
          <p:cNvPr id="70" name="Connector 69"/>
          <p:cNvCxnSpPr/>
          <p:nvPr/>
        </p:nvCxnSpPr>
        <p:spPr>
          <a:xfrm flipV="1">
            <a:off x="5400000" y="4374000"/>
            <a:ext cx="0" cy="1404000"/>
          </a:xfrm>
          <a:prstGeom prst="line">
            <a:avLst/>
          </a:prstGeom>
          <a:ln w="5715">
            <a:solidFill>
              <a:srgbClr val="737871"/>
            </a:solidFill>
            <a:prstDash val="dash"/>
          </a:ln>
          <a:effectLst/>
        </p:spPr>
      </p:cxnSp>
      <p:cxnSp>
        <p:nvCxnSpPr>
          <p:cNvPr id="71" name="Connector 70"/>
          <p:cNvCxnSpPr/>
          <p:nvPr/>
        </p:nvCxnSpPr>
        <p:spPr>
          <a:xfrm>
            <a:off x="4057200" y="8568000"/>
            <a:ext cx="878400" cy="0"/>
          </a:xfrm>
          <a:prstGeom prst="line">
            <a:avLst/>
          </a:prstGeom>
          <a:ln w="20320">
            <a:solidFill>
              <a:srgbClr val="466976"/>
            </a:solidFill>
          </a:ln>
          <a:effectLst/>
        </p:spPr>
      </p:cxnSp>
      <p:cxnSp>
        <p:nvCxnSpPr>
          <p:cNvPr id="72" name="Connector 71"/>
          <p:cNvCxnSpPr/>
          <p:nvPr/>
        </p:nvCxnSpPr>
        <p:spPr>
          <a:xfrm>
            <a:off x="4942800" y="8568000"/>
            <a:ext cx="1800000" cy="0"/>
          </a:xfrm>
          <a:prstGeom prst="line">
            <a:avLst/>
          </a:prstGeom>
          <a:ln w="20320">
            <a:solidFill>
              <a:srgbClr val="466976"/>
            </a:solidFill>
          </a:ln>
          <a:effectLst/>
        </p:spPr>
      </p:cxnSp>
      <p:cxnSp>
        <p:nvCxnSpPr>
          <p:cNvPr id="73" name="Connector 72"/>
          <p:cNvCxnSpPr/>
          <p:nvPr/>
        </p:nvCxnSpPr>
        <p:spPr>
          <a:xfrm>
            <a:off x="4057200" y="8546400"/>
            <a:ext cx="878400" cy="0"/>
          </a:xfrm>
          <a:prstGeom prst="line">
            <a:avLst/>
          </a:prstGeom>
          <a:ln w="6350">
            <a:solidFill>
              <a:srgbClr val="466976"/>
            </a:solidFill>
          </a:ln>
          <a:effectLst/>
        </p:spPr>
      </p:cxnSp>
      <p:cxnSp>
        <p:nvCxnSpPr>
          <p:cNvPr id="74" name="Connector 73"/>
          <p:cNvCxnSpPr/>
          <p:nvPr/>
        </p:nvCxnSpPr>
        <p:spPr>
          <a:xfrm>
            <a:off x="4942800" y="8546400"/>
            <a:ext cx="1800000" cy="0"/>
          </a:xfrm>
          <a:prstGeom prst="line">
            <a:avLst/>
          </a:prstGeom>
          <a:ln w="6350">
            <a:solidFill>
              <a:srgbClr val="466976"/>
            </a:solidFill>
          </a:ln>
          <a:effectLst/>
        </p:spPr>
      </p:cxnSp>
      <p:cxnSp>
        <p:nvCxnSpPr>
          <p:cNvPr id="75" name="Connector 74"/>
          <p:cNvCxnSpPr/>
          <p:nvPr/>
        </p:nvCxnSpPr>
        <p:spPr>
          <a:xfrm flipV="1">
            <a:off x="4942800" y="8488510"/>
            <a:ext cx="1951" cy="7949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76" name="Connector 75"/>
          <p:cNvCxnSpPr/>
          <p:nvPr/>
        </p:nvCxnSpPr>
        <p:spPr>
          <a:xfrm flipV="1">
            <a:off x="4944751" y="8409212"/>
            <a:ext cx="5849" cy="79298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77" name="Connector 76"/>
          <p:cNvCxnSpPr/>
          <p:nvPr/>
        </p:nvCxnSpPr>
        <p:spPr>
          <a:xfrm flipV="1">
            <a:off x="4950600" y="8330296"/>
            <a:ext cx="9734" cy="78916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78" name="Connector 77"/>
          <p:cNvCxnSpPr/>
          <p:nvPr/>
        </p:nvCxnSpPr>
        <p:spPr>
          <a:xfrm flipV="1">
            <a:off x="4960334" y="8251953"/>
            <a:ext cx="13593" cy="78343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79" name="Connector 78"/>
          <p:cNvCxnSpPr/>
          <p:nvPr/>
        </p:nvCxnSpPr>
        <p:spPr>
          <a:xfrm flipV="1">
            <a:off x="4973927" y="8174372"/>
            <a:ext cx="17422" cy="77581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0" name="Connector 79"/>
          <p:cNvCxnSpPr/>
          <p:nvPr/>
        </p:nvCxnSpPr>
        <p:spPr>
          <a:xfrm flipV="1">
            <a:off x="4991349" y="8097738"/>
            <a:ext cx="21207" cy="76634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1" name="Connector 80"/>
          <p:cNvCxnSpPr/>
          <p:nvPr/>
        </p:nvCxnSpPr>
        <p:spPr>
          <a:xfrm flipV="1">
            <a:off x="5012556" y="8022238"/>
            <a:ext cx="24942" cy="7550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2" name="Connector 81"/>
          <p:cNvCxnSpPr/>
          <p:nvPr/>
        </p:nvCxnSpPr>
        <p:spPr>
          <a:xfrm flipV="1">
            <a:off x="5037498" y="7948052"/>
            <a:ext cx="28617" cy="74186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3" name="Connector 82"/>
          <p:cNvCxnSpPr/>
          <p:nvPr/>
        </p:nvCxnSpPr>
        <p:spPr>
          <a:xfrm flipV="1">
            <a:off x="5066115" y="7875360"/>
            <a:ext cx="32222" cy="7269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4" name="Connector 83"/>
          <p:cNvCxnSpPr/>
          <p:nvPr/>
        </p:nvCxnSpPr>
        <p:spPr>
          <a:xfrm flipV="1">
            <a:off x="5098337" y="7804337"/>
            <a:ext cx="35750" cy="71023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5" name="Connector 84"/>
          <p:cNvCxnSpPr/>
          <p:nvPr/>
        </p:nvCxnSpPr>
        <p:spPr>
          <a:xfrm flipV="1">
            <a:off x="5134087" y="7735153"/>
            <a:ext cx="39192" cy="69184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6" name="Connector 85"/>
          <p:cNvCxnSpPr/>
          <p:nvPr/>
        </p:nvCxnSpPr>
        <p:spPr>
          <a:xfrm flipV="1">
            <a:off x="5173279" y="7667976"/>
            <a:ext cx="42540" cy="6717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7" name="Connector 86"/>
          <p:cNvCxnSpPr/>
          <p:nvPr/>
        </p:nvCxnSpPr>
        <p:spPr>
          <a:xfrm flipV="1">
            <a:off x="5215819" y="7602967"/>
            <a:ext cx="45784" cy="65009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8" name="Connector 87"/>
          <p:cNvCxnSpPr/>
          <p:nvPr/>
        </p:nvCxnSpPr>
        <p:spPr>
          <a:xfrm flipV="1">
            <a:off x="5261603" y="7540282"/>
            <a:ext cx="48920" cy="62685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9" name="Connector 88"/>
          <p:cNvCxnSpPr/>
          <p:nvPr/>
        </p:nvCxnSpPr>
        <p:spPr>
          <a:xfrm flipV="1">
            <a:off x="5310523" y="7480074"/>
            <a:ext cx="51936" cy="60208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0" name="Connector 89"/>
          <p:cNvCxnSpPr/>
          <p:nvPr/>
        </p:nvCxnSpPr>
        <p:spPr>
          <a:xfrm flipV="1">
            <a:off x="5362459" y="7422487"/>
            <a:ext cx="54828" cy="5758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1" name="Connector 90"/>
          <p:cNvCxnSpPr/>
          <p:nvPr/>
        </p:nvCxnSpPr>
        <p:spPr>
          <a:xfrm flipV="1">
            <a:off x="5417287" y="7367659"/>
            <a:ext cx="57587" cy="54828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2" name="Connector 91"/>
          <p:cNvCxnSpPr/>
          <p:nvPr/>
        </p:nvCxnSpPr>
        <p:spPr>
          <a:xfrm flipV="1">
            <a:off x="5474874" y="7315723"/>
            <a:ext cx="60208" cy="51936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3" name="Connector 92"/>
          <p:cNvCxnSpPr/>
          <p:nvPr/>
        </p:nvCxnSpPr>
        <p:spPr>
          <a:xfrm flipV="1">
            <a:off x="5535082" y="7266803"/>
            <a:ext cx="62685" cy="4892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4" name="Connector 93"/>
          <p:cNvCxnSpPr/>
          <p:nvPr/>
        </p:nvCxnSpPr>
        <p:spPr>
          <a:xfrm flipV="1">
            <a:off x="5597767" y="7221019"/>
            <a:ext cx="65009" cy="45784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5" name="Connector 94"/>
          <p:cNvCxnSpPr/>
          <p:nvPr/>
        </p:nvCxnSpPr>
        <p:spPr>
          <a:xfrm flipV="1">
            <a:off x="5662776" y="7178479"/>
            <a:ext cx="67177" cy="4254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6" name="Connector 95"/>
          <p:cNvCxnSpPr/>
          <p:nvPr/>
        </p:nvCxnSpPr>
        <p:spPr>
          <a:xfrm flipV="1">
            <a:off x="5729953" y="7139287"/>
            <a:ext cx="69184" cy="3919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7" name="Connector 96"/>
          <p:cNvCxnSpPr/>
          <p:nvPr/>
        </p:nvCxnSpPr>
        <p:spPr>
          <a:xfrm flipV="1">
            <a:off x="5799137" y="7103537"/>
            <a:ext cx="71023" cy="3575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8" name="Connector 97"/>
          <p:cNvCxnSpPr/>
          <p:nvPr/>
        </p:nvCxnSpPr>
        <p:spPr>
          <a:xfrm flipV="1">
            <a:off x="5870160" y="7071315"/>
            <a:ext cx="72692" cy="3222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9" name="Connector 98"/>
          <p:cNvCxnSpPr/>
          <p:nvPr/>
        </p:nvCxnSpPr>
        <p:spPr>
          <a:xfrm flipV="1">
            <a:off x="5942852" y="7042698"/>
            <a:ext cx="74186" cy="2861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0" name="Connector 99"/>
          <p:cNvCxnSpPr/>
          <p:nvPr/>
        </p:nvCxnSpPr>
        <p:spPr>
          <a:xfrm flipV="1">
            <a:off x="6017038" y="7017756"/>
            <a:ext cx="75500" cy="2494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1" name="Connector 100"/>
          <p:cNvCxnSpPr/>
          <p:nvPr/>
        </p:nvCxnSpPr>
        <p:spPr>
          <a:xfrm flipV="1">
            <a:off x="6092538" y="6996549"/>
            <a:ext cx="76634" cy="2120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2" name="Connector 101"/>
          <p:cNvCxnSpPr/>
          <p:nvPr/>
        </p:nvCxnSpPr>
        <p:spPr>
          <a:xfrm flipV="1">
            <a:off x="6169172" y="6979127"/>
            <a:ext cx="77581" cy="1742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3" name="Connector 102"/>
          <p:cNvCxnSpPr/>
          <p:nvPr/>
        </p:nvCxnSpPr>
        <p:spPr>
          <a:xfrm flipV="1">
            <a:off x="6246753" y="6965534"/>
            <a:ext cx="78343" cy="13593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4" name="Connector 103"/>
          <p:cNvCxnSpPr/>
          <p:nvPr/>
        </p:nvCxnSpPr>
        <p:spPr>
          <a:xfrm flipV="1">
            <a:off x="6325096" y="6955800"/>
            <a:ext cx="78916" cy="9734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5" name="Connector 104"/>
          <p:cNvCxnSpPr/>
          <p:nvPr/>
        </p:nvCxnSpPr>
        <p:spPr>
          <a:xfrm flipV="1">
            <a:off x="6404012" y="6949951"/>
            <a:ext cx="79298" cy="5849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6" name="Connector 105"/>
          <p:cNvCxnSpPr/>
          <p:nvPr/>
        </p:nvCxnSpPr>
        <p:spPr>
          <a:xfrm flipV="1">
            <a:off x="6483310" y="6948000"/>
            <a:ext cx="79490" cy="1951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7" name="Connector 106"/>
          <p:cNvCxnSpPr/>
          <p:nvPr/>
        </p:nvCxnSpPr>
        <p:spPr>
          <a:xfrm flipH="1">
            <a:off x="6742583" y="8568000"/>
            <a:ext cx="217" cy="883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8" name="Connector 107"/>
          <p:cNvCxnSpPr/>
          <p:nvPr/>
        </p:nvCxnSpPr>
        <p:spPr>
          <a:xfrm flipH="1">
            <a:off x="6741933" y="8576832"/>
            <a:ext cx="650" cy="8811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9" name="Connector 108"/>
          <p:cNvCxnSpPr/>
          <p:nvPr/>
        </p:nvCxnSpPr>
        <p:spPr>
          <a:xfrm flipH="1">
            <a:off x="6740851" y="8585643"/>
            <a:ext cx="1082" cy="8768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0" name="Connector 109"/>
          <p:cNvCxnSpPr/>
          <p:nvPr/>
        </p:nvCxnSpPr>
        <p:spPr>
          <a:xfrm flipH="1">
            <a:off x="6739341" y="8594411"/>
            <a:ext cx="1510" cy="8705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1" name="Connector 110"/>
          <p:cNvCxnSpPr/>
          <p:nvPr/>
        </p:nvCxnSpPr>
        <p:spPr>
          <a:xfrm flipH="1">
            <a:off x="6737405" y="8603116"/>
            <a:ext cx="1936" cy="862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2" name="Connector 111"/>
          <p:cNvCxnSpPr/>
          <p:nvPr/>
        </p:nvCxnSpPr>
        <p:spPr>
          <a:xfrm flipH="1">
            <a:off x="6735049" y="8611736"/>
            <a:ext cx="2356" cy="8515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3" name="Connector 112"/>
          <p:cNvCxnSpPr/>
          <p:nvPr/>
        </p:nvCxnSpPr>
        <p:spPr>
          <a:xfrm flipH="1">
            <a:off x="6732277" y="8620251"/>
            <a:ext cx="2772" cy="8389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4" name="Connector 113"/>
          <p:cNvCxnSpPr/>
          <p:nvPr/>
        </p:nvCxnSpPr>
        <p:spPr>
          <a:xfrm flipH="1">
            <a:off x="6729098" y="8628640"/>
            <a:ext cx="3179" cy="8243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5" name="Connector 114"/>
          <p:cNvCxnSpPr/>
          <p:nvPr/>
        </p:nvCxnSpPr>
        <p:spPr>
          <a:xfrm flipH="1">
            <a:off x="6725518" y="8636883"/>
            <a:ext cx="3580" cy="8076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6" name="Connector 115"/>
          <p:cNvCxnSpPr/>
          <p:nvPr/>
        </p:nvCxnSpPr>
        <p:spPr>
          <a:xfrm flipH="1">
            <a:off x="6721545" y="8644959"/>
            <a:ext cx="3973" cy="789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7" name="Connector 116"/>
          <p:cNvCxnSpPr/>
          <p:nvPr/>
        </p:nvCxnSpPr>
        <p:spPr>
          <a:xfrm flipH="1">
            <a:off x="6717191" y="8652851"/>
            <a:ext cx="4354" cy="768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8" name="Connector 117"/>
          <p:cNvCxnSpPr/>
          <p:nvPr/>
        </p:nvCxnSpPr>
        <p:spPr>
          <a:xfrm flipH="1">
            <a:off x="6712464" y="8660538"/>
            <a:ext cx="4727" cy="7464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9" name="Connector 118"/>
          <p:cNvCxnSpPr/>
          <p:nvPr/>
        </p:nvCxnSpPr>
        <p:spPr>
          <a:xfrm flipH="1">
            <a:off x="6707377" y="8668002"/>
            <a:ext cx="5087" cy="7223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0" name="Connector 119"/>
          <p:cNvCxnSpPr/>
          <p:nvPr/>
        </p:nvCxnSpPr>
        <p:spPr>
          <a:xfrm flipH="1">
            <a:off x="6701941" y="8675225"/>
            <a:ext cx="5436" cy="6965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1" name="Connector 120"/>
          <p:cNvCxnSpPr/>
          <p:nvPr/>
        </p:nvCxnSpPr>
        <p:spPr>
          <a:xfrm flipH="1">
            <a:off x="6696171" y="8682190"/>
            <a:ext cx="5770" cy="669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2" name="Connector 121"/>
          <p:cNvCxnSpPr/>
          <p:nvPr/>
        </p:nvCxnSpPr>
        <p:spPr>
          <a:xfrm flipH="1">
            <a:off x="6690079" y="8688880"/>
            <a:ext cx="6092" cy="6399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3" name="Connector 122"/>
          <p:cNvCxnSpPr/>
          <p:nvPr/>
        </p:nvCxnSpPr>
        <p:spPr>
          <a:xfrm flipH="1">
            <a:off x="6683680" y="8695279"/>
            <a:ext cx="6399" cy="609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4" name="Connector 123"/>
          <p:cNvCxnSpPr/>
          <p:nvPr/>
        </p:nvCxnSpPr>
        <p:spPr>
          <a:xfrm flipH="1">
            <a:off x="6676990" y="8701371"/>
            <a:ext cx="6690" cy="577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5" name="Connector 124"/>
          <p:cNvCxnSpPr/>
          <p:nvPr/>
        </p:nvCxnSpPr>
        <p:spPr>
          <a:xfrm flipH="1">
            <a:off x="6670025" y="8707141"/>
            <a:ext cx="6965" cy="5436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6" name="Connector 125"/>
          <p:cNvCxnSpPr/>
          <p:nvPr/>
        </p:nvCxnSpPr>
        <p:spPr>
          <a:xfrm flipH="1">
            <a:off x="6662802" y="8712577"/>
            <a:ext cx="7223" cy="508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7" name="Connector 126"/>
          <p:cNvCxnSpPr/>
          <p:nvPr/>
        </p:nvCxnSpPr>
        <p:spPr>
          <a:xfrm flipH="1">
            <a:off x="6655338" y="8717664"/>
            <a:ext cx="7464" cy="472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8" name="Connector 127"/>
          <p:cNvCxnSpPr/>
          <p:nvPr/>
        </p:nvCxnSpPr>
        <p:spPr>
          <a:xfrm flipH="1">
            <a:off x="6647651" y="8722391"/>
            <a:ext cx="7687" cy="4354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9" name="Connector 128"/>
          <p:cNvCxnSpPr/>
          <p:nvPr/>
        </p:nvCxnSpPr>
        <p:spPr>
          <a:xfrm flipH="1">
            <a:off x="6639759" y="8726745"/>
            <a:ext cx="7892" cy="3973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0" name="Connector 129"/>
          <p:cNvCxnSpPr/>
          <p:nvPr/>
        </p:nvCxnSpPr>
        <p:spPr>
          <a:xfrm flipH="1">
            <a:off x="6631683" y="8730718"/>
            <a:ext cx="8076" cy="358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1" name="Connector 130"/>
          <p:cNvCxnSpPr/>
          <p:nvPr/>
        </p:nvCxnSpPr>
        <p:spPr>
          <a:xfrm flipH="1">
            <a:off x="6623440" y="8734298"/>
            <a:ext cx="8243" cy="3179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2" name="Connector 131"/>
          <p:cNvCxnSpPr/>
          <p:nvPr/>
        </p:nvCxnSpPr>
        <p:spPr>
          <a:xfrm flipH="1">
            <a:off x="6615051" y="8737477"/>
            <a:ext cx="8389" cy="277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3" name="Connector 132"/>
          <p:cNvCxnSpPr/>
          <p:nvPr/>
        </p:nvCxnSpPr>
        <p:spPr>
          <a:xfrm flipH="1">
            <a:off x="6606536" y="8740249"/>
            <a:ext cx="8515" cy="2356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4" name="Connector 133"/>
          <p:cNvCxnSpPr/>
          <p:nvPr/>
        </p:nvCxnSpPr>
        <p:spPr>
          <a:xfrm flipH="1">
            <a:off x="6597916" y="8742605"/>
            <a:ext cx="8620" cy="1936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5" name="Connector 134"/>
          <p:cNvCxnSpPr/>
          <p:nvPr/>
        </p:nvCxnSpPr>
        <p:spPr>
          <a:xfrm flipH="1">
            <a:off x="6589211" y="8744541"/>
            <a:ext cx="8705" cy="151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6" name="Connector 135"/>
          <p:cNvCxnSpPr/>
          <p:nvPr/>
        </p:nvCxnSpPr>
        <p:spPr>
          <a:xfrm flipH="1">
            <a:off x="6580443" y="8746051"/>
            <a:ext cx="8768" cy="108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7" name="Connector 136"/>
          <p:cNvCxnSpPr/>
          <p:nvPr/>
        </p:nvCxnSpPr>
        <p:spPr>
          <a:xfrm flipH="1">
            <a:off x="6571632" y="8747133"/>
            <a:ext cx="8811" cy="65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8" name="Connector 137"/>
          <p:cNvCxnSpPr/>
          <p:nvPr/>
        </p:nvCxnSpPr>
        <p:spPr>
          <a:xfrm flipH="1">
            <a:off x="6562800" y="8747783"/>
            <a:ext cx="8832" cy="21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9" name="Connector 138"/>
          <p:cNvCxnSpPr/>
          <p:nvPr/>
        </p:nvCxnSpPr>
        <p:spPr>
          <a:xfrm flipV="1">
            <a:off x="6562800" y="6948000"/>
            <a:ext cx="0" cy="1800000"/>
          </a:xfrm>
          <a:prstGeom prst="line">
            <a:avLst/>
          </a:prstGeom>
          <a:ln w="12700">
            <a:solidFill>
              <a:srgbClr val="466976"/>
            </a:solidFill>
          </a:ln>
          <a:effectLst/>
        </p:spPr>
      </p:cxnSp>
      <p:sp>
        <p:nvSpPr>
          <p:cNvPr id="140" name="Oval 139"/>
          <p:cNvSpPr/>
          <p:nvPr/>
        </p:nvSpPr>
        <p:spPr>
          <a:xfrm>
            <a:off x="6526800" y="8532000"/>
            <a:ext cx="72000" cy="72000"/>
          </a:xfrm>
          <a:prstGeom prst="ellipse">
            <a:avLst/>
          </a:prstGeom>
          <a:solidFill>
            <a:srgbClr val="FCFBF7"/>
          </a:solidFill>
          <a:ln w="8890">
            <a:solidFill>
              <a:srgbClr val="46697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1" name="Connector 140"/>
          <p:cNvCxnSpPr/>
          <p:nvPr/>
        </p:nvCxnSpPr>
        <p:spPr>
          <a:xfrm>
            <a:off x="3240000" y="8568000"/>
            <a:ext cx="0" cy="79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42" name="Connector 141"/>
          <p:cNvCxnSpPr/>
          <p:nvPr/>
        </p:nvCxnSpPr>
        <p:spPr>
          <a:xfrm>
            <a:off x="7560000" y="8568000"/>
            <a:ext cx="0" cy="79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43" name="Connector 142"/>
          <p:cNvCxnSpPr/>
          <p:nvPr/>
        </p:nvCxnSpPr>
        <p:spPr>
          <a:xfrm>
            <a:off x="3240000" y="9360000"/>
            <a:ext cx="43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44" name="Connector 143"/>
          <p:cNvCxnSpPr/>
          <p:nvPr/>
        </p:nvCxnSpPr>
        <p:spPr>
          <a:xfrm flipV="1">
            <a:off x="3204000" y="932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45" name="Connector 144"/>
          <p:cNvCxnSpPr/>
          <p:nvPr/>
        </p:nvCxnSpPr>
        <p:spPr>
          <a:xfrm flipV="1">
            <a:off x="7524000" y="932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46" name="TextBox 145"/>
          <p:cNvSpPr txBox="1"/>
          <p:nvPr/>
        </p:nvSpPr>
        <p:spPr>
          <a:xfrm>
            <a:off x="4860000" y="918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2400</a:t>
            </a:r>
          </a:p>
        </p:txBody>
      </p:sp>
      <p:cxnSp>
        <p:nvCxnSpPr>
          <p:cNvPr id="147" name="Connector 146"/>
          <p:cNvCxnSpPr/>
          <p:nvPr/>
        </p:nvCxnSpPr>
        <p:spPr>
          <a:xfrm>
            <a:off x="3240000" y="8568000"/>
            <a:ext cx="0" cy="360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48" name="Connector 147"/>
          <p:cNvCxnSpPr/>
          <p:nvPr/>
        </p:nvCxnSpPr>
        <p:spPr>
          <a:xfrm>
            <a:off x="4050000" y="8568000"/>
            <a:ext cx="0" cy="360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49" name="Connector 148"/>
          <p:cNvCxnSpPr/>
          <p:nvPr/>
        </p:nvCxnSpPr>
        <p:spPr>
          <a:xfrm>
            <a:off x="3240000" y="8928000"/>
            <a:ext cx="81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50" name="Connector 149"/>
          <p:cNvCxnSpPr/>
          <p:nvPr/>
        </p:nvCxnSpPr>
        <p:spPr>
          <a:xfrm flipV="1">
            <a:off x="3204000" y="889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51" name="Connector 150"/>
          <p:cNvCxnSpPr/>
          <p:nvPr/>
        </p:nvCxnSpPr>
        <p:spPr>
          <a:xfrm flipV="1">
            <a:off x="4014000" y="889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52" name="TextBox 151"/>
          <p:cNvSpPr txBox="1"/>
          <p:nvPr/>
        </p:nvSpPr>
        <p:spPr>
          <a:xfrm>
            <a:off x="3105000" y="874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4050000" y="8568000"/>
            <a:ext cx="0" cy="360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54" name="Connector 153"/>
          <p:cNvCxnSpPr/>
          <p:nvPr/>
        </p:nvCxnSpPr>
        <p:spPr>
          <a:xfrm>
            <a:off x="6750000" y="8568000"/>
            <a:ext cx="0" cy="360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55" name="Connector 154"/>
          <p:cNvCxnSpPr/>
          <p:nvPr/>
        </p:nvCxnSpPr>
        <p:spPr>
          <a:xfrm>
            <a:off x="4050000" y="8928000"/>
            <a:ext cx="27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56" name="Connector 155"/>
          <p:cNvCxnSpPr/>
          <p:nvPr/>
        </p:nvCxnSpPr>
        <p:spPr>
          <a:xfrm flipV="1">
            <a:off x="4014000" y="889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57" name="Connector 156"/>
          <p:cNvCxnSpPr/>
          <p:nvPr/>
        </p:nvCxnSpPr>
        <p:spPr>
          <a:xfrm flipV="1">
            <a:off x="6714000" y="889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58" name="TextBox 157"/>
          <p:cNvSpPr txBox="1"/>
          <p:nvPr/>
        </p:nvSpPr>
        <p:spPr>
          <a:xfrm>
            <a:off x="4860000" y="874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1500</a:t>
            </a:r>
          </a:p>
        </p:txBody>
      </p:sp>
      <p:cxnSp>
        <p:nvCxnSpPr>
          <p:cNvPr id="159" name="Connector 158"/>
          <p:cNvCxnSpPr/>
          <p:nvPr/>
        </p:nvCxnSpPr>
        <p:spPr>
          <a:xfrm>
            <a:off x="6750000" y="8568000"/>
            <a:ext cx="0" cy="360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60" name="Connector 159"/>
          <p:cNvCxnSpPr/>
          <p:nvPr/>
        </p:nvCxnSpPr>
        <p:spPr>
          <a:xfrm>
            <a:off x="7560000" y="8568000"/>
            <a:ext cx="0" cy="360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61" name="Connector 160"/>
          <p:cNvCxnSpPr/>
          <p:nvPr/>
        </p:nvCxnSpPr>
        <p:spPr>
          <a:xfrm>
            <a:off x="6750000" y="8928000"/>
            <a:ext cx="81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62" name="Connector 161"/>
          <p:cNvCxnSpPr/>
          <p:nvPr/>
        </p:nvCxnSpPr>
        <p:spPr>
          <a:xfrm flipV="1">
            <a:off x="6714000" y="889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63" name="Connector 162"/>
          <p:cNvCxnSpPr/>
          <p:nvPr/>
        </p:nvCxnSpPr>
        <p:spPr>
          <a:xfrm flipV="1">
            <a:off x="7524000" y="889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64" name="TextBox 163"/>
          <p:cNvSpPr txBox="1"/>
          <p:nvPr/>
        </p:nvSpPr>
        <p:spPr>
          <a:xfrm>
            <a:off x="6615000" y="874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cxnSp>
        <p:nvCxnSpPr>
          <p:cNvPr id="165" name="Connector 164"/>
          <p:cNvCxnSpPr/>
          <p:nvPr/>
        </p:nvCxnSpPr>
        <p:spPr>
          <a:xfrm flipH="1">
            <a:off x="2304000" y="8568000"/>
            <a:ext cx="936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66" name="Connector 165"/>
          <p:cNvCxnSpPr/>
          <p:nvPr/>
        </p:nvCxnSpPr>
        <p:spPr>
          <a:xfrm flipH="1">
            <a:off x="2304000" y="2977199"/>
            <a:ext cx="936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67" name="Connector 166"/>
          <p:cNvCxnSpPr/>
          <p:nvPr/>
        </p:nvCxnSpPr>
        <p:spPr>
          <a:xfrm flipV="1">
            <a:off x="2304000" y="2977199"/>
            <a:ext cx="0" cy="5590801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68" name="Connector 167"/>
          <p:cNvCxnSpPr/>
          <p:nvPr/>
        </p:nvCxnSpPr>
        <p:spPr>
          <a:xfrm flipV="1">
            <a:off x="2268000" y="853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69" name="Connector 168"/>
          <p:cNvCxnSpPr/>
          <p:nvPr/>
        </p:nvCxnSpPr>
        <p:spPr>
          <a:xfrm flipV="1">
            <a:off x="2268000" y="2941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70" name="TextBox 169"/>
          <p:cNvSpPr txBox="1"/>
          <p:nvPr/>
        </p:nvSpPr>
        <p:spPr>
          <a:xfrm>
            <a:off x="1872000" y="57726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3106</a:t>
            </a:r>
          </a:p>
        </p:txBody>
      </p:sp>
      <p:cxnSp>
        <p:nvCxnSpPr>
          <p:cNvPr id="171" name="Connector 170"/>
          <p:cNvCxnSpPr/>
          <p:nvPr/>
        </p:nvCxnSpPr>
        <p:spPr>
          <a:xfrm flipH="1">
            <a:off x="2808000" y="85680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72" name="Connector 171"/>
          <p:cNvCxnSpPr/>
          <p:nvPr/>
        </p:nvCxnSpPr>
        <p:spPr>
          <a:xfrm flipH="1">
            <a:off x="2808000" y="77580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73" name="Connector 172"/>
          <p:cNvCxnSpPr/>
          <p:nvPr/>
        </p:nvCxnSpPr>
        <p:spPr>
          <a:xfrm flipV="1">
            <a:off x="2808000" y="7758000"/>
            <a:ext cx="0" cy="81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74" name="Connector 173"/>
          <p:cNvCxnSpPr/>
          <p:nvPr/>
        </p:nvCxnSpPr>
        <p:spPr>
          <a:xfrm flipV="1">
            <a:off x="2772000" y="853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75" name="Connector 174"/>
          <p:cNvCxnSpPr/>
          <p:nvPr/>
        </p:nvCxnSpPr>
        <p:spPr>
          <a:xfrm flipV="1">
            <a:off x="2772000" y="772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76" name="TextBox 175"/>
          <p:cNvSpPr txBox="1"/>
          <p:nvPr/>
        </p:nvSpPr>
        <p:spPr>
          <a:xfrm>
            <a:off x="2376000" y="8163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cxnSp>
        <p:nvCxnSpPr>
          <p:cNvPr id="177" name="Connector 176"/>
          <p:cNvCxnSpPr/>
          <p:nvPr/>
        </p:nvCxnSpPr>
        <p:spPr>
          <a:xfrm flipH="1">
            <a:off x="2808000" y="77580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78" name="Connector 177"/>
          <p:cNvCxnSpPr/>
          <p:nvPr/>
        </p:nvCxnSpPr>
        <p:spPr>
          <a:xfrm flipH="1">
            <a:off x="2808000" y="65628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79" name="Connector 178"/>
          <p:cNvCxnSpPr/>
          <p:nvPr/>
        </p:nvCxnSpPr>
        <p:spPr>
          <a:xfrm flipV="1">
            <a:off x="2808000" y="6562800"/>
            <a:ext cx="0" cy="11952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80" name="Connector 179"/>
          <p:cNvCxnSpPr/>
          <p:nvPr/>
        </p:nvCxnSpPr>
        <p:spPr>
          <a:xfrm flipV="1">
            <a:off x="2772000" y="772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81" name="Connector 180"/>
          <p:cNvCxnSpPr/>
          <p:nvPr/>
        </p:nvCxnSpPr>
        <p:spPr>
          <a:xfrm flipV="1">
            <a:off x="2772000" y="65268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82" name="TextBox 181"/>
          <p:cNvSpPr txBox="1"/>
          <p:nvPr/>
        </p:nvSpPr>
        <p:spPr>
          <a:xfrm>
            <a:off x="2376000" y="71604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183" name="Connector 182"/>
          <p:cNvCxnSpPr/>
          <p:nvPr/>
        </p:nvCxnSpPr>
        <p:spPr>
          <a:xfrm flipH="1">
            <a:off x="2808000" y="65628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84" name="Connector 183"/>
          <p:cNvCxnSpPr/>
          <p:nvPr/>
        </p:nvCxnSpPr>
        <p:spPr>
          <a:xfrm flipH="1">
            <a:off x="2808000" y="53676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85" name="Connector 184"/>
          <p:cNvCxnSpPr/>
          <p:nvPr/>
        </p:nvCxnSpPr>
        <p:spPr>
          <a:xfrm flipV="1">
            <a:off x="2808000" y="5367600"/>
            <a:ext cx="0" cy="11952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86" name="Connector 185"/>
          <p:cNvCxnSpPr/>
          <p:nvPr/>
        </p:nvCxnSpPr>
        <p:spPr>
          <a:xfrm flipV="1">
            <a:off x="2772000" y="65268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87" name="Connector 186"/>
          <p:cNvCxnSpPr/>
          <p:nvPr/>
        </p:nvCxnSpPr>
        <p:spPr>
          <a:xfrm flipV="1">
            <a:off x="2772000" y="53316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88" name="TextBox 187"/>
          <p:cNvSpPr txBox="1"/>
          <p:nvPr/>
        </p:nvSpPr>
        <p:spPr>
          <a:xfrm>
            <a:off x="2376000" y="59652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189" name="Connector 188"/>
          <p:cNvCxnSpPr/>
          <p:nvPr/>
        </p:nvCxnSpPr>
        <p:spPr>
          <a:xfrm flipH="1">
            <a:off x="2808000" y="53676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90" name="Connector 189"/>
          <p:cNvCxnSpPr/>
          <p:nvPr/>
        </p:nvCxnSpPr>
        <p:spPr>
          <a:xfrm flipH="1">
            <a:off x="2808000" y="41724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91" name="Connector 190"/>
          <p:cNvCxnSpPr/>
          <p:nvPr/>
        </p:nvCxnSpPr>
        <p:spPr>
          <a:xfrm flipV="1">
            <a:off x="2808000" y="4172400"/>
            <a:ext cx="0" cy="11952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92" name="Connector 191"/>
          <p:cNvCxnSpPr/>
          <p:nvPr/>
        </p:nvCxnSpPr>
        <p:spPr>
          <a:xfrm flipV="1">
            <a:off x="2772000" y="53316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93" name="Connector 192"/>
          <p:cNvCxnSpPr/>
          <p:nvPr/>
        </p:nvCxnSpPr>
        <p:spPr>
          <a:xfrm flipV="1">
            <a:off x="2772000" y="41364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94" name="TextBox 193"/>
          <p:cNvSpPr txBox="1"/>
          <p:nvPr/>
        </p:nvSpPr>
        <p:spPr>
          <a:xfrm>
            <a:off x="2376000" y="4770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195" name="Connector 194"/>
          <p:cNvCxnSpPr/>
          <p:nvPr/>
        </p:nvCxnSpPr>
        <p:spPr>
          <a:xfrm flipH="1">
            <a:off x="2808000" y="41724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96" name="Connector 195"/>
          <p:cNvCxnSpPr/>
          <p:nvPr/>
        </p:nvCxnSpPr>
        <p:spPr>
          <a:xfrm flipH="1">
            <a:off x="2808000" y="2977199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97" name="Connector 196"/>
          <p:cNvCxnSpPr/>
          <p:nvPr/>
        </p:nvCxnSpPr>
        <p:spPr>
          <a:xfrm flipV="1">
            <a:off x="2808000" y="2977199"/>
            <a:ext cx="0" cy="1195201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98" name="Connector 197"/>
          <p:cNvCxnSpPr/>
          <p:nvPr/>
        </p:nvCxnSpPr>
        <p:spPr>
          <a:xfrm flipV="1">
            <a:off x="2772000" y="41364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99" name="Connector 198"/>
          <p:cNvCxnSpPr/>
          <p:nvPr/>
        </p:nvCxnSpPr>
        <p:spPr>
          <a:xfrm flipV="1">
            <a:off x="2772000" y="2941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00" name="TextBox 199"/>
          <p:cNvSpPr txBox="1"/>
          <p:nvPr/>
        </p:nvSpPr>
        <p:spPr>
          <a:xfrm>
            <a:off x="2376000" y="35748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201" name="Connector 200"/>
          <p:cNvCxnSpPr/>
          <p:nvPr/>
        </p:nvCxnSpPr>
        <p:spPr>
          <a:xfrm flipV="1">
            <a:off x="3240000" y="2725199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02" name="Connector 201"/>
          <p:cNvCxnSpPr/>
          <p:nvPr/>
        </p:nvCxnSpPr>
        <p:spPr>
          <a:xfrm flipV="1">
            <a:off x="3690000" y="2725199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03" name="Connector 202"/>
          <p:cNvCxnSpPr/>
          <p:nvPr/>
        </p:nvCxnSpPr>
        <p:spPr>
          <a:xfrm>
            <a:off x="3240000" y="2725199"/>
            <a:ext cx="45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04" name="Connector 203"/>
          <p:cNvCxnSpPr/>
          <p:nvPr/>
        </p:nvCxnSpPr>
        <p:spPr>
          <a:xfrm flipV="1">
            <a:off x="3204000" y="2689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05" name="Connector 204"/>
          <p:cNvCxnSpPr/>
          <p:nvPr/>
        </p:nvCxnSpPr>
        <p:spPr>
          <a:xfrm flipV="1">
            <a:off x="3654000" y="2689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06" name="TextBox 205"/>
          <p:cNvSpPr txBox="1"/>
          <p:nvPr/>
        </p:nvSpPr>
        <p:spPr>
          <a:xfrm>
            <a:off x="2925000" y="2545199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cxnSp>
        <p:nvCxnSpPr>
          <p:cNvPr id="207" name="Connector 206"/>
          <p:cNvCxnSpPr/>
          <p:nvPr/>
        </p:nvCxnSpPr>
        <p:spPr>
          <a:xfrm flipV="1">
            <a:off x="3690000" y="2725199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08" name="Connector 207"/>
          <p:cNvCxnSpPr/>
          <p:nvPr/>
        </p:nvCxnSpPr>
        <p:spPr>
          <a:xfrm flipV="1">
            <a:off x="7110000" y="2725199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09" name="Connector 208"/>
          <p:cNvCxnSpPr/>
          <p:nvPr/>
        </p:nvCxnSpPr>
        <p:spPr>
          <a:xfrm>
            <a:off x="3690000" y="2725199"/>
            <a:ext cx="34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10" name="Connector 209"/>
          <p:cNvCxnSpPr/>
          <p:nvPr/>
        </p:nvCxnSpPr>
        <p:spPr>
          <a:xfrm flipV="1">
            <a:off x="3654000" y="2689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11" name="Connector 210"/>
          <p:cNvCxnSpPr/>
          <p:nvPr/>
        </p:nvCxnSpPr>
        <p:spPr>
          <a:xfrm flipV="1">
            <a:off x="7074000" y="2689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12" name="TextBox 211"/>
          <p:cNvSpPr txBox="1"/>
          <p:nvPr/>
        </p:nvSpPr>
        <p:spPr>
          <a:xfrm>
            <a:off x="4860000" y="2545199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1900</a:t>
            </a:r>
          </a:p>
        </p:txBody>
      </p:sp>
      <p:cxnSp>
        <p:nvCxnSpPr>
          <p:cNvPr id="213" name="Connector 212"/>
          <p:cNvCxnSpPr/>
          <p:nvPr/>
        </p:nvCxnSpPr>
        <p:spPr>
          <a:xfrm flipV="1">
            <a:off x="7110000" y="2725199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14" name="Connector 213"/>
          <p:cNvCxnSpPr/>
          <p:nvPr/>
        </p:nvCxnSpPr>
        <p:spPr>
          <a:xfrm flipV="1">
            <a:off x="7560000" y="2725199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15" name="Connector 214"/>
          <p:cNvCxnSpPr/>
          <p:nvPr/>
        </p:nvCxnSpPr>
        <p:spPr>
          <a:xfrm>
            <a:off x="7110000" y="2725199"/>
            <a:ext cx="45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16" name="Connector 215"/>
          <p:cNvCxnSpPr/>
          <p:nvPr/>
        </p:nvCxnSpPr>
        <p:spPr>
          <a:xfrm flipV="1">
            <a:off x="7074000" y="2689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17" name="Connector 216"/>
          <p:cNvCxnSpPr/>
          <p:nvPr/>
        </p:nvCxnSpPr>
        <p:spPr>
          <a:xfrm flipV="1">
            <a:off x="7524000" y="2689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18" name="TextBox 217"/>
          <p:cNvSpPr txBox="1"/>
          <p:nvPr/>
        </p:nvSpPr>
        <p:spPr>
          <a:xfrm>
            <a:off x="6795000" y="2545199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cxnSp>
        <p:nvCxnSpPr>
          <p:cNvPr id="219" name="Connector 218"/>
          <p:cNvCxnSpPr/>
          <p:nvPr/>
        </p:nvCxnSpPr>
        <p:spPr>
          <a:xfrm>
            <a:off x="3690000" y="54972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20" name="Connector 219"/>
          <p:cNvCxnSpPr/>
          <p:nvPr/>
        </p:nvCxnSpPr>
        <p:spPr>
          <a:xfrm>
            <a:off x="4500000" y="54972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21" name="Connector 220"/>
          <p:cNvCxnSpPr/>
          <p:nvPr/>
        </p:nvCxnSpPr>
        <p:spPr>
          <a:xfrm>
            <a:off x="3690000" y="5785200"/>
            <a:ext cx="81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22" name="Connector 221"/>
          <p:cNvCxnSpPr/>
          <p:nvPr/>
        </p:nvCxnSpPr>
        <p:spPr>
          <a:xfrm flipV="1">
            <a:off x="3654000" y="5749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23" name="Connector 222"/>
          <p:cNvCxnSpPr/>
          <p:nvPr/>
        </p:nvCxnSpPr>
        <p:spPr>
          <a:xfrm flipV="1">
            <a:off x="4464000" y="5749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24" name="TextBox 223"/>
          <p:cNvSpPr txBox="1"/>
          <p:nvPr/>
        </p:nvSpPr>
        <p:spPr>
          <a:xfrm>
            <a:off x="3555000" y="56052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cxnSp>
        <p:nvCxnSpPr>
          <p:cNvPr id="225" name="Connector 224"/>
          <p:cNvCxnSpPr/>
          <p:nvPr/>
        </p:nvCxnSpPr>
        <p:spPr>
          <a:xfrm>
            <a:off x="6300000" y="54972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26" name="Connector 225"/>
          <p:cNvCxnSpPr/>
          <p:nvPr/>
        </p:nvCxnSpPr>
        <p:spPr>
          <a:xfrm>
            <a:off x="7110000" y="54972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27" name="Connector 226"/>
          <p:cNvCxnSpPr/>
          <p:nvPr/>
        </p:nvCxnSpPr>
        <p:spPr>
          <a:xfrm>
            <a:off x="6300000" y="5785200"/>
            <a:ext cx="81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28" name="Connector 227"/>
          <p:cNvCxnSpPr/>
          <p:nvPr/>
        </p:nvCxnSpPr>
        <p:spPr>
          <a:xfrm flipV="1">
            <a:off x="6264000" y="5749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29" name="Connector 228"/>
          <p:cNvCxnSpPr/>
          <p:nvPr/>
        </p:nvCxnSpPr>
        <p:spPr>
          <a:xfrm flipV="1">
            <a:off x="7074000" y="5749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30" name="TextBox 229"/>
          <p:cNvSpPr txBox="1"/>
          <p:nvPr/>
        </p:nvSpPr>
        <p:spPr>
          <a:xfrm>
            <a:off x="6165000" y="56052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cxnSp>
        <p:nvCxnSpPr>
          <p:cNvPr id="231" name="Connector 230"/>
          <p:cNvCxnSpPr/>
          <p:nvPr/>
        </p:nvCxnSpPr>
        <p:spPr>
          <a:xfrm>
            <a:off x="6300000" y="4687200"/>
            <a:ext cx="36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32" name="Connector 231"/>
          <p:cNvCxnSpPr/>
          <p:nvPr/>
        </p:nvCxnSpPr>
        <p:spPr>
          <a:xfrm>
            <a:off x="6300000" y="3427199"/>
            <a:ext cx="36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33" name="Connector 232"/>
          <p:cNvCxnSpPr/>
          <p:nvPr/>
        </p:nvCxnSpPr>
        <p:spPr>
          <a:xfrm flipV="1">
            <a:off x="6660000" y="3427199"/>
            <a:ext cx="0" cy="1260001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34" name="Connector 233"/>
          <p:cNvCxnSpPr/>
          <p:nvPr/>
        </p:nvCxnSpPr>
        <p:spPr>
          <a:xfrm flipV="1">
            <a:off x="6624000" y="4651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35" name="Connector 234"/>
          <p:cNvCxnSpPr/>
          <p:nvPr/>
        </p:nvCxnSpPr>
        <p:spPr>
          <a:xfrm flipV="1">
            <a:off x="6624000" y="3391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36" name="TextBox 235"/>
          <p:cNvSpPr txBox="1"/>
          <p:nvPr/>
        </p:nvSpPr>
        <p:spPr>
          <a:xfrm>
            <a:off x="6228000" y="4057199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700</a:t>
            </a:r>
          </a:p>
        </p:txBody>
      </p:sp>
      <p:sp>
        <p:nvSpPr>
          <p:cNvPr id="237" name="Oval 236"/>
          <p:cNvSpPr/>
          <p:nvPr/>
        </p:nvSpPr>
        <p:spPr>
          <a:xfrm>
            <a:off x="3193200" y="8521200"/>
            <a:ext cx="93600" cy="93600"/>
          </a:xfrm>
          <a:prstGeom prst="ellipse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3312000" y="8388000"/>
            <a:ext cx="28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A</a:t>
            </a:r>
          </a:p>
        </p:txBody>
      </p:sp>
      <p:sp>
        <p:nvSpPr>
          <p:cNvPr id="239" name="Oval 238"/>
          <p:cNvSpPr/>
          <p:nvPr/>
        </p:nvSpPr>
        <p:spPr>
          <a:xfrm>
            <a:off x="7513200" y="8521200"/>
            <a:ext cx="93600" cy="93600"/>
          </a:xfrm>
          <a:prstGeom prst="ellipse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7632000" y="8388000"/>
            <a:ext cx="28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B</a:t>
            </a:r>
          </a:p>
        </p:txBody>
      </p:sp>
      <p:sp>
        <p:nvSpPr>
          <p:cNvPr id="241" name="Oval 240"/>
          <p:cNvSpPr/>
          <p:nvPr/>
        </p:nvSpPr>
        <p:spPr>
          <a:xfrm>
            <a:off x="7513200" y="2930399"/>
            <a:ext cx="93600" cy="93600"/>
          </a:xfrm>
          <a:prstGeom prst="ellipse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7632000" y="2797199"/>
            <a:ext cx="28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C</a:t>
            </a:r>
          </a:p>
        </p:txBody>
      </p:sp>
      <p:sp>
        <p:nvSpPr>
          <p:cNvPr id="243" name="Oval 242"/>
          <p:cNvSpPr/>
          <p:nvPr/>
        </p:nvSpPr>
        <p:spPr>
          <a:xfrm>
            <a:off x="3193200" y="2930399"/>
            <a:ext cx="93600" cy="93600"/>
          </a:xfrm>
          <a:prstGeom prst="ellipse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3312000" y="2797199"/>
            <a:ext cx="28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D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92000" y="2160000"/>
            <a:ext cx="216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SET-OUT DATUMS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792000" y="2592000"/>
            <a:ext cx="2160000" cy="154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A  0 / 0</a:t>
            </a:r>
          </a:p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B  2400 / 0</a:t>
            </a:r>
          </a:p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C  2400 / 3106</a:t>
            </a:r>
          </a:p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D  0 / 3106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8136000" y="2880000"/>
            <a:ext cx="2088000" cy="86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44338"/>
                </a:solidFill>
                <a:latin typeface="Liberation Sans"/>
              </a:defRPr>
            </a:pPr>
            <a:r>
              <a:t>N ↓ STOREFRONT</a:t>
            </a:r>
          </a:p>
          <a:p>
            <a:pPr>
              <a:spcAft>
                <a:spcPts val="400"/>
              </a:spcAft>
              <a:defRPr sz="800" b="0">
                <a:solidFill>
                  <a:srgbClr val="A44338"/>
                </a:solidFill>
                <a:latin typeface="Liberation Sans"/>
              </a:defRPr>
            </a:pPr>
            <a:r>
              <a:t>ASSUMED #23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792000" y="7488000"/>
            <a:ext cx="2232000" cy="90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44338"/>
                </a:solidFill>
                <a:latin typeface="Liberation Sans"/>
              </a:defRPr>
            </a:pPr>
            <a:r>
              <a:t>Wall bands graphic only</a:t>
            </a:r>
          </a:p>
          <a:p>
            <a:pPr>
              <a:spcAft>
                <a:spcPts val="400"/>
              </a:spcAft>
              <a:defRPr sz="800" b="0">
                <a:solidFill>
                  <a:srgbClr val="A44338"/>
                </a:solidFill>
                <a:latin typeface="Liberation Sans"/>
              </a:defRPr>
            </a:pPr>
            <a:r>
              <a:t>Thickness TBC #26</a:t>
            </a:r>
          </a:p>
          <a:p>
            <a:pPr>
              <a:spcAft>
                <a:spcPts val="400"/>
              </a:spcAft>
              <a:defRPr sz="800" b="0">
                <a:solidFill>
                  <a:srgbClr val="A44338"/>
                </a:solidFill>
                <a:latin typeface="Liberation Sans"/>
              </a:defRPr>
            </a:pPr>
            <a:r>
              <a:t>Envelope TBC #4</a:t>
            </a:r>
          </a:p>
        </p:txBody>
      </p:sp>
      <p:cxnSp>
        <p:nvCxnSpPr>
          <p:cNvPr id="257" name="Connector 256"/>
          <p:cNvCxnSpPr/>
          <p:nvPr/>
        </p:nvCxnSpPr>
        <p:spPr>
          <a:xfrm>
            <a:off x="3240000" y="9612000"/>
            <a:ext cx="1800000" cy="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258" name="Connector 257"/>
          <p:cNvCxnSpPr/>
          <p:nvPr/>
        </p:nvCxnSpPr>
        <p:spPr>
          <a:xfrm>
            <a:off x="3240000" y="957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59" name="Connector 258"/>
          <p:cNvCxnSpPr/>
          <p:nvPr/>
        </p:nvCxnSpPr>
        <p:spPr>
          <a:xfrm>
            <a:off x="4140000" y="957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60" name="Connector 259"/>
          <p:cNvCxnSpPr/>
          <p:nvPr/>
        </p:nvCxnSpPr>
        <p:spPr>
          <a:xfrm>
            <a:off x="5040000" y="957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261" name="TextBox 260"/>
          <p:cNvSpPr txBox="1"/>
          <p:nvPr/>
        </p:nvSpPr>
        <p:spPr>
          <a:xfrm>
            <a:off x="3240000" y="9684000"/>
            <a:ext cx="234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0                         1000 mm   |   1:20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3240000" y="7758000"/>
            <a:ext cx="45000" cy="81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4005000" y="7758000"/>
            <a:ext cx="45000" cy="81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4" name="Connector 263"/>
          <p:cNvCxnSpPr/>
          <p:nvPr/>
        </p:nvCxnSpPr>
        <p:spPr>
          <a:xfrm>
            <a:off x="3285000" y="8118000"/>
            <a:ext cx="720000" cy="0"/>
          </a:xfrm>
          <a:prstGeom prst="line">
            <a:avLst/>
          </a:prstGeom>
          <a:ln w="6350">
            <a:solidFill>
              <a:srgbClr val="737871"/>
            </a:solidFill>
            <a:prstDash val="dash"/>
          </a:ln>
          <a:effectLst/>
        </p:spPr>
      </p:cxnSp>
      <p:sp>
        <p:nvSpPr>
          <p:cNvPr id="265" name="Rectangle 264"/>
          <p:cNvSpPr/>
          <p:nvPr/>
        </p:nvSpPr>
        <p:spPr>
          <a:xfrm>
            <a:off x="6750000" y="7758000"/>
            <a:ext cx="45000" cy="81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7515000" y="7758000"/>
            <a:ext cx="45000" cy="81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7" name="Connector 266"/>
          <p:cNvCxnSpPr/>
          <p:nvPr/>
        </p:nvCxnSpPr>
        <p:spPr>
          <a:xfrm>
            <a:off x="6795000" y="8118000"/>
            <a:ext cx="720000" cy="0"/>
          </a:xfrm>
          <a:prstGeom prst="line">
            <a:avLst/>
          </a:prstGeom>
          <a:ln w="6350">
            <a:solidFill>
              <a:srgbClr val="737871"/>
            </a:solidFill>
            <a:prstDash val="dash"/>
          </a:ln>
          <a:effectLst/>
        </p:spPr>
      </p:cxnSp>
      <p:sp>
        <p:nvSpPr>
          <p:cNvPr id="268" name="Rectangle 267"/>
          <p:cNvSpPr/>
          <p:nvPr/>
        </p:nvSpPr>
        <p:spPr>
          <a:xfrm>
            <a:off x="3690000" y="3382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4545000" y="3382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6210000" y="3382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7065000" y="3382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4500000" y="5461200"/>
            <a:ext cx="36000" cy="3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4500000" y="4687200"/>
            <a:ext cx="36000" cy="3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6264000" y="5461200"/>
            <a:ext cx="36000" cy="3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6264000" y="4687200"/>
            <a:ext cx="36000" cy="3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6" name="Connector 275"/>
          <p:cNvCxnSpPr/>
          <p:nvPr/>
        </p:nvCxnSpPr>
        <p:spPr>
          <a:xfrm flipV="1">
            <a:off x="4500000" y="43632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77" name="Connector 276"/>
          <p:cNvCxnSpPr/>
          <p:nvPr/>
        </p:nvCxnSpPr>
        <p:spPr>
          <a:xfrm flipV="1">
            <a:off x="6300000" y="43632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78" name="Connector 277"/>
          <p:cNvCxnSpPr/>
          <p:nvPr/>
        </p:nvCxnSpPr>
        <p:spPr>
          <a:xfrm>
            <a:off x="4500000" y="4363200"/>
            <a:ext cx="18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79" name="Connector 278"/>
          <p:cNvCxnSpPr/>
          <p:nvPr/>
        </p:nvCxnSpPr>
        <p:spPr>
          <a:xfrm flipV="1">
            <a:off x="4464000" y="4327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80" name="Connector 279"/>
          <p:cNvCxnSpPr/>
          <p:nvPr/>
        </p:nvCxnSpPr>
        <p:spPr>
          <a:xfrm flipV="1">
            <a:off x="6264000" y="4327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81" name="TextBox 280"/>
          <p:cNvSpPr txBox="1"/>
          <p:nvPr/>
        </p:nvSpPr>
        <p:spPr>
          <a:xfrm>
            <a:off x="4860000" y="4183199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1000</a:t>
            </a:r>
          </a:p>
        </p:txBody>
      </p:sp>
      <p:cxnSp>
        <p:nvCxnSpPr>
          <p:cNvPr id="282" name="Connector 281"/>
          <p:cNvCxnSpPr/>
          <p:nvPr/>
        </p:nvCxnSpPr>
        <p:spPr>
          <a:xfrm>
            <a:off x="6300000" y="5497200"/>
            <a:ext cx="61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83" name="Connector 282"/>
          <p:cNvCxnSpPr/>
          <p:nvPr/>
        </p:nvCxnSpPr>
        <p:spPr>
          <a:xfrm>
            <a:off x="6300000" y="4687200"/>
            <a:ext cx="61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84" name="Connector 283"/>
          <p:cNvCxnSpPr/>
          <p:nvPr/>
        </p:nvCxnSpPr>
        <p:spPr>
          <a:xfrm flipV="1">
            <a:off x="6912000" y="4687200"/>
            <a:ext cx="0" cy="81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85" name="Connector 284"/>
          <p:cNvCxnSpPr/>
          <p:nvPr/>
        </p:nvCxnSpPr>
        <p:spPr>
          <a:xfrm flipV="1">
            <a:off x="6876000" y="5461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86" name="Connector 285"/>
          <p:cNvCxnSpPr/>
          <p:nvPr/>
        </p:nvCxnSpPr>
        <p:spPr>
          <a:xfrm flipV="1">
            <a:off x="6876000" y="4651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87" name="TextBox 286"/>
          <p:cNvSpPr txBox="1"/>
          <p:nvPr/>
        </p:nvSpPr>
        <p:spPr>
          <a:xfrm>
            <a:off x="6480000" y="50922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792000" y="6444000"/>
            <a:ext cx="2088000" cy="64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STREET-FACING DISPLAY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Dashed line: shelf above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Solid return toward interior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3240000" y="77130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3242880" y="7715879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3645000" y="77130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3647880" y="7715879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3240000" y="65403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3242880" y="65431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3645000" y="65403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3647880" y="65431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3240000" y="53451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3242880" y="53479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3645000" y="53451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3647880" y="53479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3240000" y="41499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3242880" y="4152779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3645000" y="41499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3647880" y="4152779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3240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3242880" y="2980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3645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3647880" y="2980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7110000" y="77130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7112879" y="7715879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7515000" y="77130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7517879" y="7715879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7110000" y="65403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7112879" y="65431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7515000" y="65403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7517879" y="65431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7110000" y="53451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7112879" y="53479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7515000" y="53451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7517879" y="53479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7110000" y="41499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7112879" y="4152779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7515000" y="41499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7517879" y="4152779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7110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7112879" y="2980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7515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7517879" y="2980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3690000" y="3382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3692880" y="3385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3690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3692880" y="2980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4545000" y="3382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4547880" y="3385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4545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4547880" y="2980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6210000" y="3382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6212879" y="3385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6210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6212879" y="2980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7065000" y="3382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7067879" y="3385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7065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7067879" y="2980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6" name="TextBox 345"/>
          <p:cNvSpPr txBox="1"/>
          <p:nvPr/>
        </p:nvSpPr>
        <p:spPr>
          <a:xfrm>
            <a:off x="10800000" y="2052000"/>
            <a:ext cx="378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REAR / SIDE JUNCTION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10800000" y="2340000"/>
            <a:ext cx="378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LOCAL PLAN 1:5</a:t>
            </a:r>
          </a:p>
        </p:txBody>
      </p:sp>
      <p:sp>
        <p:nvSpPr>
          <p:cNvPr id="348" name="Rectangle 347"/>
          <p:cNvSpPr/>
          <p:nvPr/>
        </p:nvSpPr>
        <p:spPr>
          <a:xfrm>
            <a:off x="10800000" y="2844000"/>
            <a:ext cx="1800000" cy="3600000"/>
          </a:xfrm>
          <a:prstGeom prst="rect">
            <a:avLst/>
          </a:prstGeom>
          <a:solidFill>
            <a:srgbClr val="E5DECF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12600000" y="2844000"/>
            <a:ext cx="1800000" cy="1800000"/>
          </a:xfrm>
          <a:prstGeom prst="rect">
            <a:avLst/>
          </a:prstGeom>
          <a:solidFill>
            <a:srgbClr val="E5DECF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10800000" y="2844000"/>
            <a:ext cx="180000" cy="1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10811520" y="2855519"/>
            <a:ext cx="156960" cy="15696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12420000" y="2844000"/>
            <a:ext cx="180000" cy="1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12431520" y="2855519"/>
            <a:ext cx="156960" cy="15696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12600000" y="4464000"/>
            <a:ext cx="180000" cy="1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12611520" y="4475520"/>
            <a:ext cx="156960" cy="15696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12600000" y="2844000"/>
            <a:ext cx="180000" cy="1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12611520" y="2855519"/>
            <a:ext cx="156960" cy="15696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8" name="Connector 357"/>
          <p:cNvCxnSpPr/>
          <p:nvPr/>
        </p:nvCxnSpPr>
        <p:spPr>
          <a:xfrm flipV="1">
            <a:off x="12420000" y="3024000"/>
            <a:ext cx="0" cy="3420000"/>
          </a:xfrm>
          <a:prstGeom prst="line">
            <a:avLst/>
          </a:prstGeom>
          <a:ln w="10160">
            <a:solidFill>
              <a:srgbClr val="9A825A"/>
            </a:solidFill>
            <a:prstDash val="dash"/>
          </a:ln>
          <a:effectLst/>
        </p:spPr>
      </p:cxnSp>
      <p:cxnSp>
        <p:nvCxnSpPr>
          <p:cNvPr id="359" name="Connector 358"/>
          <p:cNvCxnSpPr/>
          <p:nvPr/>
        </p:nvCxnSpPr>
        <p:spPr>
          <a:xfrm>
            <a:off x="12780000" y="4644000"/>
            <a:ext cx="1620000" cy="0"/>
          </a:xfrm>
          <a:prstGeom prst="line">
            <a:avLst/>
          </a:prstGeom>
          <a:ln w="10160">
            <a:solidFill>
              <a:srgbClr val="9A825A"/>
            </a:solidFill>
            <a:prstDash val="dash"/>
          </a:ln>
          <a:effectLst/>
        </p:spPr>
      </p:cxnSp>
      <p:cxnSp>
        <p:nvCxnSpPr>
          <p:cNvPr id="360" name="Connector 359"/>
          <p:cNvCxnSpPr/>
          <p:nvPr/>
        </p:nvCxnSpPr>
        <p:spPr>
          <a:xfrm>
            <a:off x="10800000" y="6444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61" name="Connector 360"/>
          <p:cNvCxnSpPr/>
          <p:nvPr/>
        </p:nvCxnSpPr>
        <p:spPr>
          <a:xfrm>
            <a:off x="12600000" y="6444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62" name="Connector 361"/>
          <p:cNvCxnSpPr/>
          <p:nvPr/>
        </p:nvCxnSpPr>
        <p:spPr>
          <a:xfrm>
            <a:off x="10800000" y="6696000"/>
            <a:ext cx="18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63" name="Connector 362"/>
          <p:cNvCxnSpPr/>
          <p:nvPr/>
        </p:nvCxnSpPr>
        <p:spPr>
          <a:xfrm flipV="1">
            <a:off x="10764000" y="666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64" name="Connector 363"/>
          <p:cNvCxnSpPr/>
          <p:nvPr/>
        </p:nvCxnSpPr>
        <p:spPr>
          <a:xfrm flipV="1">
            <a:off x="12564000" y="666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65" name="TextBox 364"/>
          <p:cNvSpPr txBox="1"/>
          <p:nvPr/>
        </p:nvSpPr>
        <p:spPr>
          <a:xfrm>
            <a:off x="11160000" y="6516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cxnSp>
        <p:nvCxnSpPr>
          <p:cNvPr id="366" name="Connector 365"/>
          <p:cNvCxnSpPr/>
          <p:nvPr/>
        </p:nvCxnSpPr>
        <p:spPr>
          <a:xfrm flipV="1">
            <a:off x="12600000" y="2592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67" name="Connector 366"/>
          <p:cNvCxnSpPr/>
          <p:nvPr/>
        </p:nvCxnSpPr>
        <p:spPr>
          <a:xfrm flipV="1">
            <a:off x="14400000" y="2592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68" name="Connector 367"/>
          <p:cNvCxnSpPr/>
          <p:nvPr/>
        </p:nvCxnSpPr>
        <p:spPr>
          <a:xfrm>
            <a:off x="12600000" y="2592000"/>
            <a:ext cx="18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69" name="Connector 368"/>
          <p:cNvCxnSpPr/>
          <p:nvPr/>
        </p:nvCxnSpPr>
        <p:spPr>
          <a:xfrm flipV="1">
            <a:off x="12564000" y="25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70" name="Connector 369"/>
          <p:cNvCxnSpPr/>
          <p:nvPr/>
        </p:nvCxnSpPr>
        <p:spPr>
          <a:xfrm flipV="1">
            <a:off x="14364000" y="25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71" name="TextBox 370"/>
          <p:cNvSpPr txBox="1"/>
          <p:nvPr/>
        </p:nvSpPr>
        <p:spPr>
          <a:xfrm>
            <a:off x="12960000" y="2412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cxnSp>
        <p:nvCxnSpPr>
          <p:cNvPr id="372" name="Connector 371"/>
          <p:cNvCxnSpPr/>
          <p:nvPr/>
        </p:nvCxnSpPr>
        <p:spPr>
          <a:xfrm>
            <a:off x="14400000" y="4644000"/>
            <a:ext cx="25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73" name="Connector 372"/>
          <p:cNvCxnSpPr/>
          <p:nvPr/>
        </p:nvCxnSpPr>
        <p:spPr>
          <a:xfrm>
            <a:off x="14400000" y="2844000"/>
            <a:ext cx="25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74" name="Connector 373"/>
          <p:cNvCxnSpPr/>
          <p:nvPr/>
        </p:nvCxnSpPr>
        <p:spPr>
          <a:xfrm flipV="1">
            <a:off x="14652000" y="2844000"/>
            <a:ext cx="0" cy="180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75" name="Connector 374"/>
          <p:cNvCxnSpPr/>
          <p:nvPr/>
        </p:nvCxnSpPr>
        <p:spPr>
          <a:xfrm flipV="1">
            <a:off x="14616000" y="460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76" name="Connector 375"/>
          <p:cNvCxnSpPr/>
          <p:nvPr/>
        </p:nvCxnSpPr>
        <p:spPr>
          <a:xfrm flipV="1">
            <a:off x="14616000" y="280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77" name="TextBox 376"/>
          <p:cNvSpPr txBox="1"/>
          <p:nvPr/>
        </p:nvSpPr>
        <p:spPr>
          <a:xfrm>
            <a:off x="14220000" y="3744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sp>
        <p:nvSpPr>
          <p:cNvPr id="378" name="TextBox 377"/>
          <p:cNvSpPr txBox="1"/>
          <p:nvPr/>
        </p:nvSpPr>
        <p:spPr>
          <a:xfrm>
            <a:off x="10800000" y="6840000"/>
            <a:ext cx="3780000" cy="68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25 × 25 × 1.6 SHS / 250-deep units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Rear bay continues right; no overlap</a:t>
            </a:r>
          </a:p>
        </p:txBody>
      </p:sp>
      <p:cxnSp>
        <p:nvCxnSpPr>
          <p:cNvPr id="379" name="Connector 378"/>
          <p:cNvCxnSpPr/>
          <p:nvPr/>
        </p:nvCxnSpPr>
        <p:spPr>
          <a:xfrm>
            <a:off x="14328000" y="4608000"/>
            <a:ext cx="144000" cy="144000"/>
          </a:xfrm>
          <a:prstGeom prst="line">
            <a:avLst/>
          </a:prstGeom>
          <a:ln w="7620">
            <a:solidFill>
              <a:srgbClr val="252725"/>
            </a:solidFill>
          </a:ln>
          <a:effectLst/>
        </p:spPr>
      </p:cxnSp>
      <p:cxnSp>
        <p:nvCxnSpPr>
          <p:cNvPr id="380" name="Connector 379"/>
          <p:cNvCxnSpPr/>
          <p:nvPr/>
        </p:nvCxnSpPr>
        <p:spPr>
          <a:xfrm>
            <a:off x="14328000" y="4716000"/>
            <a:ext cx="144000" cy="144000"/>
          </a:xfrm>
          <a:prstGeom prst="line">
            <a:avLst/>
          </a:prstGeom>
          <a:ln w="7620">
            <a:solidFill>
              <a:srgbClr val="252725"/>
            </a:solidFill>
          </a:ln>
          <a:effectLst/>
        </p:spPr>
      </p:cxnSp>
      <p:sp>
        <p:nvSpPr>
          <p:cNvPr id="381" name="TextBox 380"/>
          <p:cNvSpPr txBox="1"/>
          <p:nvPr/>
        </p:nvSpPr>
        <p:spPr>
          <a:xfrm>
            <a:off x="10800000" y="7812000"/>
            <a:ext cx="378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DOOR EDGE / PIVOT</a:t>
            </a:r>
          </a:p>
        </p:txBody>
      </p:sp>
      <p:sp>
        <p:nvSpPr>
          <p:cNvPr id="382" name="TextBox 381"/>
          <p:cNvSpPr txBox="1"/>
          <p:nvPr/>
        </p:nvSpPr>
        <p:spPr>
          <a:xfrm>
            <a:off x="10800000" y="8100000"/>
            <a:ext cx="378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LOCAL PLAN 1:2</a:t>
            </a:r>
          </a:p>
        </p:txBody>
      </p:sp>
      <p:sp>
        <p:nvSpPr>
          <p:cNvPr id="383" name="Rectangle 382"/>
          <p:cNvSpPr/>
          <p:nvPr/>
        </p:nvSpPr>
        <p:spPr>
          <a:xfrm>
            <a:off x="11160000" y="9468000"/>
            <a:ext cx="2700000" cy="216000"/>
          </a:xfrm>
          <a:prstGeom prst="rect">
            <a:avLst/>
          </a:prstGeom>
          <a:noFill/>
          <a:ln w="8890">
            <a:solidFill>
              <a:srgbClr val="46697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13932000" y="9234000"/>
            <a:ext cx="450000" cy="45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13960800" y="9262800"/>
            <a:ext cx="392400" cy="39240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6" name="Connector 385"/>
          <p:cNvCxnSpPr/>
          <p:nvPr/>
        </p:nvCxnSpPr>
        <p:spPr>
          <a:xfrm flipV="1">
            <a:off x="12060000" y="8694000"/>
            <a:ext cx="0" cy="1170000"/>
          </a:xfrm>
          <a:prstGeom prst="line">
            <a:avLst/>
          </a:prstGeom>
          <a:ln w="6350">
            <a:solidFill>
              <a:srgbClr val="737871"/>
            </a:solidFill>
            <a:prstDash val="dash"/>
          </a:ln>
          <a:effectLst/>
        </p:spPr>
      </p:cxnSp>
      <p:sp>
        <p:nvSpPr>
          <p:cNvPr id="387" name="Oval 386"/>
          <p:cNvSpPr/>
          <p:nvPr/>
        </p:nvSpPr>
        <p:spPr>
          <a:xfrm>
            <a:off x="12006000" y="9522000"/>
            <a:ext cx="108000" cy="108000"/>
          </a:xfrm>
          <a:prstGeom prst="ellipse">
            <a:avLst/>
          </a:prstGeom>
          <a:noFill/>
          <a:ln w="8890">
            <a:solidFill>
              <a:srgbClr val="46697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8" name="Connector 387"/>
          <p:cNvCxnSpPr/>
          <p:nvPr/>
        </p:nvCxnSpPr>
        <p:spPr>
          <a:xfrm flipV="1">
            <a:off x="12060000" y="9144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89" name="Connector 388"/>
          <p:cNvCxnSpPr/>
          <p:nvPr/>
        </p:nvCxnSpPr>
        <p:spPr>
          <a:xfrm flipV="1">
            <a:off x="13860000" y="9144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0" name="Connector 389"/>
          <p:cNvCxnSpPr/>
          <p:nvPr/>
        </p:nvCxnSpPr>
        <p:spPr>
          <a:xfrm>
            <a:off x="12060000" y="9144000"/>
            <a:ext cx="18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1" name="Connector 390"/>
          <p:cNvCxnSpPr/>
          <p:nvPr/>
        </p:nvCxnSpPr>
        <p:spPr>
          <a:xfrm flipV="1">
            <a:off x="12024000" y="910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2" name="Connector 391"/>
          <p:cNvCxnSpPr/>
          <p:nvPr/>
        </p:nvCxnSpPr>
        <p:spPr>
          <a:xfrm flipV="1">
            <a:off x="13824000" y="910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93" name="TextBox 392"/>
          <p:cNvSpPr txBox="1"/>
          <p:nvPr/>
        </p:nvSpPr>
        <p:spPr>
          <a:xfrm>
            <a:off x="12420000" y="8964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100</a:t>
            </a:r>
          </a:p>
        </p:txBody>
      </p:sp>
      <p:cxnSp>
        <p:nvCxnSpPr>
          <p:cNvPr id="394" name="Connector 393"/>
          <p:cNvCxnSpPr/>
          <p:nvPr/>
        </p:nvCxnSpPr>
        <p:spPr>
          <a:xfrm>
            <a:off x="13860000" y="9684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5" name="Connector 394"/>
          <p:cNvCxnSpPr/>
          <p:nvPr/>
        </p:nvCxnSpPr>
        <p:spPr>
          <a:xfrm>
            <a:off x="13932000" y="9684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6" name="Connector 395"/>
          <p:cNvCxnSpPr/>
          <p:nvPr/>
        </p:nvCxnSpPr>
        <p:spPr>
          <a:xfrm>
            <a:off x="13860000" y="9936000"/>
            <a:ext cx="72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7" name="Connector 396"/>
          <p:cNvCxnSpPr/>
          <p:nvPr/>
        </p:nvCxnSpPr>
        <p:spPr>
          <a:xfrm flipV="1">
            <a:off x="13824000" y="990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8" name="Connector 397"/>
          <p:cNvCxnSpPr/>
          <p:nvPr/>
        </p:nvCxnSpPr>
        <p:spPr>
          <a:xfrm flipV="1">
            <a:off x="13896000" y="990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99" name="TextBox 398"/>
          <p:cNvSpPr txBox="1"/>
          <p:nvPr/>
        </p:nvSpPr>
        <p:spPr>
          <a:xfrm>
            <a:off x="13356000" y="9756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</a:t>
            </a:r>
          </a:p>
        </p:txBody>
      </p:sp>
      <p:sp>
        <p:nvSpPr>
          <p:cNvPr id="400" name="TextBox 399"/>
          <p:cNvSpPr txBox="1"/>
          <p:nvPr/>
        </p:nvSpPr>
        <p:spPr>
          <a:xfrm>
            <a:off x="10800000" y="10152000"/>
            <a:ext cx="378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12 glass / 4 gap / 25 SHS · pivot fittings TBC #16</a:t>
            </a:r>
          </a:p>
        </p:txBody>
      </p:sp>
      <p:cxnSp>
        <p:nvCxnSpPr>
          <p:cNvPr id="401" name="LEADER:SIDE DISPLAY"/>
          <p:cNvCxnSpPr/>
          <p:nvPr/>
        </p:nvCxnSpPr>
        <p:spPr>
          <a:xfrm flipV="1">
            <a:off x="7515000" y="3780000"/>
            <a:ext cx="297000" cy="1368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LEADER:SIDE DISPLAY"/>
          <p:cNvCxnSpPr/>
          <p:nvPr/>
        </p:nvCxnSpPr>
        <p:spPr>
          <a:xfrm>
            <a:off x="7812000" y="3780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3" name="Oval 402"/>
          <p:cNvSpPr/>
          <p:nvPr/>
        </p:nvSpPr>
        <p:spPr>
          <a:xfrm>
            <a:off x="7497000" y="5130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ANNOTATION:SIDE DISPLAY title"/>
          <p:cNvSpPr txBox="1"/>
          <p:nvPr/>
        </p:nvSpPr>
        <p:spPr>
          <a:xfrm>
            <a:off x="8136000" y="3708000"/>
            <a:ext cx="2196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SIDE DISPLAY</a:t>
            </a:r>
          </a:p>
        </p:txBody>
      </p:sp>
      <p:sp>
        <p:nvSpPr>
          <p:cNvPr id="405" name="ANNOTATION:SIDE DISPLAY description"/>
          <p:cNvSpPr txBox="1"/>
          <p:nvPr/>
        </p:nvSpPr>
        <p:spPr>
          <a:xfrm>
            <a:off x="8136000" y="3996000"/>
            <a:ext cx="2196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250 deep shelving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25 × 25 main steel frame</a:t>
            </a:r>
          </a:p>
        </p:txBody>
      </p:sp>
      <p:cxnSp>
        <p:nvCxnSpPr>
          <p:cNvPr id="406" name="LEADER:COUNTER / STEEL FRAME"/>
          <p:cNvCxnSpPr/>
          <p:nvPr/>
        </p:nvCxnSpPr>
        <p:spPr>
          <a:xfrm>
            <a:off x="6300000" y="4788000"/>
            <a:ext cx="1512000" cy="540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LEADER:COUNTER / STEEL FRAME"/>
          <p:cNvCxnSpPr/>
          <p:nvPr/>
        </p:nvCxnSpPr>
        <p:spPr>
          <a:xfrm>
            <a:off x="7812000" y="5328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8" name="Oval 407"/>
          <p:cNvSpPr/>
          <p:nvPr/>
        </p:nvSpPr>
        <p:spPr>
          <a:xfrm>
            <a:off x="6282000" y="4770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ANNOTATION:COUNTER / STEEL FRAME title"/>
          <p:cNvSpPr txBox="1"/>
          <p:nvPr/>
        </p:nvSpPr>
        <p:spPr>
          <a:xfrm>
            <a:off x="8136000" y="5256000"/>
            <a:ext cx="2196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COUNTER / STEEL FRAME</a:t>
            </a:r>
          </a:p>
        </p:txBody>
      </p:sp>
      <p:sp>
        <p:nvSpPr>
          <p:cNvPr id="410" name="ANNOTATION:COUNTER / STEEL FRAME description"/>
          <p:cNvSpPr txBox="1"/>
          <p:nvPr/>
        </p:nvSpPr>
        <p:spPr>
          <a:xfrm>
            <a:off x="8136000" y="5544000"/>
            <a:ext cx="2196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1000 × 450 footprint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20 × 20 black steel</a:t>
            </a:r>
          </a:p>
        </p:txBody>
      </p:sp>
      <p:cxnSp>
        <p:nvCxnSpPr>
          <p:cNvPr id="411" name="LEADER:PIVOT GLASS DOOR"/>
          <p:cNvCxnSpPr/>
          <p:nvPr/>
        </p:nvCxnSpPr>
        <p:spPr>
          <a:xfrm>
            <a:off x="6570000" y="8568000"/>
            <a:ext cx="1278000" cy="108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LEADER:PIVOT GLASS DOOR"/>
          <p:cNvCxnSpPr/>
          <p:nvPr/>
        </p:nvCxnSpPr>
        <p:spPr>
          <a:xfrm flipH="1" flipV="1">
            <a:off x="7812000" y="8640000"/>
            <a:ext cx="36000" cy="36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LEADER:PIVOT GLASS DOOR"/>
          <p:cNvCxnSpPr/>
          <p:nvPr/>
        </p:nvCxnSpPr>
        <p:spPr>
          <a:xfrm>
            <a:off x="7812000" y="8640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4" name="Oval 413"/>
          <p:cNvSpPr/>
          <p:nvPr/>
        </p:nvSpPr>
        <p:spPr>
          <a:xfrm>
            <a:off x="6552000" y="8550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ANNOTATION:PIVOT GLASS DOOR title"/>
          <p:cNvSpPr txBox="1"/>
          <p:nvPr/>
        </p:nvSpPr>
        <p:spPr>
          <a:xfrm>
            <a:off x="8136000" y="8568000"/>
            <a:ext cx="2196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PIVOT GLASS DOOR</a:t>
            </a:r>
          </a:p>
        </p:txBody>
      </p:sp>
      <p:sp>
        <p:nvSpPr>
          <p:cNvPr id="416" name="ANNOTATION:PIVOT GLASS DOOR description"/>
          <p:cNvSpPr txBox="1"/>
          <p:nvPr/>
        </p:nvSpPr>
        <p:spPr>
          <a:xfrm>
            <a:off x="8136000" y="8856000"/>
            <a:ext cx="2196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1000-wide leaf · 12 glass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Inward opening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Ceiling / lighting coordination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Reflected ceiling plan · lighting, display footprints and dimensional coordination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19" name="GEOM:internal-envelope"/>
          <p:cNvSpPr/>
          <p:nvPr/>
        </p:nvSpPr>
        <p:spPr>
          <a:xfrm>
            <a:off x="2700000" y="2977199"/>
            <a:ext cx="4320000" cy="5590800"/>
          </a:xfrm>
          <a:prstGeom prst="rect">
            <a:avLst/>
          </a:prstGeom>
          <a:noFill/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00000" y="2977199"/>
            <a:ext cx="450000" cy="4780800"/>
          </a:xfrm>
          <a:prstGeom prst="rect">
            <a:avLst/>
          </a:prstGeom>
          <a:noFill/>
          <a:ln w="8890">
            <a:solidFill>
              <a:srgbClr val="B8B7AE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70000" y="2977199"/>
            <a:ext cx="450000" cy="4780800"/>
          </a:xfrm>
          <a:prstGeom prst="rect">
            <a:avLst/>
          </a:prstGeom>
          <a:noFill/>
          <a:ln w="8890">
            <a:solidFill>
              <a:srgbClr val="B8B7AE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00000" y="7758000"/>
            <a:ext cx="810000" cy="810000"/>
          </a:xfrm>
          <a:prstGeom prst="rect">
            <a:avLst/>
          </a:prstGeom>
          <a:noFill/>
          <a:ln w="8890">
            <a:solidFill>
              <a:srgbClr val="B8B7AE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0000" y="7758000"/>
            <a:ext cx="810000" cy="810000"/>
          </a:xfrm>
          <a:prstGeom prst="rect">
            <a:avLst/>
          </a:prstGeom>
          <a:noFill/>
          <a:ln w="8890">
            <a:solidFill>
              <a:srgbClr val="B8B7AE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60000" y="4687200"/>
            <a:ext cx="1800000" cy="810000"/>
          </a:xfrm>
          <a:prstGeom prst="rect">
            <a:avLst/>
          </a:prstGeom>
          <a:noFill/>
          <a:ln w="8890">
            <a:solidFill>
              <a:srgbClr val="B8B7AE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 flipV="1">
            <a:off x="3870000" y="3787199"/>
            <a:ext cx="0" cy="3970801"/>
          </a:xfrm>
          <a:prstGeom prst="line">
            <a:avLst/>
          </a:prstGeom>
          <a:ln w="25400">
            <a:solidFill>
              <a:srgbClr val="252725"/>
            </a:solidFill>
          </a:ln>
          <a:effectLst/>
        </p:spPr>
      </p:cxnSp>
      <p:sp>
        <p:nvSpPr>
          <p:cNvPr id="26" name="Rectangle 25"/>
          <p:cNvSpPr/>
          <p:nvPr/>
        </p:nvSpPr>
        <p:spPr>
          <a:xfrm>
            <a:off x="3819600" y="7380000"/>
            <a:ext cx="100800" cy="21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H="1" flipV="1">
            <a:off x="3636000" y="7308000"/>
            <a:ext cx="234000" cy="180000"/>
          </a:xfrm>
          <a:prstGeom prst="line">
            <a:avLst/>
          </a:prstGeom>
          <a:ln w="6350">
            <a:solidFill>
              <a:srgbClr val="9A825A"/>
            </a:solidFill>
          </a:ln>
          <a:effectLst/>
        </p:spPr>
      </p:cxnSp>
      <p:sp>
        <p:nvSpPr>
          <p:cNvPr id="28" name="Rectangle 27"/>
          <p:cNvSpPr/>
          <p:nvPr/>
        </p:nvSpPr>
        <p:spPr>
          <a:xfrm>
            <a:off x="3819600" y="6300000"/>
            <a:ext cx="100800" cy="21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 flipH="1" flipV="1">
            <a:off x="3636000" y="6228000"/>
            <a:ext cx="234000" cy="180000"/>
          </a:xfrm>
          <a:prstGeom prst="line">
            <a:avLst/>
          </a:prstGeom>
          <a:ln w="6350">
            <a:solidFill>
              <a:srgbClr val="9A825A"/>
            </a:solidFill>
          </a:ln>
          <a:effectLst/>
        </p:spPr>
      </p:cxnSp>
      <p:sp>
        <p:nvSpPr>
          <p:cNvPr id="30" name="Rectangle 29"/>
          <p:cNvSpPr/>
          <p:nvPr/>
        </p:nvSpPr>
        <p:spPr>
          <a:xfrm>
            <a:off x="3819600" y="5220000"/>
            <a:ext cx="100800" cy="21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H="1" flipV="1">
            <a:off x="3636000" y="5148000"/>
            <a:ext cx="234000" cy="180000"/>
          </a:xfrm>
          <a:prstGeom prst="line">
            <a:avLst/>
          </a:prstGeom>
          <a:ln w="6350">
            <a:solidFill>
              <a:srgbClr val="9A825A"/>
            </a:solidFill>
          </a:ln>
          <a:effectLst/>
        </p:spPr>
      </p:cxnSp>
      <p:sp>
        <p:nvSpPr>
          <p:cNvPr id="32" name="Rectangle 31"/>
          <p:cNvSpPr/>
          <p:nvPr/>
        </p:nvSpPr>
        <p:spPr>
          <a:xfrm>
            <a:off x="3819600" y="4140000"/>
            <a:ext cx="100800" cy="21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H="1" flipV="1">
            <a:off x="3636000" y="4068000"/>
            <a:ext cx="234000" cy="180000"/>
          </a:xfrm>
          <a:prstGeom prst="line">
            <a:avLst/>
          </a:prstGeom>
          <a:ln w="6350">
            <a:solidFill>
              <a:srgbClr val="9A825A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V="1">
            <a:off x="5850000" y="3787199"/>
            <a:ext cx="0" cy="3970801"/>
          </a:xfrm>
          <a:prstGeom prst="line">
            <a:avLst/>
          </a:prstGeom>
          <a:ln w="25400">
            <a:solidFill>
              <a:srgbClr val="252725"/>
            </a:solidFill>
          </a:ln>
          <a:effectLst/>
        </p:spPr>
      </p:cxnSp>
      <p:sp>
        <p:nvSpPr>
          <p:cNvPr id="35" name="Rectangle 34"/>
          <p:cNvSpPr/>
          <p:nvPr/>
        </p:nvSpPr>
        <p:spPr>
          <a:xfrm>
            <a:off x="5799600" y="7380000"/>
            <a:ext cx="100800" cy="21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 flipV="1">
            <a:off x="5850000" y="7308000"/>
            <a:ext cx="234000" cy="180000"/>
          </a:xfrm>
          <a:prstGeom prst="line">
            <a:avLst/>
          </a:prstGeom>
          <a:ln w="6350">
            <a:solidFill>
              <a:srgbClr val="9A825A"/>
            </a:solidFill>
          </a:ln>
          <a:effectLst/>
        </p:spPr>
      </p:cxnSp>
      <p:sp>
        <p:nvSpPr>
          <p:cNvPr id="37" name="Rectangle 36"/>
          <p:cNvSpPr/>
          <p:nvPr/>
        </p:nvSpPr>
        <p:spPr>
          <a:xfrm>
            <a:off x="5799600" y="6300000"/>
            <a:ext cx="100800" cy="21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 flipV="1">
            <a:off x="5850000" y="6228000"/>
            <a:ext cx="234000" cy="180000"/>
          </a:xfrm>
          <a:prstGeom prst="line">
            <a:avLst/>
          </a:prstGeom>
          <a:ln w="6350">
            <a:solidFill>
              <a:srgbClr val="9A825A"/>
            </a:solidFill>
          </a:ln>
          <a:effectLst/>
        </p:spPr>
      </p:cxnSp>
      <p:sp>
        <p:nvSpPr>
          <p:cNvPr id="39" name="Rectangle 38"/>
          <p:cNvSpPr/>
          <p:nvPr/>
        </p:nvSpPr>
        <p:spPr>
          <a:xfrm>
            <a:off x="5799600" y="5220000"/>
            <a:ext cx="100800" cy="21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 flipV="1">
            <a:off x="5850000" y="5148000"/>
            <a:ext cx="234000" cy="180000"/>
          </a:xfrm>
          <a:prstGeom prst="line">
            <a:avLst/>
          </a:prstGeom>
          <a:ln w="6350">
            <a:solidFill>
              <a:srgbClr val="9A825A"/>
            </a:solidFill>
          </a:ln>
          <a:effectLst/>
        </p:spPr>
      </p:cxnSp>
      <p:sp>
        <p:nvSpPr>
          <p:cNvPr id="41" name="Rectangle 40"/>
          <p:cNvSpPr/>
          <p:nvPr/>
        </p:nvSpPr>
        <p:spPr>
          <a:xfrm>
            <a:off x="5799600" y="4140000"/>
            <a:ext cx="100800" cy="21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5850000" y="4068000"/>
            <a:ext cx="234000" cy="180000"/>
          </a:xfrm>
          <a:prstGeom prst="line">
            <a:avLst/>
          </a:prstGeom>
          <a:ln w="6350">
            <a:solidFill>
              <a:srgbClr val="9A825A"/>
            </a:solidFill>
          </a:ln>
          <a:effectLst/>
        </p:spPr>
      </p:cxnSp>
      <p:sp>
        <p:nvSpPr>
          <p:cNvPr id="43" name="Oval 42"/>
          <p:cNvSpPr/>
          <p:nvPr/>
        </p:nvSpPr>
        <p:spPr>
          <a:xfrm>
            <a:off x="3898800" y="8101800"/>
            <a:ext cx="122400" cy="122400"/>
          </a:xfrm>
          <a:prstGeom prst="ellipse">
            <a:avLst/>
          </a:prstGeom>
          <a:noFill/>
          <a:ln w="8890">
            <a:solidFill>
              <a:srgbClr val="9A825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3870000" y="8163000"/>
            <a:ext cx="180000" cy="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sp>
        <p:nvSpPr>
          <p:cNvPr id="45" name="Oval 44"/>
          <p:cNvSpPr/>
          <p:nvPr/>
        </p:nvSpPr>
        <p:spPr>
          <a:xfrm>
            <a:off x="4798800" y="8101800"/>
            <a:ext cx="122400" cy="122400"/>
          </a:xfrm>
          <a:prstGeom prst="ellipse">
            <a:avLst/>
          </a:prstGeom>
          <a:noFill/>
          <a:ln w="8890">
            <a:solidFill>
              <a:srgbClr val="9A825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4770000" y="8163000"/>
            <a:ext cx="180000" cy="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sp>
        <p:nvSpPr>
          <p:cNvPr id="47" name="Oval 46"/>
          <p:cNvSpPr/>
          <p:nvPr/>
        </p:nvSpPr>
        <p:spPr>
          <a:xfrm>
            <a:off x="5698800" y="8101800"/>
            <a:ext cx="122400" cy="122400"/>
          </a:xfrm>
          <a:prstGeom prst="ellipse">
            <a:avLst/>
          </a:prstGeom>
          <a:noFill/>
          <a:ln w="8890">
            <a:solidFill>
              <a:srgbClr val="9A825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5670000" y="8163000"/>
            <a:ext cx="180000" cy="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cxnSp>
        <p:nvCxnSpPr>
          <p:cNvPr id="49" name="Connector 48"/>
          <p:cNvCxnSpPr/>
          <p:nvPr/>
        </p:nvCxnSpPr>
        <p:spPr>
          <a:xfrm flipV="1">
            <a:off x="3096000" y="2977199"/>
            <a:ext cx="0" cy="4780801"/>
          </a:xfrm>
          <a:prstGeom prst="line">
            <a:avLst/>
          </a:prstGeom>
          <a:ln w="12700">
            <a:solidFill>
              <a:srgbClr val="9A825A"/>
            </a:solidFill>
            <a:prstDash val="dash"/>
          </a:ln>
          <a:effectLst/>
        </p:spPr>
      </p:cxnSp>
      <p:cxnSp>
        <p:nvCxnSpPr>
          <p:cNvPr id="50" name="Connector 49"/>
          <p:cNvCxnSpPr/>
          <p:nvPr/>
        </p:nvCxnSpPr>
        <p:spPr>
          <a:xfrm flipV="1">
            <a:off x="6624000" y="2977199"/>
            <a:ext cx="0" cy="4780801"/>
          </a:xfrm>
          <a:prstGeom prst="line">
            <a:avLst/>
          </a:prstGeom>
          <a:ln w="12700">
            <a:solidFill>
              <a:srgbClr val="9A825A"/>
            </a:solidFill>
            <a:prstDash val="dash"/>
          </a:ln>
          <a:effectLst/>
        </p:spPr>
      </p:cxnSp>
      <p:cxnSp>
        <p:nvCxnSpPr>
          <p:cNvPr id="51" name="Connector 50"/>
          <p:cNvCxnSpPr/>
          <p:nvPr/>
        </p:nvCxnSpPr>
        <p:spPr>
          <a:xfrm flipV="1">
            <a:off x="2700000" y="2689199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 flipV="1">
            <a:off x="3870000" y="2689199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3" name="Connector 52"/>
          <p:cNvCxnSpPr/>
          <p:nvPr/>
        </p:nvCxnSpPr>
        <p:spPr>
          <a:xfrm>
            <a:off x="2700000" y="2689199"/>
            <a:ext cx="117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4" name="Connector 53"/>
          <p:cNvCxnSpPr/>
          <p:nvPr/>
        </p:nvCxnSpPr>
        <p:spPr>
          <a:xfrm flipV="1">
            <a:off x="2664000" y="2653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5" name="Connector 54"/>
          <p:cNvCxnSpPr/>
          <p:nvPr/>
        </p:nvCxnSpPr>
        <p:spPr>
          <a:xfrm flipV="1">
            <a:off x="3834000" y="2653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56" name="TextBox 55"/>
          <p:cNvSpPr txBox="1"/>
          <p:nvPr/>
        </p:nvSpPr>
        <p:spPr>
          <a:xfrm>
            <a:off x="2745000" y="2509199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650</a:t>
            </a:r>
          </a:p>
        </p:txBody>
      </p:sp>
      <p:cxnSp>
        <p:nvCxnSpPr>
          <p:cNvPr id="57" name="Connector 56"/>
          <p:cNvCxnSpPr/>
          <p:nvPr/>
        </p:nvCxnSpPr>
        <p:spPr>
          <a:xfrm flipV="1">
            <a:off x="3870000" y="2689199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8" name="Connector 57"/>
          <p:cNvCxnSpPr/>
          <p:nvPr/>
        </p:nvCxnSpPr>
        <p:spPr>
          <a:xfrm flipV="1">
            <a:off x="5850000" y="2689199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9" name="Connector 58"/>
          <p:cNvCxnSpPr/>
          <p:nvPr/>
        </p:nvCxnSpPr>
        <p:spPr>
          <a:xfrm>
            <a:off x="3870000" y="2689199"/>
            <a:ext cx="198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60" name="Connector 59"/>
          <p:cNvCxnSpPr/>
          <p:nvPr/>
        </p:nvCxnSpPr>
        <p:spPr>
          <a:xfrm flipV="1">
            <a:off x="3834000" y="2653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61" name="Connector 60"/>
          <p:cNvCxnSpPr/>
          <p:nvPr/>
        </p:nvCxnSpPr>
        <p:spPr>
          <a:xfrm flipV="1">
            <a:off x="5814000" y="2653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62" name="TextBox 61"/>
          <p:cNvSpPr txBox="1"/>
          <p:nvPr/>
        </p:nvSpPr>
        <p:spPr>
          <a:xfrm>
            <a:off x="4320000" y="2509199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1100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5850000" y="2689199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64" name="Connector 63"/>
          <p:cNvCxnSpPr/>
          <p:nvPr/>
        </p:nvCxnSpPr>
        <p:spPr>
          <a:xfrm flipV="1">
            <a:off x="7020000" y="2689199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65" name="Connector 64"/>
          <p:cNvCxnSpPr/>
          <p:nvPr/>
        </p:nvCxnSpPr>
        <p:spPr>
          <a:xfrm>
            <a:off x="5850000" y="2689199"/>
            <a:ext cx="117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66" name="Connector 65"/>
          <p:cNvCxnSpPr/>
          <p:nvPr/>
        </p:nvCxnSpPr>
        <p:spPr>
          <a:xfrm flipV="1">
            <a:off x="5814000" y="2653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67" name="Connector 66"/>
          <p:cNvCxnSpPr/>
          <p:nvPr/>
        </p:nvCxnSpPr>
        <p:spPr>
          <a:xfrm flipV="1">
            <a:off x="6984000" y="2653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68" name="TextBox 67"/>
          <p:cNvSpPr txBox="1"/>
          <p:nvPr/>
        </p:nvSpPr>
        <p:spPr>
          <a:xfrm>
            <a:off x="5895000" y="2509199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650</a:t>
            </a:r>
          </a:p>
        </p:txBody>
      </p:sp>
      <p:cxnSp>
        <p:nvCxnSpPr>
          <p:cNvPr id="69" name="Connector 68"/>
          <p:cNvCxnSpPr/>
          <p:nvPr/>
        </p:nvCxnSpPr>
        <p:spPr>
          <a:xfrm flipH="1">
            <a:off x="2160000" y="8568000"/>
            <a:ext cx="54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70" name="Connector 69"/>
          <p:cNvCxnSpPr/>
          <p:nvPr/>
        </p:nvCxnSpPr>
        <p:spPr>
          <a:xfrm flipH="1">
            <a:off x="2160000" y="2977199"/>
            <a:ext cx="54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71" name="Connector 70"/>
          <p:cNvCxnSpPr/>
          <p:nvPr/>
        </p:nvCxnSpPr>
        <p:spPr>
          <a:xfrm flipV="1">
            <a:off x="2160000" y="2977199"/>
            <a:ext cx="0" cy="5590801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72" name="Connector 71"/>
          <p:cNvCxnSpPr/>
          <p:nvPr/>
        </p:nvCxnSpPr>
        <p:spPr>
          <a:xfrm flipV="1">
            <a:off x="2124000" y="853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73" name="Connector 72"/>
          <p:cNvCxnSpPr/>
          <p:nvPr/>
        </p:nvCxnSpPr>
        <p:spPr>
          <a:xfrm flipV="1">
            <a:off x="2124000" y="2941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74" name="TextBox 73"/>
          <p:cNvSpPr txBox="1"/>
          <p:nvPr/>
        </p:nvSpPr>
        <p:spPr>
          <a:xfrm>
            <a:off x="1728000" y="57726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3106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3870000" y="7758000"/>
            <a:ext cx="36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76" name="Connector 75"/>
          <p:cNvCxnSpPr/>
          <p:nvPr/>
        </p:nvCxnSpPr>
        <p:spPr>
          <a:xfrm>
            <a:off x="3870000" y="3787199"/>
            <a:ext cx="36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77" name="Connector 76"/>
          <p:cNvCxnSpPr/>
          <p:nvPr/>
        </p:nvCxnSpPr>
        <p:spPr>
          <a:xfrm flipV="1">
            <a:off x="4230000" y="3787199"/>
            <a:ext cx="0" cy="3970801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78" name="Connector 77"/>
          <p:cNvCxnSpPr/>
          <p:nvPr/>
        </p:nvCxnSpPr>
        <p:spPr>
          <a:xfrm flipV="1">
            <a:off x="4194000" y="772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79" name="Connector 78"/>
          <p:cNvCxnSpPr/>
          <p:nvPr/>
        </p:nvCxnSpPr>
        <p:spPr>
          <a:xfrm flipV="1">
            <a:off x="4194000" y="3751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80" name="TextBox 79"/>
          <p:cNvSpPr txBox="1"/>
          <p:nvPr/>
        </p:nvSpPr>
        <p:spPr>
          <a:xfrm>
            <a:off x="3798000" y="57726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2206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2700000" y="8568000"/>
            <a:ext cx="0" cy="50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82" name="Connector 81"/>
          <p:cNvCxnSpPr/>
          <p:nvPr/>
        </p:nvCxnSpPr>
        <p:spPr>
          <a:xfrm>
            <a:off x="7020000" y="8568000"/>
            <a:ext cx="0" cy="50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83" name="Connector 82"/>
          <p:cNvCxnSpPr/>
          <p:nvPr/>
        </p:nvCxnSpPr>
        <p:spPr>
          <a:xfrm>
            <a:off x="2700000" y="9072000"/>
            <a:ext cx="43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84" name="Connector 83"/>
          <p:cNvCxnSpPr/>
          <p:nvPr/>
        </p:nvCxnSpPr>
        <p:spPr>
          <a:xfrm flipV="1">
            <a:off x="2664000" y="90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85" name="Connector 84"/>
          <p:cNvCxnSpPr/>
          <p:nvPr/>
        </p:nvCxnSpPr>
        <p:spPr>
          <a:xfrm flipV="1">
            <a:off x="6984000" y="90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86" name="TextBox 85"/>
          <p:cNvSpPr txBox="1"/>
          <p:nvPr/>
        </p:nvSpPr>
        <p:spPr>
          <a:xfrm>
            <a:off x="4320000" y="8892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2400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2700000" y="9522000"/>
            <a:ext cx="1800000" cy="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99" name="Connector 98"/>
          <p:cNvCxnSpPr/>
          <p:nvPr/>
        </p:nvCxnSpPr>
        <p:spPr>
          <a:xfrm>
            <a:off x="2700000" y="948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100" name="Connector 99"/>
          <p:cNvCxnSpPr/>
          <p:nvPr/>
        </p:nvCxnSpPr>
        <p:spPr>
          <a:xfrm>
            <a:off x="3600000" y="948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101" name="Connector 100"/>
          <p:cNvCxnSpPr/>
          <p:nvPr/>
        </p:nvCxnSpPr>
        <p:spPr>
          <a:xfrm>
            <a:off x="4500000" y="948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102" name="TextBox 101"/>
          <p:cNvSpPr txBox="1"/>
          <p:nvPr/>
        </p:nvSpPr>
        <p:spPr>
          <a:xfrm>
            <a:off x="2700000" y="9594000"/>
            <a:ext cx="234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0                         1000 mm   |   1:20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800000" y="2052000"/>
            <a:ext cx="378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UNIT HEAD / CEILING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800000" y="2340000"/>
            <a:ext cx="378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SECTION 1:5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1160000" y="3060000"/>
            <a:ext cx="180000" cy="28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1171520" y="3240000"/>
            <a:ext cx="156960" cy="270000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2780000" y="3060000"/>
            <a:ext cx="180000" cy="28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2791520" y="3240000"/>
            <a:ext cx="156960" cy="270000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1160000" y="3060000"/>
            <a:ext cx="1800000" cy="1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1340000" y="3071519"/>
            <a:ext cx="1440000" cy="15696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1160000" y="5918400"/>
            <a:ext cx="1800000" cy="216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2938400" y="5918400"/>
            <a:ext cx="21600" cy="1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1268000" y="5940000"/>
            <a:ext cx="144000" cy="144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1279520" y="5951520"/>
            <a:ext cx="120960" cy="12096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>
            <a:off x="11052000" y="3060000"/>
            <a:ext cx="216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16" name="Connector 115"/>
          <p:cNvCxnSpPr/>
          <p:nvPr/>
        </p:nvCxnSpPr>
        <p:spPr>
          <a:xfrm flipV="1">
            <a:off x="12866400" y="5796000"/>
            <a:ext cx="0" cy="144000"/>
          </a:xfrm>
          <a:prstGeom prst="line">
            <a:avLst/>
          </a:prstGeom>
          <a:ln w="5080">
            <a:solidFill>
              <a:srgbClr val="AAA79F"/>
            </a:solidFill>
          </a:ln>
          <a:effectLst/>
        </p:spPr>
      </p:cxnSp>
      <p:cxnSp>
        <p:nvCxnSpPr>
          <p:cNvPr id="117" name="Connector 116"/>
          <p:cNvCxnSpPr/>
          <p:nvPr/>
        </p:nvCxnSpPr>
        <p:spPr>
          <a:xfrm flipV="1">
            <a:off x="12866400" y="5508000"/>
            <a:ext cx="0" cy="144000"/>
          </a:xfrm>
          <a:prstGeom prst="line">
            <a:avLst/>
          </a:prstGeom>
          <a:ln w="5080">
            <a:solidFill>
              <a:srgbClr val="AAA79F"/>
            </a:solidFill>
          </a:ln>
          <a:effectLst/>
        </p:spPr>
      </p:cxnSp>
      <p:cxnSp>
        <p:nvCxnSpPr>
          <p:cNvPr id="118" name="Connector 117"/>
          <p:cNvCxnSpPr/>
          <p:nvPr/>
        </p:nvCxnSpPr>
        <p:spPr>
          <a:xfrm flipV="1">
            <a:off x="12866400" y="5220000"/>
            <a:ext cx="0" cy="144000"/>
          </a:xfrm>
          <a:prstGeom prst="line">
            <a:avLst/>
          </a:prstGeom>
          <a:ln w="5080">
            <a:solidFill>
              <a:srgbClr val="AAA79F"/>
            </a:solidFill>
          </a:ln>
          <a:effectLst/>
        </p:spPr>
      </p:cxnSp>
      <p:cxnSp>
        <p:nvCxnSpPr>
          <p:cNvPr id="119" name="Connector 118"/>
          <p:cNvCxnSpPr/>
          <p:nvPr/>
        </p:nvCxnSpPr>
        <p:spPr>
          <a:xfrm flipV="1">
            <a:off x="12866400" y="4932000"/>
            <a:ext cx="0" cy="144000"/>
          </a:xfrm>
          <a:prstGeom prst="line">
            <a:avLst/>
          </a:prstGeom>
          <a:ln w="5080">
            <a:solidFill>
              <a:srgbClr val="AAA79F"/>
            </a:solidFill>
          </a:ln>
          <a:effectLst/>
        </p:spPr>
      </p:cxnSp>
      <p:cxnSp>
        <p:nvCxnSpPr>
          <p:cNvPr id="120" name="Connector 119"/>
          <p:cNvCxnSpPr/>
          <p:nvPr/>
        </p:nvCxnSpPr>
        <p:spPr>
          <a:xfrm flipV="1">
            <a:off x="12866400" y="4644000"/>
            <a:ext cx="0" cy="144000"/>
          </a:xfrm>
          <a:prstGeom prst="line">
            <a:avLst/>
          </a:prstGeom>
          <a:ln w="5080">
            <a:solidFill>
              <a:srgbClr val="AAA79F"/>
            </a:solidFill>
          </a:ln>
          <a:effectLst/>
        </p:spPr>
      </p:cxnSp>
      <p:cxnSp>
        <p:nvCxnSpPr>
          <p:cNvPr id="121" name="Connector 120"/>
          <p:cNvCxnSpPr/>
          <p:nvPr/>
        </p:nvCxnSpPr>
        <p:spPr>
          <a:xfrm flipV="1">
            <a:off x="12866400" y="4356000"/>
            <a:ext cx="0" cy="144000"/>
          </a:xfrm>
          <a:prstGeom prst="line">
            <a:avLst/>
          </a:prstGeom>
          <a:ln w="5080">
            <a:solidFill>
              <a:srgbClr val="AAA79F"/>
            </a:solidFill>
          </a:ln>
          <a:effectLst/>
        </p:spPr>
      </p:cxnSp>
      <p:cxnSp>
        <p:nvCxnSpPr>
          <p:cNvPr id="122" name="Connector 121"/>
          <p:cNvCxnSpPr/>
          <p:nvPr/>
        </p:nvCxnSpPr>
        <p:spPr>
          <a:xfrm flipV="1">
            <a:off x="12866400" y="4068000"/>
            <a:ext cx="0" cy="144000"/>
          </a:xfrm>
          <a:prstGeom prst="line">
            <a:avLst/>
          </a:prstGeom>
          <a:ln w="5080">
            <a:solidFill>
              <a:srgbClr val="AAA79F"/>
            </a:solidFill>
          </a:ln>
          <a:effectLst/>
        </p:spPr>
      </p:cxnSp>
      <p:cxnSp>
        <p:nvCxnSpPr>
          <p:cNvPr id="123" name="Connector 122"/>
          <p:cNvCxnSpPr/>
          <p:nvPr/>
        </p:nvCxnSpPr>
        <p:spPr>
          <a:xfrm flipV="1">
            <a:off x="12866400" y="3780000"/>
            <a:ext cx="0" cy="144000"/>
          </a:xfrm>
          <a:prstGeom prst="line">
            <a:avLst/>
          </a:prstGeom>
          <a:ln w="5080">
            <a:solidFill>
              <a:srgbClr val="AAA79F"/>
            </a:solidFill>
          </a:ln>
          <a:effectLst/>
        </p:spPr>
      </p:cxnSp>
      <p:cxnSp>
        <p:nvCxnSpPr>
          <p:cNvPr id="124" name="Connector 123"/>
          <p:cNvCxnSpPr/>
          <p:nvPr/>
        </p:nvCxnSpPr>
        <p:spPr>
          <a:xfrm flipV="1">
            <a:off x="12866400" y="3492000"/>
            <a:ext cx="0" cy="144000"/>
          </a:xfrm>
          <a:prstGeom prst="line">
            <a:avLst/>
          </a:prstGeom>
          <a:ln w="5080">
            <a:solidFill>
              <a:srgbClr val="AAA79F"/>
            </a:solidFill>
          </a:ln>
          <a:effectLst/>
        </p:spPr>
      </p:cxnSp>
      <p:cxnSp>
        <p:nvCxnSpPr>
          <p:cNvPr id="125" name="Connector 124"/>
          <p:cNvCxnSpPr/>
          <p:nvPr/>
        </p:nvCxnSpPr>
        <p:spPr>
          <a:xfrm flipV="1">
            <a:off x="12866400" y="3204000"/>
            <a:ext cx="0" cy="144000"/>
          </a:xfrm>
          <a:prstGeom prst="line">
            <a:avLst/>
          </a:prstGeom>
          <a:ln w="5080">
            <a:solidFill>
              <a:srgbClr val="AAA79F"/>
            </a:solidFill>
          </a:ln>
          <a:effectLst/>
        </p:spPr>
      </p:cxnSp>
      <p:cxnSp>
        <p:nvCxnSpPr>
          <p:cNvPr id="126" name="Connector 125"/>
          <p:cNvCxnSpPr/>
          <p:nvPr/>
        </p:nvCxnSpPr>
        <p:spPr>
          <a:xfrm flipV="1">
            <a:off x="11160000" y="2736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27" name="Connector 126"/>
          <p:cNvCxnSpPr/>
          <p:nvPr/>
        </p:nvCxnSpPr>
        <p:spPr>
          <a:xfrm flipV="1">
            <a:off x="12960000" y="2736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28" name="Connector 127"/>
          <p:cNvCxnSpPr/>
          <p:nvPr/>
        </p:nvCxnSpPr>
        <p:spPr>
          <a:xfrm>
            <a:off x="11160000" y="2736000"/>
            <a:ext cx="18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29" name="Connector 128"/>
          <p:cNvCxnSpPr/>
          <p:nvPr/>
        </p:nvCxnSpPr>
        <p:spPr>
          <a:xfrm flipV="1">
            <a:off x="11124000" y="270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30" name="Connector 129"/>
          <p:cNvCxnSpPr/>
          <p:nvPr/>
        </p:nvCxnSpPr>
        <p:spPr>
          <a:xfrm flipV="1">
            <a:off x="12924000" y="270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31" name="TextBox 130"/>
          <p:cNvSpPr txBox="1"/>
          <p:nvPr/>
        </p:nvSpPr>
        <p:spPr>
          <a:xfrm>
            <a:off x="11520000" y="2556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12960000" y="5940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33" name="Connector 132"/>
          <p:cNvCxnSpPr/>
          <p:nvPr/>
        </p:nvCxnSpPr>
        <p:spPr>
          <a:xfrm>
            <a:off x="12960000" y="3060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34" name="Connector 133"/>
          <p:cNvCxnSpPr/>
          <p:nvPr/>
        </p:nvCxnSpPr>
        <p:spPr>
          <a:xfrm flipV="1">
            <a:off x="13284000" y="3060000"/>
            <a:ext cx="0" cy="288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35" name="Connector 134"/>
          <p:cNvCxnSpPr/>
          <p:nvPr/>
        </p:nvCxnSpPr>
        <p:spPr>
          <a:xfrm flipV="1">
            <a:off x="13248000" y="590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36" name="Connector 135"/>
          <p:cNvCxnSpPr/>
          <p:nvPr/>
        </p:nvCxnSpPr>
        <p:spPr>
          <a:xfrm flipV="1">
            <a:off x="13248000" y="302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37" name="TextBox 136"/>
          <p:cNvSpPr txBox="1"/>
          <p:nvPr/>
        </p:nvSpPr>
        <p:spPr>
          <a:xfrm>
            <a:off x="12852000" y="4500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800000" y="6480000"/>
            <a:ext cx="3780000" cy="82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2600 ceiling / frame datum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Mesh zone 2200–2600 at front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Wall fixings TBC #16; no gypsum fixing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224000" y="7920000"/>
            <a:ext cx="4536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FOLDED TRAY / LIGHT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224000" y="8208000"/>
            <a:ext cx="4536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SECTION 1:2</a:t>
            </a:r>
          </a:p>
        </p:txBody>
      </p:sp>
      <p:sp>
        <p:nvSpPr>
          <p:cNvPr id="141" name="GEOM:active-tray"/>
          <p:cNvSpPr/>
          <p:nvPr/>
        </p:nvSpPr>
        <p:spPr>
          <a:xfrm>
            <a:off x="10224000" y="9306000"/>
            <a:ext cx="4500000" cy="54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4670000" y="9306000"/>
            <a:ext cx="54000" cy="45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GEOM:active-support"/>
          <p:cNvSpPr/>
          <p:nvPr/>
        </p:nvSpPr>
        <p:spPr>
          <a:xfrm>
            <a:off x="10494000" y="9360000"/>
            <a:ext cx="360000" cy="36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0522800" y="9388800"/>
            <a:ext cx="302400" cy="30240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5" name="Connector 144"/>
          <p:cNvCxnSpPr/>
          <p:nvPr/>
        </p:nvCxnSpPr>
        <p:spPr>
          <a:xfrm>
            <a:off x="14364000" y="9540000"/>
            <a:ext cx="270000" cy="0"/>
          </a:xfrm>
          <a:prstGeom prst="line">
            <a:avLst/>
          </a:prstGeom>
          <a:ln w="16510">
            <a:solidFill>
              <a:srgbClr val="9A825A"/>
            </a:solidFill>
          </a:ln>
          <a:effectLst/>
        </p:spPr>
      </p:cxnSp>
      <p:cxnSp>
        <p:nvCxnSpPr>
          <p:cNvPr id="146" name="Connector 145"/>
          <p:cNvCxnSpPr/>
          <p:nvPr/>
        </p:nvCxnSpPr>
        <p:spPr>
          <a:xfrm flipV="1">
            <a:off x="10224000" y="8982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47" name="Connector 146"/>
          <p:cNvCxnSpPr/>
          <p:nvPr/>
        </p:nvCxnSpPr>
        <p:spPr>
          <a:xfrm flipV="1">
            <a:off x="14724000" y="8982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48" name="Connector 147"/>
          <p:cNvCxnSpPr/>
          <p:nvPr/>
        </p:nvCxnSpPr>
        <p:spPr>
          <a:xfrm>
            <a:off x="10224000" y="8982000"/>
            <a:ext cx="45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49" name="Connector 148"/>
          <p:cNvCxnSpPr/>
          <p:nvPr/>
        </p:nvCxnSpPr>
        <p:spPr>
          <a:xfrm flipV="1">
            <a:off x="10188000" y="894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50" name="Connector 149"/>
          <p:cNvCxnSpPr/>
          <p:nvPr/>
        </p:nvCxnSpPr>
        <p:spPr>
          <a:xfrm flipV="1">
            <a:off x="14688000" y="894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51" name="TextBox 150"/>
          <p:cNvSpPr txBox="1"/>
          <p:nvPr/>
        </p:nvSpPr>
        <p:spPr>
          <a:xfrm>
            <a:off x="11934000" y="8802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224000" y="9936000"/>
            <a:ext cx="4500000" cy="72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3 mm folded tray · 25 front downstand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20 × 20 × 1.6 support · LED profile TBC #16</a:t>
            </a:r>
          </a:p>
        </p:txBody>
      </p:sp>
      <p:cxnSp>
        <p:nvCxnSpPr>
          <p:cNvPr id="153" name="LEADER:BLACK CEILING TRACK"/>
          <p:cNvCxnSpPr/>
          <p:nvPr/>
        </p:nvCxnSpPr>
        <p:spPr>
          <a:xfrm flipV="1">
            <a:off x="5850000" y="4104000"/>
            <a:ext cx="1494000" cy="684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LEADER:BLACK CEILING TRACK"/>
          <p:cNvCxnSpPr/>
          <p:nvPr/>
        </p:nvCxnSpPr>
        <p:spPr>
          <a:xfrm>
            <a:off x="7344000" y="4104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Oval 154"/>
          <p:cNvSpPr/>
          <p:nvPr/>
        </p:nvSpPr>
        <p:spPr>
          <a:xfrm>
            <a:off x="5832000" y="4770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ANNOTATION:BLACK CEILING TRACK title"/>
          <p:cNvSpPr txBox="1"/>
          <p:nvPr/>
        </p:nvSpPr>
        <p:spPr>
          <a:xfrm>
            <a:off x="7668000" y="4032000"/>
            <a:ext cx="2376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BLACK CEILING TRACK</a:t>
            </a:r>
          </a:p>
        </p:txBody>
      </p:sp>
      <p:sp>
        <p:nvSpPr>
          <p:cNvPr id="157" name="ANNOTATION:BLACK CEILING TRACK description"/>
          <p:cNvSpPr txBox="1"/>
          <p:nvPr/>
        </p:nvSpPr>
        <p:spPr>
          <a:xfrm>
            <a:off x="7668000" y="4320000"/>
            <a:ext cx="2376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Adjustable spot heads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3000 K warm white</a:t>
            </a:r>
          </a:p>
        </p:txBody>
      </p:sp>
      <p:cxnSp>
        <p:nvCxnSpPr>
          <p:cNvPr id="158" name="LEADER:CONCEALED SHELF LIGHT"/>
          <p:cNvCxnSpPr/>
          <p:nvPr/>
        </p:nvCxnSpPr>
        <p:spPr>
          <a:xfrm flipV="1">
            <a:off x="6624000" y="5688000"/>
            <a:ext cx="720000" cy="270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LEADER:CONCEALED SHELF LIGHT"/>
          <p:cNvCxnSpPr/>
          <p:nvPr/>
        </p:nvCxnSpPr>
        <p:spPr>
          <a:xfrm>
            <a:off x="7344000" y="5688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Oval 159"/>
          <p:cNvSpPr/>
          <p:nvPr/>
        </p:nvSpPr>
        <p:spPr>
          <a:xfrm>
            <a:off x="6606000" y="5940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ANNOTATION:CONCEALED SHELF LIGHT title"/>
          <p:cNvSpPr txBox="1"/>
          <p:nvPr/>
        </p:nvSpPr>
        <p:spPr>
          <a:xfrm>
            <a:off x="7668000" y="5616000"/>
            <a:ext cx="2376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CONCEALED SHELF LIGHT</a:t>
            </a:r>
          </a:p>
        </p:txBody>
      </p:sp>
      <p:sp>
        <p:nvSpPr>
          <p:cNvPr id="162" name="ANNOTATION:CONCEALED SHELF LIGHT description"/>
          <p:cNvSpPr txBox="1"/>
          <p:nvPr/>
        </p:nvSpPr>
        <p:spPr>
          <a:xfrm>
            <a:off x="7668000" y="5904000"/>
            <a:ext cx="2376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LEDs below shelving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Shown dashed in ceiling plan</a:t>
            </a:r>
          </a:p>
        </p:txBody>
      </p:sp>
      <p:cxnSp>
        <p:nvCxnSpPr>
          <p:cNvPr id="163" name="LEADER:ENTRANCE DOWNLIGHTS"/>
          <p:cNvCxnSpPr/>
          <p:nvPr/>
        </p:nvCxnSpPr>
        <p:spPr>
          <a:xfrm>
            <a:off x="5760000" y="8163000"/>
            <a:ext cx="1584000" cy="45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LEADER:ENTRANCE DOWNLIGHTS"/>
          <p:cNvCxnSpPr/>
          <p:nvPr/>
        </p:nvCxnSpPr>
        <p:spPr>
          <a:xfrm>
            <a:off x="7344000" y="8208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Oval 164"/>
          <p:cNvSpPr/>
          <p:nvPr/>
        </p:nvSpPr>
        <p:spPr>
          <a:xfrm>
            <a:off x="5742000" y="8145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ANNOTATION:ENTRANCE DOWNLIGHTS title"/>
          <p:cNvSpPr txBox="1"/>
          <p:nvPr/>
        </p:nvSpPr>
        <p:spPr>
          <a:xfrm>
            <a:off x="7668000" y="8136000"/>
            <a:ext cx="2376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ENTRANCE DOWNLIGHTS</a:t>
            </a:r>
          </a:p>
        </p:txBody>
      </p:sp>
      <p:sp>
        <p:nvSpPr>
          <p:cNvPr id="167" name="ANNOTATION:ENTRANCE DOWNLIGHTS description"/>
          <p:cNvSpPr txBox="1"/>
          <p:nvPr/>
        </p:nvSpPr>
        <p:spPr>
          <a:xfrm>
            <a:off x="7668000" y="8424000"/>
            <a:ext cx="2376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Three approved positions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Final aiming on site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Storefront / external elevation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Developed storefront · street-facing displays, glazed entrance and halo-lit brand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19" name="GEOM:storefront-envelope"/>
          <p:cNvSpPr/>
          <p:nvPr/>
        </p:nvSpPr>
        <p:spPr>
          <a:xfrm>
            <a:off x="2340000" y="2772000"/>
            <a:ext cx="4320000" cy="5760000"/>
          </a:xfrm>
          <a:prstGeom prst="rect">
            <a:avLst/>
          </a:prstGeom>
          <a:noFill/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40000" y="2772000"/>
            <a:ext cx="4320000" cy="108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0" y="2904321"/>
            <a:ext cx="1800000" cy="815357"/>
          </a:xfrm>
          <a:prstGeom prst="rect">
            <a:avLst/>
          </a:prstGeom>
          <a:effectLst/>
        </p:spPr>
      </p:pic>
      <p:sp>
        <p:nvSpPr>
          <p:cNvPr id="22" name="Rectangle 21"/>
          <p:cNvSpPr/>
          <p:nvPr/>
        </p:nvSpPr>
        <p:spPr>
          <a:xfrm>
            <a:off x="3150000" y="7452000"/>
            <a:ext cx="540000" cy="1080000"/>
          </a:xfrm>
          <a:prstGeom prst="rect">
            <a:avLst/>
          </a:prstGeom>
          <a:noFill/>
          <a:ln w="8890">
            <a:solidFill>
              <a:srgbClr val="D7D0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150000" y="745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3150000" y="673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3150000" y="601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3150000" y="529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3150000" y="457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sp>
        <p:nvSpPr>
          <p:cNvPr id="28" name="Rectangle 27"/>
          <p:cNvSpPr/>
          <p:nvPr/>
        </p:nvSpPr>
        <p:spPr>
          <a:xfrm>
            <a:off x="5310000" y="7452000"/>
            <a:ext cx="540000" cy="1080000"/>
          </a:xfrm>
          <a:prstGeom prst="rect">
            <a:avLst/>
          </a:prstGeom>
          <a:noFill/>
          <a:ln w="8890">
            <a:solidFill>
              <a:srgbClr val="D7D0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10000" y="745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5310000" y="673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5310000" y="601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5310000" y="529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5310000" y="457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sp>
        <p:nvSpPr>
          <p:cNvPr id="34" name="Rectangle 33"/>
          <p:cNvSpPr/>
          <p:nvPr/>
        </p:nvSpPr>
        <p:spPr>
          <a:xfrm>
            <a:off x="3600000" y="6912000"/>
            <a:ext cx="1800000" cy="1620000"/>
          </a:xfrm>
          <a:prstGeom prst="rect">
            <a:avLst/>
          </a:prstGeom>
          <a:noFill/>
          <a:ln w="8890">
            <a:solidFill>
              <a:srgbClr val="D7D0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40000" y="3852000"/>
            <a:ext cx="810000" cy="4680000"/>
          </a:xfrm>
          <a:prstGeom prst="rect">
            <a:avLst/>
          </a:prstGeom>
          <a:solidFill>
            <a:srgbClr val="E8DFCF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340000" y="3852000"/>
            <a:ext cx="810000" cy="720000"/>
          </a:xfrm>
          <a:prstGeom prst="rect">
            <a:avLst/>
          </a:prstGeom>
          <a:solidFill>
            <a:srgbClr val="B6AD9A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2340000" y="3852000"/>
            <a:ext cx="36000" cy="7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>
            <a:off x="2340000" y="4500000"/>
            <a:ext cx="36000" cy="7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 flipV="1">
            <a:off x="2340000" y="3852000"/>
            <a:ext cx="72000" cy="14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>
            <a:off x="2340000" y="4428000"/>
            <a:ext cx="72000" cy="14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 flipV="1">
            <a:off x="2340000" y="3852000"/>
            <a:ext cx="108000" cy="21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2" name="Connector 41"/>
          <p:cNvCxnSpPr/>
          <p:nvPr/>
        </p:nvCxnSpPr>
        <p:spPr>
          <a:xfrm>
            <a:off x="2340000" y="4356000"/>
            <a:ext cx="108000" cy="21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3" name="Connector 42"/>
          <p:cNvCxnSpPr/>
          <p:nvPr/>
        </p:nvCxnSpPr>
        <p:spPr>
          <a:xfrm flipV="1">
            <a:off x="2340000" y="3852000"/>
            <a:ext cx="144000" cy="2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4" name="Connector 43"/>
          <p:cNvCxnSpPr/>
          <p:nvPr/>
        </p:nvCxnSpPr>
        <p:spPr>
          <a:xfrm>
            <a:off x="2340000" y="4284000"/>
            <a:ext cx="144000" cy="2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5" name="Connector 44"/>
          <p:cNvCxnSpPr/>
          <p:nvPr/>
        </p:nvCxnSpPr>
        <p:spPr>
          <a:xfrm flipV="1">
            <a:off x="2340000" y="3852000"/>
            <a:ext cx="180000" cy="36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6" name="Connector 45"/>
          <p:cNvCxnSpPr/>
          <p:nvPr/>
        </p:nvCxnSpPr>
        <p:spPr>
          <a:xfrm>
            <a:off x="2340000" y="4212000"/>
            <a:ext cx="180000" cy="36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7" name="Connector 46"/>
          <p:cNvCxnSpPr/>
          <p:nvPr/>
        </p:nvCxnSpPr>
        <p:spPr>
          <a:xfrm flipV="1">
            <a:off x="2340000" y="3852000"/>
            <a:ext cx="216000" cy="43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8" name="Connector 47"/>
          <p:cNvCxnSpPr/>
          <p:nvPr/>
        </p:nvCxnSpPr>
        <p:spPr>
          <a:xfrm>
            <a:off x="2340000" y="4140000"/>
            <a:ext cx="216000" cy="43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9" name="Connector 48"/>
          <p:cNvCxnSpPr/>
          <p:nvPr/>
        </p:nvCxnSpPr>
        <p:spPr>
          <a:xfrm flipV="1">
            <a:off x="2340000" y="3852000"/>
            <a:ext cx="252000" cy="50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0" name="Connector 49"/>
          <p:cNvCxnSpPr/>
          <p:nvPr/>
        </p:nvCxnSpPr>
        <p:spPr>
          <a:xfrm>
            <a:off x="2340000" y="4068000"/>
            <a:ext cx="252000" cy="50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1" name="Connector 50"/>
          <p:cNvCxnSpPr/>
          <p:nvPr/>
        </p:nvCxnSpPr>
        <p:spPr>
          <a:xfrm flipV="1">
            <a:off x="2340000" y="3852000"/>
            <a:ext cx="288000" cy="57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>
            <a:off x="2340000" y="3996000"/>
            <a:ext cx="288000" cy="57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3" name="Connector 52"/>
          <p:cNvCxnSpPr/>
          <p:nvPr/>
        </p:nvCxnSpPr>
        <p:spPr>
          <a:xfrm flipV="1">
            <a:off x="2340000" y="3852000"/>
            <a:ext cx="324000" cy="64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4" name="Connector 53"/>
          <p:cNvCxnSpPr/>
          <p:nvPr/>
        </p:nvCxnSpPr>
        <p:spPr>
          <a:xfrm>
            <a:off x="2340000" y="3924000"/>
            <a:ext cx="324000" cy="64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5" name="Connector 54"/>
          <p:cNvCxnSpPr/>
          <p:nvPr/>
        </p:nvCxnSpPr>
        <p:spPr>
          <a:xfrm flipV="1">
            <a:off x="234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6" name="Connector 55"/>
          <p:cNvCxnSpPr/>
          <p:nvPr/>
        </p:nvCxnSpPr>
        <p:spPr>
          <a:xfrm>
            <a:off x="234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7" name="Connector 56"/>
          <p:cNvCxnSpPr/>
          <p:nvPr/>
        </p:nvCxnSpPr>
        <p:spPr>
          <a:xfrm flipV="1">
            <a:off x="237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8" name="Connector 57"/>
          <p:cNvCxnSpPr/>
          <p:nvPr/>
        </p:nvCxnSpPr>
        <p:spPr>
          <a:xfrm>
            <a:off x="237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9" name="Connector 58"/>
          <p:cNvCxnSpPr/>
          <p:nvPr/>
        </p:nvCxnSpPr>
        <p:spPr>
          <a:xfrm flipV="1">
            <a:off x="241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0" name="Connector 59"/>
          <p:cNvCxnSpPr/>
          <p:nvPr/>
        </p:nvCxnSpPr>
        <p:spPr>
          <a:xfrm>
            <a:off x="241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1" name="Connector 60"/>
          <p:cNvCxnSpPr/>
          <p:nvPr/>
        </p:nvCxnSpPr>
        <p:spPr>
          <a:xfrm flipV="1">
            <a:off x="2448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2" name="Connector 61"/>
          <p:cNvCxnSpPr/>
          <p:nvPr/>
        </p:nvCxnSpPr>
        <p:spPr>
          <a:xfrm>
            <a:off x="2448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3" name="Connector 62"/>
          <p:cNvCxnSpPr/>
          <p:nvPr/>
        </p:nvCxnSpPr>
        <p:spPr>
          <a:xfrm flipV="1">
            <a:off x="2484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4" name="Connector 63"/>
          <p:cNvCxnSpPr/>
          <p:nvPr/>
        </p:nvCxnSpPr>
        <p:spPr>
          <a:xfrm>
            <a:off x="2484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5" name="Connector 64"/>
          <p:cNvCxnSpPr/>
          <p:nvPr/>
        </p:nvCxnSpPr>
        <p:spPr>
          <a:xfrm flipV="1">
            <a:off x="252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6" name="Connector 65"/>
          <p:cNvCxnSpPr/>
          <p:nvPr/>
        </p:nvCxnSpPr>
        <p:spPr>
          <a:xfrm>
            <a:off x="252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7" name="Connector 66"/>
          <p:cNvCxnSpPr/>
          <p:nvPr/>
        </p:nvCxnSpPr>
        <p:spPr>
          <a:xfrm flipV="1">
            <a:off x="255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8" name="Connector 67"/>
          <p:cNvCxnSpPr/>
          <p:nvPr/>
        </p:nvCxnSpPr>
        <p:spPr>
          <a:xfrm>
            <a:off x="255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9" name="Connector 68"/>
          <p:cNvCxnSpPr/>
          <p:nvPr/>
        </p:nvCxnSpPr>
        <p:spPr>
          <a:xfrm flipV="1">
            <a:off x="259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0" name="Connector 69"/>
          <p:cNvCxnSpPr/>
          <p:nvPr/>
        </p:nvCxnSpPr>
        <p:spPr>
          <a:xfrm>
            <a:off x="259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1" name="Connector 70"/>
          <p:cNvCxnSpPr/>
          <p:nvPr/>
        </p:nvCxnSpPr>
        <p:spPr>
          <a:xfrm flipV="1">
            <a:off x="2628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2" name="Connector 71"/>
          <p:cNvCxnSpPr/>
          <p:nvPr/>
        </p:nvCxnSpPr>
        <p:spPr>
          <a:xfrm>
            <a:off x="2628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3" name="Connector 72"/>
          <p:cNvCxnSpPr/>
          <p:nvPr/>
        </p:nvCxnSpPr>
        <p:spPr>
          <a:xfrm flipV="1">
            <a:off x="2664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4" name="Connector 73"/>
          <p:cNvCxnSpPr/>
          <p:nvPr/>
        </p:nvCxnSpPr>
        <p:spPr>
          <a:xfrm>
            <a:off x="2664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5" name="Connector 74"/>
          <p:cNvCxnSpPr/>
          <p:nvPr/>
        </p:nvCxnSpPr>
        <p:spPr>
          <a:xfrm flipV="1">
            <a:off x="270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6" name="Connector 75"/>
          <p:cNvCxnSpPr/>
          <p:nvPr/>
        </p:nvCxnSpPr>
        <p:spPr>
          <a:xfrm>
            <a:off x="270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7" name="Connector 76"/>
          <p:cNvCxnSpPr/>
          <p:nvPr/>
        </p:nvCxnSpPr>
        <p:spPr>
          <a:xfrm flipV="1">
            <a:off x="273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8" name="Connector 77"/>
          <p:cNvCxnSpPr/>
          <p:nvPr/>
        </p:nvCxnSpPr>
        <p:spPr>
          <a:xfrm>
            <a:off x="273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9" name="Connector 78"/>
          <p:cNvCxnSpPr/>
          <p:nvPr/>
        </p:nvCxnSpPr>
        <p:spPr>
          <a:xfrm flipV="1">
            <a:off x="277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0" name="Connector 79"/>
          <p:cNvCxnSpPr/>
          <p:nvPr/>
        </p:nvCxnSpPr>
        <p:spPr>
          <a:xfrm>
            <a:off x="277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1" name="Connector 80"/>
          <p:cNvCxnSpPr/>
          <p:nvPr/>
        </p:nvCxnSpPr>
        <p:spPr>
          <a:xfrm flipV="1">
            <a:off x="2808000" y="3888000"/>
            <a:ext cx="342000" cy="68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2" name="Connector 81"/>
          <p:cNvCxnSpPr/>
          <p:nvPr/>
        </p:nvCxnSpPr>
        <p:spPr>
          <a:xfrm>
            <a:off x="2808000" y="3852000"/>
            <a:ext cx="342000" cy="68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3" name="Connector 82"/>
          <p:cNvCxnSpPr/>
          <p:nvPr/>
        </p:nvCxnSpPr>
        <p:spPr>
          <a:xfrm flipV="1">
            <a:off x="2844000" y="3960000"/>
            <a:ext cx="306000" cy="61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4" name="Connector 83"/>
          <p:cNvCxnSpPr/>
          <p:nvPr/>
        </p:nvCxnSpPr>
        <p:spPr>
          <a:xfrm>
            <a:off x="2844000" y="3852000"/>
            <a:ext cx="306000" cy="61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5" name="Connector 84"/>
          <p:cNvCxnSpPr/>
          <p:nvPr/>
        </p:nvCxnSpPr>
        <p:spPr>
          <a:xfrm flipV="1">
            <a:off x="2880000" y="4032000"/>
            <a:ext cx="270000" cy="54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6" name="Connector 85"/>
          <p:cNvCxnSpPr/>
          <p:nvPr/>
        </p:nvCxnSpPr>
        <p:spPr>
          <a:xfrm>
            <a:off x="2880000" y="3852000"/>
            <a:ext cx="270000" cy="54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7" name="Connector 86"/>
          <p:cNvCxnSpPr/>
          <p:nvPr/>
        </p:nvCxnSpPr>
        <p:spPr>
          <a:xfrm flipV="1">
            <a:off x="2916000" y="4104000"/>
            <a:ext cx="234000" cy="46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8" name="Connector 87"/>
          <p:cNvCxnSpPr/>
          <p:nvPr/>
        </p:nvCxnSpPr>
        <p:spPr>
          <a:xfrm>
            <a:off x="2916000" y="3852000"/>
            <a:ext cx="234000" cy="46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9" name="Connector 88"/>
          <p:cNvCxnSpPr/>
          <p:nvPr/>
        </p:nvCxnSpPr>
        <p:spPr>
          <a:xfrm flipV="1">
            <a:off x="2952000" y="4176000"/>
            <a:ext cx="198000" cy="39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0" name="Connector 89"/>
          <p:cNvCxnSpPr/>
          <p:nvPr/>
        </p:nvCxnSpPr>
        <p:spPr>
          <a:xfrm>
            <a:off x="2952000" y="3852000"/>
            <a:ext cx="198000" cy="39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1" name="Connector 90"/>
          <p:cNvCxnSpPr/>
          <p:nvPr/>
        </p:nvCxnSpPr>
        <p:spPr>
          <a:xfrm flipV="1">
            <a:off x="2988000" y="4248000"/>
            <a:ext cx="162000" cy="32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2" name="Connector 91"/>
          <p:cNvCxnSpPr/>
          <p:nvPr/>
        </p:nvCxnSpPr>
        <p:spPr>
          <a:xfrm>
            <a:off x="2988000" y="3852000"/>
            <a:ext cx="162000" cy="32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3" name="Connector 92"/>
          <p:cNvCxnSpPr/>
          <p:nvPr/>
        </p:nvCxnSpPr>
        <p:spPr>
          <a:xfrm flipV="1">
            <a:off x="3024000" y="4320000"/>
            <a:ext cx="126000" cy="25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4" name="Connector 93"/>
          <p:cNvCxnSpPr/>
          <p:nvPr/>
        </p:nvCxnSpPr>
        <p:spPr>
          <a:xfrm>
            <a:off x="3024000" y="3852000"/>
            <a:ext cx="126000" cy="25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5" name="Connector 94"/>
          <p:cNvCxnSpPr/>
          <p:nvPr/>
        </p:nvCxnSpPr>
        <p:spPr>
          <a:xfrm flipV="1">
            <a:off x="3060000" y="4392000"/>
            <a:ext cx="90000" cy="18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6" name="Connector 95"/>
          <p:cNvCxnSpPr/>
          <p:nvPr/>
        </p:nvCxnSpPr>
        <p:spPr>
          <a:xfrm>
            <a:off x="3060000" y="3852000"/>
            <a:ext cx="90000" cy="18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7" name="Connector 96"/>
          <p:cNvCxnSpPr/>
          <p:nvPr/>
        </p:nvCxnSpPr>
        <p:spPr>
          <a:xfrm flipV="1">
            <a:off x="3096000" y="4464000"/>
            <a:ext cx="54000" cy="10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8" name="Connector 97"/>
          <p:cNvCxnSpPr/>
          <p:nvPr/>
        </p:nvCxnSpPr>
        <p:spPr>
          <a:xfrm>
            <a:off x="3096000" y="3852000"/>
            <a:ext cx="54000" cy="10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9" name="Connector 98"/>
          <p:cNvCxnSpPr/>
          <p:nvPr/>
        </p:nvCxnSpPr>
        <p:spPr>
          <a:xfrm flipV="1">
            <a:off x="3132000" y="4536000"/>
            <a:ext cx="18000" cy="3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00" name="Connector 99"/>
          <p:cNvCxnSpPr/>
          <p:nvPr/>
        </p:nvCxnSpPr>
        <p:spPr>
          <a:xfrm>
            <a:off x="3132000" y="3852000"/>
            <a:ext cx="18000" cy="3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sp>
        <p:nvSpPr>
          <p:cNvPr id="101" name="Rectangle 100"/>
          <p:cNvSpPr/>
          <p:nvPr/>
        </p:nvSpPr>
        <p:spPr>
          <a:xfrm>
            <a:off x="2340000" y="385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105000" y="385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2340000" y="385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2340000" y="745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5" name="Connector 104"/>
          <p:cNvCxnSpPr/>
          <p:nvPr/>
        </p:nvCxnSpPr>
        <p:spPr>
          <a:xfrm>
            <a:off x="2385000" y="749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106" name="Rectangle 105"/>
          <p:cNvSpPr/>
          <p:nvPr/>
        </p:nvSpPr>
        <p:spPr>
          <a:xfrm>
            <a:off x="2484000" y="727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2508300" y="724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8" name="Connector 107"/>
          <p:cNvCxnSpPr/>
          <p:nvPr/>
        </p:nvCxnSpPr>
        <p:spPr>
          <a:xfrm>
            <a:off x="2498400" y="737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09" name="Rectangle 108"/>
          <p:cNvSpPr/>
          <p:nvPr/>
        </p:nvSpPr>
        <p:spPr>
          <a:xfrm>
            <a:off x="2880000" y="723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2910132" y="719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2894400" y="735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12" name="Rectangle 111"/>
          <p:cNvSpPr/>
          <p:nvPr/>
        </p:nvSpPr>
        <p:spPr>
          <a:xfrm>
            <a:off x="2340000" y="673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2385000" y="677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114" name="Rectangle 113"/>
          <p:cNvSpPr/>
          <p:nvPr/>
        </p:nvSpPr>
        <p:spPr>
          <a:xfrm>
            <a:off x="2484000" y="651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514132" y="647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6" name="Connector 115"/>
          <p:cNvCxnSpPr/>
          <p:nvPr/>
        </p:nvCxnSpPr>
        <p:spPr>
          <a:xfrm>
            <a:off x="2498400" y="663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17" name="Rectangle 116"/>
          <p:cNvSpPr/>
          <p:nvPr/>
        </p:nvSpPr>
        <p:spPr>
          <a:xfrm>
            <a:off x="2880000" y="653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901384" y="650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2894400" y="664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20" name="Rectangle 119"/>
          <p:cNvSpPr/>
          <p:nvPr/>
        </p:nvSpPr>
        <p:spPr>
          <a:xfrm>
            <a:off x="2340000" y="601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>
            <a:off x="2385000" y="605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122" name="Rectangle 121"/>
          <p:cNvSpPr/>
          <p:nvPr/>
        </p:nvSpPr>
        <p:spPr>
          <a:xfrm>
            <a:off x="2484000" y="581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2505384" y="578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4" name="Connector 123"/>
          <p:cNvCxnSpPr/>
          <p:nvPr/>
        </p:nvCxnSpPr>
        <p:spPr>
          <a:xfrm>
            <a:off x="2498400" y="592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25" name="Rectangle 124"/>
          <p:cNvSpPr/>
          <p:nvPr/>
        </p:nvSpPr>
        <p:spPr>
          <a:xfrm>
            <a:off x="2880000" y="583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2904300" y="580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7" name="Connector 126"/>
          <p:cNvCxnSpPr/>
          <p:nvPr/>
        </p:nvCxnSpPr>
        <p:spPr>
          <a:xfrm>
            <a:off x="2894400" y="593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28" name="Rectangle 127"/>
          <p:cNvSpPr/>
          <p:nvPr/>
        </p:nvSpPr>
        <p:spPr>
          <a:xfrm>
            <a:off x="2340000" y="529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9" name="Connector 128"/>
          <p:cNvCxnSpPr/>
          <p:nvPr/>
        </p:nvCxnSpPr>
        <p:spPr>
          <a:xfrm>
            <a:off x="2385000" y="533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130" name="Rectangle 129"/>
          <p:cNvSpPr/>
          <p:nvPr/>
        </p:nvSpPr>
        <p:spPr>
          <a:xfrm>
            <a:off x="2484000" y="511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2508300" y="508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2" name="Connector 131"/>
          <p:cNvCxnSpPr/>
          <p:nvPr/>
        </p:nvCxnSpPr>
        <p:spPr>
          <a:xfrm>
            <a:off x="2498400" y="521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33" name="Rectangle 132"/>
          <p:cNvSpPr/>
          <p:nvPr/>
        </p:nvSpPr>
        <p:spPr>
          <a:xfrm>
            <a:off x="2880000" y="507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2910132" y="503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5" name="Connector 134"/>
          <p:cNvCxnSpPr/>
          <p:nvPr/>
        </p:nvCxnSpPr>
        <p:spPr>
          <a:xfrm>
            <a:off x="2894400" y="519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36" name="Rectangle 135"/>
          <p:cNvSpPr/>
          <p:nvPr/>
        </p:nvSpPr>
        <p:spPr>
          <a:xfrm>
            <a:off x="2340000" y="457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7" name="Connector 136"/>
          <p:cNvCxnSpPr/>
          <p:nvPr/>
        </p:nvCxnSpPr>
        <p:spPr>
          <a:xfrm>
            <a:off x="2385000" y="461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138" name="Rectangle 137"/>
          <p:cNvSpPr/>
          <p:nvPr/>
        </p:nvSpPr>
        <p:spPr>
          <a:xfrm>
            <a:off x="5850000" y="3852000"/>
            <a:ext cx="810000" cy="4680000"/>
          </a:xfrm>
          <a:prstGeom prst="rect">
            <a:avLst/>
          </a:prstGeom>
          <a:solidFill>
            <a:srgbClr val="E8DFCF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850000" y="3852000"/>
            <a:ext cx="810000" cy="720000"/>
          </a:xfrm>
          <a:prstGeom prst="rect">
            <a:avLst/>
          </a:prstGeom>
          <a:solidFill>
            <a:srgbClr val="B6AD9A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0" name="Connector 139"/>
          <p:cNvCxnSpPr/>
          <p:nvPr/>
        </p:nvCxnSpPr>
        <p:spPr>
          <a:xfrm flipV="1">
            <a:off x="5850000" y="3852000"/>
            <a:ext cx="36000" cy="7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1" name="Connector 140"/>
          <p:cNvCxnSpPr/>
          <p:nvPr/>
        </p:nvCxnSpPr>
        <p:spPr>
          <a:xfrm>
            <a:off x="5850000" y="4500000"/>
            <a:ext cx="36000" cy="7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2" name="Connector 141"/>
          <p:cNvCxnSpPr/>
          <p:nvPr/>
        </p:nvCxnSpPr>
        <p:spPr>
          <a:xfrm flipV="1">
            <a:off x="5850000" y="3852000"/>
            <a:ext cx="72000" cy="14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3" name="Connector 142"/>
          <p:cNvCxnSpPr/>
          <p:nvPr/>
        </p:nvCxnSpPr>
        <p:spPr>
          <a:xfrm>
            <a:off x="5850000" y="4428000"/>
            <a:ext cx="72000" cy="14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4" name="Connector 143"/>
          <p:cNvCxnSpPr/>
          <p:nvPr/>
        </p:nvCxnSpPr>
        <p:spPr>
          <a:xfrm flipV="1">
            <a:off x="5850000" y="3852000"/>
            <a:ext cx="108000" cy="21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5" name="Connector 144"/>
          <p:cNvCxnSpPr/>
          <p:nvPr/>
        </p:nvCxnSpPr>
        <p:spPr>
          <a:xfrm>
            <a:off x="5850000" y="4356000"/>
            <a:ext cx="108000" cy="21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6" name="Connector 145"/>
          <p:cNvCxnSpPr/>
          <p:nvPr/>
        </p:nvCxnSpPr>
        <p:spPr>
          <a:xfrm flipV="1">
            <a:off x="5850000" y="3852000"/>
            <a:ext cx="144000" cy="2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7" name="Connector 146"/>
          <p:cNvCxnSpPr/>
          <p:nvPr/>
        </p:nvCxnSpPr>
        <p:spPr>
          <a:xfrm>
            <a:off x="5850000" y="4284000"/>
            <a:ext cx="144000" cy="2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8" name="Connector 147"/>
          <p:cNvCxnSpPr/>
          <p:nvPr/>
        </p:nvCxnSpPr>
        <p:spPr>
          <a:xfrm flipV="1">
            <a:off x="5850000" y="3852000"/>
            <a:ext cx="180000" cy="36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9" name="Connector 148"/>
          <p:cNvCxnSpPr/>
          <p:nvPr/>
        </p:nvCxnSpPr>
        <p:spPr>
          <a:xfrm>
            <a:off x="5850000" y="4212000"/>
            <a:ext cx="180000" cy="36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0" name="Connector 149"/>
          <p:cNvCxnSpPr/>
          <p:nvPr/>
        </p:nvCxnSpPr>
        <p:spPr>
          <a:xfrm flipV="1">
            <a:off x="5850000" y="3852000"/>
            <a:ext cx="216000" cy="43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1" name="Connector 150"/>
          <p:cNvCxnSpPr/>
          <p:nvPr/>
        </p:nvCxnSpPr>
        <p:spPr>
          <a:xfrm>
            <a:off x="5850000" y="4140000"/>
            <a:ext cx="216000" cy="43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2" name="Connector 151"/>
          <p:cNvCxnSpPr/>
          <p:nvPr/>
        </p:nvCxnSpPr>
        <p:spPr>
          <a:xfrm flipV="1">
            <a:off x="5850000" y="3852000"/>
            <a:ext cx="252000" cy="50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3" name="Connector 152"/>
          <p:cNvCxnSpPr/>
          <p:nvPr/>
        </p:nvCxnSpPr>
        <p:spPr>
          <a:xfrm>
            <a:off x="5850000" y="4068000"/>
            <a:ext cx="252000" cy="50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4" name="Connector 153"/>
          <p:cNvCxnSpPr/>
          <p:nvPr/>
        </p:nvCxnSpPr>
        <p:spPr>
          <a:xfrm flipV="1">
            <a:off x="5850000" y="3852000"/>
            <a:ext cx="288000" cy="57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5" name="Connector 154"/>
          <p:cNvCxnSpPr/>
          <p:nvPr/>
        </p:nvCxnSpPr>
        <p:spPr>
          <a:xfrm>
            <a:off x="5850000" y="3996000"/>
            <a:ext cx="288000" cy="57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6" name="Connector 155"/>
          <p:cNvCxnSpPr/>
          <p:nvPr/>
        </p:nvCxnSpPr>
        <p:spPr>
          <a:xfrm flipV="1">
            <a:off x="5850000" y="3852000"/>
            <a:ext cx="324000" cy="64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7" name="Connector 156"/>
          <p:cNvCxnSpPr/>
          <p:nvPr/>
        </p:nvCxnSpPr>
        <p:spPr>
          <a:xfrm>
            <a:off x="5850000" y="3924000"/>
            <a:ext cx="324000" cy="64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8" name="Connector 157"/>
          <p:cNvCxnSpPr/>
          <p:nvPr/>
        </p:nvCxnSpPr>
        <p:spPr>
          <a:xfrm flipV="1">
            <a:off x="585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9" name="Connector 158"/>
          <p:cNvCxnSpPr/>
          <p:nvPr/>
        </p:nvCxnSpPr>
        <p:spPr>
          <a:xfrm>
            <a:off x="585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0" name="Connector 159"/>
          <p:cNvCxnSpPr/>
          <p:nvPr/>
        </p:nvCxnSpPr>
        <p:spPr>
          <a:xfrm flipV="1">
            <a:off x="588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1" name="Connector 160"/>
          <p:cNvCxnSpPr/>
          <p:nvPr/>
        </p:nvCxnSpPr>
        <p:spPr>
          <a:xfrm>
            <a:off x="588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2" name="Connector 161"/>
          <p:cNvCxnSpPr/>
          <p:nvPr/>
        </p:nvCxnSpPr>
        <p:spPr>
          <a:xfrm flipV="1">
            <a:off x="592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3" name="Connector 162"/>
          <p:cNvCxnSpPr/>
          <p:nvPr/>
        </p:nvCxnSpPr>
        <p:spPr>
          <a:xfrm>
            <a:off x="592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4" name="Connector 163"/>
          <p:cNvCxnSpPr/>
          <p:nvPr/>
        </p:nvCxnSpPr>
        <p:spPr>
          <a:xfrm flipV="1">
            <a:off x="5958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5" name="Connector 164"/>
          <p:cNvCxnSpPr/>
          <p:nvPr/>
        </p:nvCxnSpPr>
        <p:spPr>
          <a:xfrm>
            <a:off x="5958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6" name="Connector 165"/>
          <p:cNvCxnSpPr/>
          <p:nvPr/>
        </p:nvCxnSpPr>
        <p:spPr>
          <a:xfrm flipV="1">
            <a:off x="5994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7" name="Connector 166"/>
          <p:cNvCxnSpPr/>
          <p:nvPr/>
        </p:nvCxnSpPr>
        <p:spPr>
          <a:xfrm>
            <a:off x="5994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8" name="Connector 167"/>
          <p:cNvCxnSpPr/>
          <p:nvPr/>
        </p:nvCxnSpPr>
        <p:spPr>
          <a:xfrm flipV="1">
            <a:off x="603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9" name="Connector 168"/>
          <p:cNvCxnSpPr/>
          <p:nvPr/>
        </p:nvCxnSpPr>
        <p:spPr>
          <a:xfrm>
            <a:off x="603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0" name="Connector 169"/>
          <p:cNvCxnSpPr/>
          <p:nvPr/>
        </p:nvCxnSpPr>
        <p:spPr>
          <a:xfrm flipV="1">
            <a:off x="606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1" name="Connector 170"/>
          <p:cNvCxnSpPr/>
          <p:nvPr/>
        </p:nvCxnSpPr>
        <p:spPr>
          <a:xfrm>
            <a:off x="606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2" name="Connector 171"/>
          <p:cNvCxnSpPr/>
          <p:nvPr/>
        </p:nvCxnSpPr>
        <p:spPr>
          <a:xfrm flipV="1">
            <a:off x="610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3" name="Connector 172"/>
          <p:cNvCxnSpPr/>
          <p:nvPr/>
        </p:nvCxnSpPr>
        <p:spPr>
          <a:xfrm>
            <a:off x="610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4" name="Connector 173"/>
          <p:cNvCxnSpPr/>
          <p:nvPr/>
        </p:nvCxnSpPr>
        <p:spPr>
          <a:xfrm flipV="1">
            <a:off x="6138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5" name="Connector 174"/>
          <p:cNvCxnSpPr/>
          <p:nvPr/>
        </p:nvCxnSpPr>
        <p:spPr>
          <a:xfrm>
            <a:off x="6138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6" name="Connector 175"/>
          <p:cNvCxnSpPr/>
          <p:nvPr/>
        </p:nvCxnSpPr>
        <p:spPr>
          <a:xfrm flipV="1">
            <a:off x="6174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7" name="Connector 176"/>
          <p:cNvCxnSpPr/>
          <p:nvPr/>
        </p:nvCxnSpPr>
        <p:spPr>
          <a:xfrm>
            <a:off x="6174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8" name="Connector 177"/>
          <p:cNvCxnSpPr/>
          <p:nvPr/>
        </p:nvCxnSpPr>
        <p:spPr>
          <a:xfrm flipV="1">
            <a:off x="621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9" name="Connector 178"/>
          <p:cNvCxnSpPr/>
          <p:nvPr/>
        </p:nvCxnSpPr>
        <p:spPr>
          <a:xfrm>
            <a:off x="621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0" name="Connector 179"/>
          <p:cNvCxnSpPr/>
          <p:nvPr/>
        </p:nvCxnSpPr>
        <p:spPr>
          <a:xfrm flipV="1">
            <a:off x="624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1" name="Connector 180"/>
          <p:cNvCxnSpPr/>
          <p:nvPr/>
        </p:nvCxnSpPr>
        <p:spPr>
          <a:xfrm>
            <a:off x="624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2" name="Connector 181"/>
          <p:cNvCxnSpPr/>
          <p:nvPr/>
        </p:nvCxnSpPr>
        <p:spPr>
          <a:xfrm flipV="1">
            <a:off x="628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3" name="Connector 182"/>
          <p:cNvCxnSpPr/>
          <p:nvPr/>
        </p:nvCxnSpPr>
        <p:spPr>
          <a:xfrm>
            <a:off x="628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4" name="Connector 183"/>
          <p:cNvCxnSpPr/>
          <p:nvPr/>
        </p:nvCxnSpPr>
        <p:spPr>
          <a:xfrm flipV="1">
            <a:off x="6318000" y="3888000"/>
            <a:ext cx="342000" cy="68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5" name="Connector 184"/>
          <p:cNvCxnSpPr/>
          <p:nvPr/>
        </p:nvCxnSpPr>
        <p:spPr>
          <a:xfrm>
            <a:off x="6318000" y="3852000"/>
            <a:ext cx="342000" cy="68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6" name="Connector 185"/>
          <p:cNvCxnSpPr/>
          <p:nvPr/>
        </p:nvCxnSpPr>
        <p:spPr>
          <a:xfrm flipV="1">
            <a:off x="6354000" y="3960000"/>
            <a:ext cx="306000" cy="61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7" name="Connector 186"/>
          <p:cNvCxnSpPr/>
          <p:nvPr/>
        </p:nvCxnSpPr>
        <p:spPr>
          <a:xfrm>
            <a:off x="6354000" y="3852000"/>
            <a:ext cx="306000" cy="61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8" name="Connector 187"/>
          <p:cNvCxnSpPr/>
          <p:nvPr/>
        </p:nvCxnSpPr>
        <p:spPr>
          <a:xfrm flipV="1">
            <a:off x="6390000" y="4032000"/>
            <a:ext cx="270000" cy="54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9" name="Connector 188"/>
          <p:cNvCxnSpPr/>
          <p:nvPr/>
        </p:nvCxnSpPr>
        <p:spPr>
          <a:xfrm>
            <a:off x="6390000" y="3852000"/>
            <a:ext cx="270000" cy="54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0" name="Connector 189"/>
          <p:cNvCxnSpPr/>
          <p:nvPr/>
        </p:nvCxnSpPr>
        <p:spPr>
          <a:xfrm flipV="1">
            <a:off x="6426000" y="4104000"/>
            <a:ext cx="234000" cy="46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1" name="Connector 190"/>
          <p:cNvCxnSpPr/>
          <p:nvPr/>
        </p:nvCxnSpPr>
        <p:spPr>
          <a:xfrm>
            <a:off x="6426000" y="3852000"/>
            <a:ext cx="234000" cy="46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2" name="Connector 191"/>
          <p:cNvCxnSpPr/>
          <p:nvPr/>
        </p:nvCxnSpPr>
        <p:spPr>
          <a:xfrm flipV="1">
            <a:off x="6462000" y="4176000"/>
            <a:ext cx="198000" cy="39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3" name="Connector 192"/>
          <p:cNvCxnSpPr/>
          <p:nvPr/>
        </p:nvCxnSpPr>
        <p:spPr>
          <a:xfrm>
            <a:off x="6462000" y="3852000"/>
            <a:ext cx="198000" cy="39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4" name="Connector 193"/>
          <p:cNvCxnSpPr/>
          <p:nvPr/>
        </p:nvCxnSpPr>
        <p:spPr>
          <a:xfrm flipV="1">
            <a:off x="6498000" y="4248000"/>
            <a:ext cx="162000" cy="32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5" name="Connector 194"/>
          <p:cNvCxnSpPr/>
          <p:nvPr/>
        </p:nvCxnSpPr>
        <p:spPr>
          <a:xfrm>
            <a:off x="6498000" y="3852000"/>
            <a:ext cx="162000" cy="32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6" name="Connector 195"/>
          <p:cNvCxnSpPr/>
          <p:nvPr/>
        </p:nvCxnSpPr>
        <p:spPr>
          <a:xfrm flipV="1">
            <a:off x="6534000" y="4320000"/>
            <a:ext cx="126000" cy="25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7" name="Connector 196"/>
          <p:cNvCxnSpPr/>
          <p:nvPr/>
        </p:nvCxnSpPr>
        <p:spPr>
          <a:xfrm>
            <a:off x="6534000" y="3852000"/>
            <a:ext cx="126000" cy="25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8" name="Connector 197"/>
          <p:cNvCxnSpPr/>
          <p:nvPr/>
        </p:nvCxnSpPr>
        <p:spPr>
          <a:xfrm flipV="1">
            <a:off x="6570000" y="4392000"/>
            <a:ext cx="90000" cy="18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9" name="Connector 198"/>
          <p:cNvCxnSpPr/>
          <p:nvPr/>
        </p:nvCxnSpPr>
        <p:spPr>
          <a:xfrm>
            <a:off x="6570000" y="3852000"/>
            <a:ext cx="90000" cy="18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200" name="Connector 199"/>
          <p:cNvCxnSpPr/>
          <p:nvPr/>
        </p:nvCxnSpPr>
        <p:spPr>
          <a:xfrm flipV="1">
            <a:off x="6606000" y="4464000"/>
            <a:ext cx="54000" cy="10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201" name="Connector 200"/>
          <p:cNvCxnSpPr/>
          <p:nvPr/>
        </p:nvCxnSpPr>
        <p:spPr>
          <a:xfrm>
            <a:off x="6606000" y="3852000"/>
            <a:ext cx="54000" cy="10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202" name="Connector 201"/>
          <p:cNvCxnSpPr/>
          <p:nvPr/>
        </p:nvCxnSpPr>
        <p:spPr>
          <a:xfrm flipV="1">
            <a:off x="6642000" y="4536000"/>
            <a:ext cx="18000" cy="3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203" name="Connector 202"/>
          <p:cNvCxnSpPr/>
          <p:nvPr/>
        </p:nvCxnSpPr>
        <p:spPr>
          <a:xfrm>
            <a:off x="6642000" y="3852000"/>
            <a:ext cx="18000" cy="3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sp>
        <p:nvSpPr>
          <p:cNvPr id="204" name="Rectangle 203"/>
          <p:cNvSpPr/>
          <p:nvPr/>
        </p:nvSpPr>
        <p:spPr>
          <a:xfrm>
            <a:off x="5850000" y="385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6615000" y="385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50000" y="385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850000" y="745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08" name="Connector 207"/>
          <p:cNvCxnSpPr/>
          <p:nvPr/>
        </p:nvCxnSpPr>
        <p:spPr>
          <a:xfrm>
            <a:off x="5895000" y="749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209" name="Rectangle 208"/>
          <p:cNvSpPr/>
          <p:nvPr/>
        </p:nvSpPr>
        <p:spPr>
          <a:xfrm>
            <a:off x="5994000" y="727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018300" y="724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1" name="Connector 210"/>
          <p:cNvCxnSpPr/>
          <p:nvPr/>
        </p:nvCxnSpPr>
        <p:spPr>
          <a:xfrm>
            <a:off x="6008400" y="737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212" name="Rectangle 211"/>
          <p:cNvSpPr/>
          <p:nvPr/>
        </p:nvSpPr>
        <p:spPr>
          <a:xfrm>
            <a:off x="6390000" y="723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420132" y="719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4" name="Connector 213"/>
          <p:cNvCxnSpPr/>
          <p:nvPr/>
        </p:nvCxnSpPr>
        <p:spPr>
          <a:xfrm>
            <a:off x="6404400" y="735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215" name="Rectangle 214"/>
          <p:cNvSpPr/>
          <p:nvPr/>
        </p:nvSpPr>
        <p:spPr>
          <a:xfrm>
            <a:off x="5850000" y="673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6" name="Connector 215"/>
          <p:cNvCxnSpPr/>
          <p:nvPr/>
        </p:nvCxnSpPr>
        <p:spPr>
          <a:xfrm>
            <a:off x="5895000" y="677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217" name="Rectangle 216"/>
          <p:cNvSpPr/>
          <p:nvPr/>
        </p:nvSpPr>
        <p:spPr>
          <a:xfrm>
            <a:off x="5994000" y="651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024132" y="647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9" name="Connector 218"/>
          <p:cNvCxnSpPr/>
          <p:nvPr/>
        </p:nvCxnSpPr>
        <p:spPr>
          <a:xfrm>
            <a:off x="6008400" y="663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220" name="Rectangle 219"/>
          <p:cNvSpPr/>
          <p:nvPr/>
        </p:nvSpPr>
        <p:spPr>
          <a:xfrm>
            <a:off x="6390000" y="653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411384" y="650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2" name="Connector 221"/>
          <p:cNvCxnSpPr/>
          <p:nvPr/>
        </p:nvCxnSpPr>
        <p:spPr>
          <a:xfrm>
            <a:off x="6404400" y="664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223" name="Rectangle 222"/>
          <p:cNvSpPr/>
          <p:nvPr/>
        </p:nvSpPr>
        <p:spPr>
          <a:xfrm>
            <a:off x="5850000" y="601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4" name="Connector 223"/>
          <p:cNvCxnSpPr/>
          <p:nvPr/>
        </p:nvCxnSpPr>
        <p:spPr>
          <a:xfrm>
            <a:off x="5895000" y="605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225" name="Rectangle 224"/>
          <p:cNvSpPr/>
          <p:nvPr/>
        </p:nvSpPr>
        <p:spPr>
          <a:xfrm>
            <a:off x="5994000" y="581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6015384" y="578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7" name="Connector 226"/>
          <p:cNvCxnSpPr/>
          <p:nvPr/>
        </p:nvCxnSpPr>
        <p:spPr>
          <a:xfrm>
            <a:off x="6008400" y="592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228" name="Rectangle 227"/>
          <p:cNvSpPr/>
          <p:nvPr/>
        </p:nvSpPr>
        <p:spPr>
          <a:xfrm>
            <a:off x="6390000" y="583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6414300" y="580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0" name="Connector 229"/>
          <p:cNvCxnSpPr/>
          <p:nvPr/>
        </p:nvCxnSpPr>
        <p:spPr>
          <a:xfrm>
            <a:off x="6404400" y="593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231" name="Rectangle 230"/>
          <p:cNvSpPr/>
          <p:nvPr/>
        </p:nvSpPr>
        <p:spPr>
          <a:xfrm>
            <a:off x="5850000" y="529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2" name="Connector 231"/>
          <p:cNvCxnSpPr/>
          <p:nvPr/>
        </p:nvCxnSpPr>
        <p:spPr>
          <a:xfrm>
            <a:off x="5895000" y="533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233" name="Rectangle 232"/>
          <p:cNvSpPr/>
          <p:nvPr/>
        </p:nvSpPr>
        <p:spPr>
          <a:xfrm>
            <a:off x="5994000" y="511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6018300" y="508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5" name="Connector 234"/>
          <p:cNvCxnSpPr/>
          <p:nvPr/>
        </p:nvCxnSpPr>
        <p:spPr>
          <a:xfrm>
            <a:off x="6008400" y="521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236" name="Rectangle 235"/>
          <p:cNvSpPr/>
          <p:nvPr/>
        </p:nvSpPr>
        <p:spPr>
          <a:xfrm>
            <a:off x="6390000" y="507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420132" y="503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8" name="Connector 237"/>
          <p:cNvCxnSpPr/>
          <p:nvPr/>
        </p:nvCxnSpPr>
        <p:spPr>
          <a:xfrm>
            <a:off x="6404400" y="519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239" name="Rectangle 238"/>
          <p:cNvSpPr/>
          <p:nvPr/>
        </p:nvSpPr>
        <p:spPr>
          <a:xfrm>
            <a:off x="5850000" y="457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40" name="Connector 239"/>
          <p:cNvCxnSpPr/>
          <p:nvPr/>
        </p:nvCxnSpPr>
        <p:spPr>
          <a:xfrm>
            <a:off x="5895000" y="461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241" name="Rectangle 240"/>
          <p:cNvSpPr/>
          <p:nvPr/>
        </p:nvSpPr>
        <p:spPr>
          <a:xfrm>
            <a:off x="3157200" y="3870000"/>
            <a:ext cx="878400" cy="4644000"/>
          </a:xfrm>
          <a:prstGeom prst="rect">
            <a:avLst/>
          </a:prstGeom>
          <a:noFill/>
          <a:ln w="8890">
            <a:solidFill>
              <a:srgbClr val="46697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GEOM:door-leaf"/>
          <p:cNvSpPr/>
          <p:nvPr/>
        </p:nvSpPr>
        <p:spPr>
          <a:xfrm>
            <a:off x="4042800" y="3870000"/>
            <a:ext cx="1800000" cy="4644000"/>
          </a:xfrm>
          <a:prstGeom prst="rect">
            <a:avLst/>
          </a:prstGeom>
          <a:noFill/>
          <a:ln w="8890">
            <a:solidFill>
              <a:srgbClr val="46697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43" name="Connector 242"/>
          <p:cNvCxnSpPr/>
          <p:nvPr/>
        </p:nvCxnSpPr>
        <p:spPr>
          <a:xfrm flipV="1">
            <a:off x="4194000" y="6282000"/>
            <a:ext cx="0" cy="540000"/>
          </a:xfrm>
          <a:prstGeom prst="line">
            <a:avLst/>
          </a:prstGeom>
          <a:ln w="16510">
            <a:solidFill>
              <a:srgbClr val="252725"/>
            </a:solidFill>
          </a:ln>
          <a:effectLst/>
        </p:spPr>
      </p:cxnSp>
      <p:sp>
        <p:nvSpPr>
          <p:cNvPr id="244" name="Rectangle 243"/>
          <p:cNvSpPr/>
          <p:nvPr/>
        </p:nvSpPr>
        <p:spPr>
          <a:xfrm>
            <a:off x="5598000" y="8442000"/>
            <a:ext cx="162000" cy="45000"/>
          </a:xfrm>
          <a:prstGeom prst="rect">
            <a:avLst/>
          </a:prstGeom>
          <a:solidFill>
            <a:srgbClr val="777970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5598000" y="3915000"/>
            <a:ext cx="162000" cy="45000"/>
          </a:xfrm>
          <a:prstGeom prst="rect">
            <a:avLst/>
          </a:prstGeom>
          <a:solidFill>
            <a:srgbClr val="777970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46" name="Connector 245"/>
          <p:cNvCxnSpPr/>
          <p:nvPr/>
        </p:nvCxnSpPr>
        <p:spPr>
          <a:xfrm>
            <a:off x="2340000" y="8532000"/>
            <a:ext cx="0" cy="50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47" name="Connector 246"/>
          <p:cNvCxnSpPr/>
          <p:nvPr/>
        </p:nvCxnSpPr>
        <p:spPr>
          <a:xfrm>
            <a:off x="6660000" y="8532000"/>
            <a:ext cx="0" cy="50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48" name="Connector 247"/>
          <p:cNvCxnSpPr/>
          <p:nvPr/>
        </p:nvCxnSpPr>
        <p:spPr>
          <a:xfrm>
            <a:off x="2340000" y="9036000"/>
            <a:ext cx="43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49" name="Connector 248"/>
          <p:cNvCxnSpPr/>
          <p:nvPr/>
        </p:nvCxnSpPr>
        <p:spPr>
          <a:xfrm flipV="1">
            <a:off x="2304000" y="900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50" name="Connector 249"/>
          <p:cNvCxnSpPr/>
          <p:nvPr/>
        </p:nvCxnSpPr>
        <p:spPr>
          <a:xfrm flipV="1">
            <a:off x="6624000" y="900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51" name="TextBox 250"/>
          <p:cNvSpPr txBox="1"/>
          <p:nvPr/>
        </p:nvSpPr>
        <p:spPr>
          <a:xfrm>
            <a:off x="3960000" y="8856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2400</a:t>
            </a:r>
          </a:p>
        </p:txBody>
      </p:sp>
      <p:cxnSp>
        <p:nvCxnSpPr>
          <p:cNvPr id="252" name="Connector 251"/>
          <p:cNvCxnSpPr/>
          <p:nvPr/>
        </p:nvCxnSpPr>
        <p:spPr>
          <a:xfrm>
            <a:off x="2340000" y="8532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53" name="Connector 252"/>
          <p:cNvCxnSpPr/>
          <p:nvPr/>
        </p:nvCxnSpPr>
        <p:spPr>
          <a:xfrm>
            <a:off x="3150000" y="8532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54" name="Connector 253"/>
          <p:cNvCxnSpPr/>
          <p:nvPr/>
        </p:nvCxnSpPr>
        <p:spPr>
          <a:xfrm>
            <a:off x="2340000" y="8784000"/>
            <a:ext cx="81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55" name="Connector 254"/>
          <p:cNvCxnSpPr/>
          <p:nvPr/>
        </p:nvCxnSpPr>
        <p:spPr>
          <a:xfrm flipV="1">
            <a:off x="2304000" y="874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56" name="Connector 255"/>
          <p:cNvCxnSpPr/>
          <p:nvPr/>
        </p:nvCxnSpPr>
        <p:spPr>
          <a:xfrm flipV="1">
            <a:off x="3114000" y="874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57" name="TextBox 256"/>
          <p:cNvSpPr txBox="1"/>
          <p:nvPr/>
        </p:nvSpPr>
        <p:spPr>
          <a:xfrm>
            <a:off x="2205000" y="8604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cxnSp>
        <p:nvCxnSpPr>
          <p:cNvPr id="258" name="Connector 257"/>
          <p:cNvCxnSpPr/>
          <p:nvPr/>
        </p:nvCxnSpPr>
        <p:spPr>
          <a:xfrm>
            <a:off x="3150000" y="8532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59" name="Connector 258"/>
          <p:cNvCxnSpPr/>
          <p:nvPr/>
        </p:nvCxnSpPr>
        <p:spPr>
          <a:xfrm>
            <a:off x="5850000" y="8532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60" name="Connector 259"/>
          <p:cNvCxnSpPr/>
          <p:nvPr/>
        </p:nvCxnSpPr>
        <p:spPr>
          <a:xfrm>
            <a:off x="3150000" y="8784000"/>
            <a:ext cx="27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61" name="Connector 260"/>
          <p:cNvCxnSpPr/>
          <p:nvPr/>
        </p:nvCxnSpPr>
        <p:spPr>
          <a:xfrm flipV="1">
            <a:off x="3114000" y="874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62" name="Connector 261"/>
          <p:cNvCxnSpPr/>
          <p:nvPr/>
        </p:nvCxnSpPr>
        <p:spPr>
          <a:xfrm flipV="1">
            <a:off x="5814000" y="874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63" name="TextBox 262"/>
          <p:cNvSpPr txBox="1"/>
          <p:nvPr/>
        </p:nvSpPr>
        <p:spPr>
          <a:xfrm>
            <a:off x="3960000" y="8604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1500</a:t>
            </a:r>
          </a:p>
        </p:txBody>
      </p:sp>
      <p:cxnSp>
        <p:nvCxnSpPr>
          <p:cNvPr id="264" name="Connector 263"/>
          <p:cNvCxnSpPr/>
          <p:nvPr/>
        </p:nvCxnSpPr>
        <p:spPr>
          <a:xfrm>
            <a:off x="5850000" y="8532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65" name="Connector 264"/>
          <p:cNvCxnSpPr/>
          <p:nvPr/>
        </p:nvCxnSpPr>
        <p:spPr>
          <a:xfrm>
            <a:off x="6660000" y="8532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66" name="Connector 265"/>
          <p:cNvCxnSpPr/>
          <p:nvPr/>
        </p:nvCxnSpPr>
        <p:spPr>
          <a:xfrm>
            <a:off x="5850000" y="8784000"/>
            <a:ext cx="81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67" name="Connector 266"/>
          <p:cNvCxnSpPr/>
          <p:nvPr/>
        </p:nvCxnSpPr>
        <p:spPr>
          <a:xfrm flipV="1">
            <a:off x="5814000" y="874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68" name="Connector 267"/>
          <p:cNvCxnSpPr/>
          <p:nvPr/>
        </p:nvCxnSpPr>
        <p:spPr>
          <a:xfrm flipV="1">
            <a:off x="6624000" y="874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69" name="TextBox 268"/>
          <p:cNvSpPr txBox="1"/>
          <p:nvPr/>
        </p:nvSpPr>
        <p:spPr>
          <a:xfrm>
            <a:off x="5715000" y="8604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cxnSp>
        <p:nvCxnSpPr>
          <p:cNvPr id="270" name="Connector 269"/>
          <p:cNvCxnSpPr/>
          <p:nvPr/>
        </p:nvCxnSpPr>
        <p:spPr>
          <a:xfrm flipH="1">
            <a:off x="1872000" y="8532000"/>
            <a:ext cx="46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71" name="Connector 270"/>
          <p:cNvCxnSpPr/>
          <p:nvPr/>
        </p:nvCxnSpPr>
        <p:spPr>
          <a:xfrm flipH="1">
            <a:off x="1872000" y="2772000"/>
            <a:ext cx="46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72" name="Connector 271"/>
          <p:cNvCxnSpPr/>
          <p:nvPr/>
        </p:nvCxnSpPr>
        <p:spPr>
          <a:xfrm flipV="1">
            <a:off x="1872000" y="2772000"/>
            <a:ext cx="0" cy="576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73" name="Connector 272"/>
          <p:cNvCxnSpPr/>
          <p:nvPr/>
        </p:nvCxnSpPr>
        <p:spPr>
          <a:xfrm flipV="1">
            <a:off x="1836000" y="849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74" name="Connector 273"/>
          <p:cNvCxnSpPr/>
          <p:nvPr/>
        </p:nvCxnSpPr>
        <p:spPr>
          <a:xfrm flipV="1">
            <a:off x="1836000" y="27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75" name="TextBox 274"/>
          <p:cNvSpPr txBox="1"/>
          <p:nvPr/>
        </p:nvSpPr>
        <p:spPr>
          <a:xfrm>
            <a:off x="1440000" y="565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3200</a:t>
            </a:r>
          </a:p>
        </p:txBody>
      </p:sp>
      <p:cxnSp>
        <p:nvCxnSpPr>
          <p:cNvPr id="276" name="Connector 275"/>
          <p:cNvCxnSpPr/>
          <p:nvPr/>
        </p:nvCxnSpPr>
        <p:spPr>
          <a:xfrm>
            <a:off x="6660000" y="385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77" name="Connector 276"/>
          <p:cNvCxnSpPr/>
          <p:nvPr/>
        </p:nvCxnSpPr>
        <p:spPr>
          <a:xfrm>
            <a:off x="6660000" y="277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78" name="Connector 277"/>
          <p:cNvCxnSpPr/>
          <p:nvPr/>
        </p:nvCxnSpPr>
        <p:spPr>
          <a:xfrm flipV="1">
            <a:off x="6984000" y="2772000"/>
            <a:ext cx="0" cy="108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79" name="Connector 278"/>
          <p:cNvCxnSpPr/>
          <p:nvPr/>
        </p:nvCxnSpPr>
        <p:spPr>
          <a:xfrm flipV="1">
            <a:off x="6948000" y="381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80" name="Connector 279"/>
          <p:cNvCxnSpPr/>
          <p:nvPr/>
        </p:nvCxnSpPr>
        <p:spPr>
          <a:xfrm flipV="1">
            <a:off x="6948000" y="27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81" name="TextBox 280"/>
          <p:cNvSpPr txBox="1"/>
          <p:nvPr/>
        </p:nvSpPr>
        <p:spPr>
          <a:xfrm>
            <a:off x="6552000" y="331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600</a:t>
            </a:r>
          </a:p>
        </p:txBody>
      </p:sp>
      <p:cxnSp>
        <p:nvCxnSpPr>
          <p:cNvPr id="293" name="Connector 292"/>
          <p:cNvCxnSpPr/>
          <p:nvPr/>
        </p:nvCxnSpPr>
        <p:spPr>
          <a:xfrm>
            <a:off x="2340000" y="9396000"/>
            <a:ext cx="1800000" cy="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294" name="Connector 293"/>
          <p:cNvCxnSpPr/>
          <p:nvPr/>
        </p:nvCxnSpPr>
        <p:spPr>
          <a:xfrm>
            <a:off x="2340000" y="9360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95" name="Connector 294"/>
          <p:cNvCxnSpPr/>
          <p:nvPr/>
        </p:nvCxnSpPr>
        <p:spPr>
          <a:xfrm>
            <a:off x="3240000" y="9360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96" name="Connector 295"/>
          <p:cNvCxnSpPr/>
          <p:nvPr/>
        </p:nvCxnSpPr>
        <p:spPr>
          <a:xfrm>
            <a:off x="4140000" y="9360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297" name="TextBox 296"/>
          <p:cNvSpPr txBox="1"/>
          <p:nvPr/>
        </p:nvSpPr>
        <p:spPr>
          <a:xfrm>
            <a:off x="2340000" y="9468000"/>
            <a:ext cx="234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0                         1000 mm   |   1:20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10908000" y="5940000"/>
            <a:ext cx="3708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HALO LETTER / BACKING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10908000" y="6228000"/>
            <a:ext cx="3708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STAND-OFF SECTION 1:2</a:t>
            </a:r>
          </a:p>
        </p:txBody>
      </p:sp>
      <p:cxnSp>
        <p:nvCxnSpPr>
          <p:cNvPr id="305" name="Connector 304"/>
          <p:cNvCxnSpPr/>
          <p:nvPr/>
        </p:nvCxnSpPr>
        <p:spPr>
          <a:xfrm flipV="1">
            <a:off x="11160000" y="7074000"/>
            <a:ext cx="0" cy="1350000"/>
          </a:xfrm>
          <a:prstGeom prst="line">
            <a:avLst/>
          </a:prstGeom>
          <a:ln w="7620">
            <a:solidFill>
              <a:srgbClr val="737871"/>
            </a:solidFill>
          </a:ln>
          <a:effectLst/>
        </p:spPr>
      </p:cxnSp>
      <p:cxnSp>
        <p:nvCxnSpPr>
          <p:cNvPr id="306" name="Connector 305"/>
          <p:cNvCxnSpPr/>
          <p:nvPr/>
        </p:nvCxnSpPr>
        <p:spPr>
          <a:xfrm flipV="1">
            <a:off x="11610000" y="7074000"/>
            <a:ext cx="0" cy="135000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307" name="Connector 306"/>
          <p:cNvCxnSpPr/>
          <p:nvPr/>
        </p:nvCxnSpPr>
        <p:spPr>
          <a:xfrm>
            <a:off x="11160000" y="7794000"/>
            <a:ext cx="450000" cy="0"/>
          </a:xfrm>
          <a:prstGeom prst="line">
            <a:avLst/>
          </a:prstGeom>
          <a:ln w="7620">
            <a:solidFill>
              <a:srgbClr val="252725"/>
            </a:solidFill>
          </a:ln>
          <a:effectLst/>
        </p:spPr>
      </p:cxnSp>
      <p:cxnSp>
        <p:nvCxnSpPr>
          <p:cNvPr id="308" name="Connector 307"/>
          <p:cNvCxnSpPr/>
          <p:nvPr/>
        </p:nvCxnSpPr>
        <p:spPr>
          <a:xfrm flipV="1">
            <a:off x="11160000" y="6786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09" name="Connector 308"/>
          <p:cNvCxnSpPr/>
          <p:nvPr/>
        </p:nvCxnSpPr>
        <p:spPr>
          <a:xfrm flipV="1">
            <a:off x="11610000" y="6786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10" name="Connector 309"/>
          <p:cNvCxnSpPr/>
          <p:nvPr/>
        </p:nvCxnSpPr>
        <p:spPr>
          <a:xfrm>
            <a:off x="11160000" y="6786000"/>
            <a:ext cx="45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11" name="Connector 310"/>
          <p:cNvCxnSpPr/>
          <p:nvPr/>
        </p:nvCxnSpPr>
        <p:spPr>
          <a:xfrm flipV="1">
            <a:off x="11124000" y="675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12" name="Connector 311"/>
          <p:cNvCxnSpPr/>
          <p:nvPr/>
        </p:nvCxnSpPr>
        <p:spPr>
          <a:xfrm flipV="1">
            <a:off x="11574000" y="675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13" name="TextBox 312"/>
          <p:cNvSpPr txBox="1"/>
          <p:nvPr/>
        </p:nvSpPr>
        <p:spPr>
          <a:xfrm>
            <a:off x="10845000" y="6606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10908000" y="8892000"/>
            <a:ext cx="3708000" cy="93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25 stand-off · halo behind black letters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Backing / wall support / drivers TBC #16</a:t>
            </a:r>
          </a:p>
        </p:txBody>
      </p:sp>
      <p:cxnSp>
        <p:nvCxnSpPr>
          <p:cNvPr id="315" name="LEADER:HALO-LIT BRAND"/>
          <p:cNvCxnSpPr/>
          <p:nvPr/>
        </p:nvCxnSpPr>
        <p:spPr>
          <a:xfrm flipV="1">
            <a:off x="4500000" y="2916000"/>
            <a:ext cx="2772000" cy="396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LEADER:HALO-LIT BRAND"/>
          <p:cNvCxnSpPr/>
          <p:nvPr/>
        </p:nvCxnSpPr>
        <p:spPr>
          <a:xfrm>
            <a:off x="7272000" y="2916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7" name="Oval 316"/>
          <p:cNvSpPr/>
          <p:nvPr/>
        </p:nvSpPr>
        <p:spPr>
          <a:xfrm>
            <a:off x="4482000" y="3294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ANNOTATION:HALO-LIT BRAND title"/>
          <p:cNvSpPr txBox="1"/>
          <p:nvPr/>
        </p:nvSpPr>
        <p:spPr>
          <a:xfrm>
            <a:off x="7596000" y="2844000"/>
            <a:ext cx="2736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HALO-LIT BRAND</a:t>
            </a:r>
          </a:p>
        </p:txBody>
      </p:sp>
      <p:sp>
        <p:nvSpPr>
          <p:cNvPr id="319" name="ANNOTATION:HALO-LIT BRAND description"/>
          <p:cNvSpPr txBox="1"/>
          <p:nvPr/>
        </p:nvSpPr>
        <p:spPr>
          <a:xfrm>
            <a:off x="7596000" y="3132000"/>
            <a:ext cx="2736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1000 wide · 25 stand-offs</a:t>
            </a:r>
          </a:p>
        </p:txBody>
      </p:sp>
      <p:cxnSp>
        <p:nvCxnSpPr>
          <p:cNvPr id="320" name="LEADER:BLACK STEEL FRAME"/>
          <p:cNvCxnSpPr/>
          <p:nvPr/>
        </p:nvCxnSpPr>
        <p:spPr>
          <a:xfrm>
            <a:off x="6637500" y="4212000"/>
            <a:ext cx="634500" cy="72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LEADER:BLACK STEEL FRAME"/>
          <p:cNvCxnSpPr/>
          <p:nvPr/>
        </p:nvCxnSpPr>
        <p:spPr>
          <a:xfrm>
            <a:off x="7272000" y="4284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2" name="Oval 321"/>
          <p:cNvSpPr/>
          <p:nvPr/>
        </p:nvSpPr>
        <p:spPr>
          <a:xfrm>
            <a:off x="6619500" y="4194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ANNOTATION:BLACK STEEL FRAME title"/>
          <p:cNvSpPr txBox="1"/>
          <p:nvPr/>
        </p:nvSpPr>
        <p:spPr>
          <a:xfrm>
            <a:off x="7596000" y="4212000"/>
            <a:ext cx="2736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BLACK STEEL FRAME</a:t>
            </a:r>
          </a:p>
        </p:txBody>
      </p:sp>
      <p:sp>
        <p:nvSpPr>
          <p:cNvPr id="324" name="ANNOTATION:BLACK STEEL FRAME description"/>
          <p:cNvSpPr txBox="1"/>
          <p:nvPr/>
        </p:nvSpPr>
        <p:spPr>
          <a:xfrm>
            <a:off x="7596000" y="4500000"/>
            <a:ext cx="2736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25 × 25 × 1.6 main SHS</a:t>
            </a:r>
          </a:p>
        </p:txBody>
      </p:sp>
      <p:cxnSp>
        <p:nvCxnSpPr>
          <p:cNvPr id="325" name="LEADER:FOLDED DISPLAY TRAY"/>
          <p:cNvCxnSpPr/>
          <p:nvPr/>
        </p:nvCxnSpPr>
        <p:spPr>
          <a:xfrm>
            <a:off x="6255000" y="5292000"/>
            <a:ext cx="1017000" cy="396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LEADER:FOLDED DISPLAY TRAY"/>
          <p:cNvCxnSpPr/>
          <p:nvPr/>
        </p:nvCxnSpPr>
        <p:spPr>
          <a:xfrm>
            <a:off x="7272000" y="5688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7" name="Oval 326"/>
          <p:cNvSpPr/>
          <p:nvPr/>
        </p:nvSpPr>
        <p:spPr>
          <a:xfrm>
            <a:off x="6237000" y="5274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ANNOTATION:FOLDED DISPLAY TRAY title"/>
          <p:cNvSpPr txBox="1"/>
          <p:nvPr/>
        </p:nvSpPr>
        <p:spPr>
          <a:xfrm>
            <a:off x="7596000" y="5616000"/>
            <a:ext cx="2736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FOLDED DISPLAY TRAY</a:t>
            </a:r>
          </a:p>
        </p:txBody>
      </p:sp>
      <p:sp>
        <p:nvSpPr>
          <p:cNvPr id="329" name="ANNOTATION:FOLDED DISPLAY TRAY description"/>
          <p:cNvSpPr txBox="1"/>
          <p:nvPr/>
        </p:nvSpPr>
        <p:spPr>
          <a:xfrm>
            <a:off x="7596000" y="5904000"/>
            <a:ext cx="2736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Warm concealed shelf light</a:t>
            </a:r>
          </a:p>
        </p:txBody>
      </p:sp>
      <p:cxnSp>
        <p:nvCxnSpPr>
          <p:cNvPr id="330" name="LEADER:CLEAR TOUGHENED GLASS"/>
          <p:cNvCxnSpPr/>
          <p:nvPr/>
        </p:nvCxnSpPr>
        <p:spPr>
          <a:xfrm>
            <a:off x="5400000" y="7092000"/>
            <a:ext cx="1872000" cy="144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LEADER:CLEAR TOUGHENED GLASS"/>
          <p:cNvCxnSpPr/>
          <p:nvPr/>
        </p:nvCxnSpPr>
        <p:spPr>
          <a:xfrm>
            <a:off x="7272000" y="7236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2" name="Oval 331"/>
          <p:cNvSpPr/>
          <p:nvPr/>
        </p:nvSpPr>
        <p:spPr>
          <a:xfrm>
            <a:off x="5382000" y="7074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ANNOTATION:CLEAR TOUGHENED GLASS title"/>
          <p:cNvSpPr txBox="1"/>
          <p:nvPr/>
        </p:nvSpPr>
        <p:spPr>
          <a:xfrm>
            <a:off x="7596000" y="7164000"/>
            <a:ext cx="2736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CLEAR TOUGHENED GLASS</a:t>
            </a:r>
          </a:p>
        </p:txBody>
      </p:sp>
      <p:sp>
        <p:nvSpPr>
          <p:cNvPr id="334" name="ANNOTATION:CLEAR TOUGHENED GLASS description"/>
          <p:cNvSpPr txBox="1"/>
          <p:nvPr/>
        </p:nvSpPr>
        <p:spPr>
          <a:xfrm>
            <a:off x="7596000" y="7452000"/>
            <a:ext cx="2736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12 mm · interior visible beyond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Rear focal wall / internal elevation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Rear focal wall · developed shelving + owner-directed counter front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19" name="GEOM:internal-envelope"/>
          <p:cNvSpPr/>
          <p:nvPr/>
        </p:nvSpPr>
        <p:spPr>
          <a:xfrm>
            <a:off x="2340000" y="3312000"/>
            <a:ext cx="4320000" cy="4680000"/>
          </a:xfrm>
          <a:prstGeom prst="rect">
            <a:avLst/>
          </a:prstGeom>
          <a:solidFill>
            <a:srgbClr val="F0E8DA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40000" y="3312000"/>
            <a:ext cx="450000" cy="4680000"/>
          </a:xfrm>
          <a:prstGeom prst="rect">
            <a:avLst/>
          </a:prstGeom>
          <a:solidFill>
            <a:srgbClr val="DDD5C6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5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0000" y="3312000"/>
            <a:ext cx="450000" cy="4680000"/>
          </a:xfrm>
          <a:prstGeom prst="rect">
            <a:avLst/>
          </a:prstGeom>
          <a:solidFill>
            <a:srgbClr val="DDD5C6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15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90000" y="3312000"/>
            <a:ext cx="900000" cy="4680000"/>
          </a:xfrm>
          <a:prstGeom prst="rect">
            <a:avLst/>
          </a:prstGeom>
          <a:solidFill>
            <a:srgbClr val="E8DFCF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90000" y="7812000"/>
            <a:ext cx="900000" cy="180000"/>
          </a:xfrm>
          <a:prstGeom prst="rect">
            <a:avLst/>
          </a:prstGeom>
          <a:solidFill>
            <a:srgbClr val="424540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90000" y="6912000"/>
            <a:ext cx="900000" cy="900000"/>
          </a:xfrm>
          <a:prstGeom prst="rect">
            <a:avLst/>
          </a:prstGeom>
          <a:solidFill>
            <a:srgbClr val="DAD3C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V="1">
            <a:off x="3240000" y="6957000"/>
            <a:ext cx="0" cy="83700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sp>
        <p:nvSpPr>
          <p:cNvPr id="28" name="Rectangle 27"/>
          <p:cNvSpPr/>
          <p:nvPr/>
        </p:nvSpPr>
        <p:spPr>
          <a:xfrm>
            <a:off x="2790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45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90000" y="331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90000" y="691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2835000" y="695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33" name="Rectangle 32"/>
          <p:cNvSpPr/>
          <p:nvPr/>
        </p:nvSpPr>
        <p:spPr>
          <a:xfrm>
            <a:off x="2934000" y="673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958300" y="670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2948400" y="683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6" name="Rectangle 35"/>
          <p:cNvSpPr/>
          <p:nvPr/>
        </p:nvSpPr>
        <p:spPr>
          <a:xfrm>
            <a:off x="3420000" y="669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50132" y="665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3434400" y="681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9" name="Rectangle 38"/>
          <p:cNvSpPr/>
          <p:nvPr/>
        </p:nvSpPr>
        <p:spPr>
          <a:xfrm>
            <a:off x="2790000" y="619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2835000" y="623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41" name="Rectangle 40"/>
          <p:cNvSpPr/>
          <p:nvPr/>
        </p:nvSpPr>
        <p:spPr>
          <a:xfrm>
            <a:off x="2934000" y="597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964132" y="593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2948400" y="609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44" name="Rectangle 43"/>
          <p:cNvSpPr/>
          <p:nvPr/>
        </p:nvSpPr>
        <p:spPr>
          <a:xfrm>
            <a:off x="3420000" y="599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441384" y="596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3434400" y="610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47" name="Rectangle 46"/>
          <p:cNvSpPr/>
          <p:nvPr/>
        </p:nvSpPr>
        <p:spPr>
          <a:xfrm>
            <a:off x="2790000" y="547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2835000" y="551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49" name="Rectangle 48"/>
          <p:cNvSpPr/>
          <p:nvPr/>
        </p:nvSpPr>
        <p:spPr>
          <a:xfrm>
            <a:off x="2934000" y="527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955384" y="524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2948400" y="538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52" name="Rectangle 51"/>
          <p:cNvSpPr/>
          <p:nvPr/>
        </p:nvSpPr>
        <p:spPr>
          <a:xfrm>
            <a:off x="3420000" y="529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444300" y="526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3434400" y="539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55" name="Rectangle 54"/>
          <p:cNvSpPr/>
          <p:nvPr/>
        </p:nvSpPr>
        <p:spPr>
          <a:xfrm>
            <a:off x="2790000" y="475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2835000" y="479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57" name="Rectangle 56"/>
          <p:cNvSpPr/>
          <p:nvPr/>
        </p:nvSpPr>
        <p:spPr>
          <a:xfrm>
            <a:off x="2934000" y="457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958300" y="454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2948400" y="467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60" name="Rectangle 59"/>
          <p:cNvSpPr/>
          <p:nvPr/>
        </p:nvSpPr>
        <p:spPr>
          <a:xfrm>
            <a:off x="3420000" y="453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450132" y="449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3434400" y="465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63" name="Rectangle 62"/>
          <p:cNvSpPr/>
          <p:nvPr/>
        </p:nvSpPr>
        <p:spPr>
          <a:xfrm>
            <a:off x="2790000" y="403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2835000" y="407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65" name="Rectangle 64"/>
          <p:cNvSpPr/>
          <p:nvPr/>
        </p:nvSpPr>
        <p:spPr>
          <a:xfrm>
            <a:off x="5310000" y="3312000"/>
            <a:ext cx="900000" cy="4680000"/>
          </a:xfrm>
          <a:prstGeom prst="rect">
            <a:avLst/>
          </a:prstGeom>
          <a:solidFill>
            <a:srgbClr val="E8DFCF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310000" y="7812000"/>
            <a:ext cx="900000" cy="180000"/>
          </a:xfrm>
          <a:prstGeom prst="rect">
            <a:avLst/>
          </a:prstGeom>
          <a:solidFill>
            <a:srgbClr val="424540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310000" y="6912000"/>
            <a:ext cx="900000" cy="900000"/>
          </a:xfrm>
          <a:prstGeom prst="rect">
            <a:avLst/>
          </a:prstGeom>
          <a:solidFill>
            <a:srgbClr val="DAD3C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 flipV="1">
            <a:off x="5760000" y="6957000"/>
            <a:ext cx="0" cy="83700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sp>
        <p:nvSpPr>
          <p:cNvPr id="69" name="Rectangle 68"/>
          <p:cNvSpPr/>
          <p:nvPr/>
        </p:nvSpPr>
        <p:spPr>
          <a:xfrm>
            <a:off x="5310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165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310000" y="331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310000" y="691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5355000" y="695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74" name="Rectangle 73"/>
          <p:cNvSpPr/>
          <p:nvPr/>
        </p:nvSpPr>
        <p:spPr>
          <a:xfrm>
            <a:off x="5454000" y="673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478300" y="670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5468400" y="683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77" name="Rectangle 76"/>
          <p:cNvSpPr/>
          <p:nvPr/>
        </p:nvSpPr>
        <p:spPr>
          <a:xfrm>
            <a:off x="5940000" y="669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970132" y="665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5954400" y="681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80" name="Rectangle 79"/>
          <p:cNvSpPr/>
          <p:nvPr/>
        </p:nvSpPr>
        <p:spPr>
          <a:xfrm>
            <a:off x="5310000" y="619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>
            <a:off x="5355000" y="623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82" name="Rectangle 81"/>
          <p:cNvSpPr/>
          <p:nvPr/>
        </p:nvSpPr>
        <p:spPr>
          <a:xfrm>
            <a:off x="5454000" y="597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484132" y="593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>
            <a:off x="5468400" y="609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85" name="Rectangle 84"/>
          <p:cNvSpPr/>
          <p:nvPr/>
        </p:nvSpPr>
        <p:spPr>
          <a:xfrm>
            <a:off x="5940000" y="599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961384" y="596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>
            <a:off x="5954400" y="610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88" name="Rectangle 87"/>
          <p:cNvSpPr/>
          <p:nvPr/>
        </p:nvSpPr>
        <p:spPr>
          <a:xfrm>
            <a:off x="5310000" y="547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5355000" y="551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90" name="Rectangle 89"/>
          <p:cNvSpPr/>
          <p:nvPr/>
        </p:nvSpPr>
        <p:spPr>
          <a:xfrm>
            <a:off x="5454000" y="527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475384" y="524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2" name="Connector 91"/>
          <p:cNvCxnSpPr/>
          <p:nvPr/>
        </p:nvCxnSpPr>
        <p:spPr>
          <a:xfrm>
            <a:off x="5468400" y="538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93" name="Rectangle 92"/>
          <p:cNvSpPr/>
          <p:nvPr/>
        </p:nvSpPr>
        <p:spPr>
          <a:xfrm>
            <a:off x="5940000" y="529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964300" y="526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5" name="Connector 94"/>
          <p:cNvCxnSpPr/>
          <p:nvPr/>
        </p:nvCxnSpPr>
        <p:spPr>
          <a:xfrm>
            <a:off x="5954400" y="539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96" name="Rectangle 95"/>
          <p:cNvSpPr/>
          <p:nvPr/>
        </p:nvSpPr>
        <p:spPr>
          <a:xfrm>
            <a:off x="5310000" y="475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7" name="Connector 96"/>
          <p:cNvCxnSpPr/>
          <p:nvPr/>
        </p:nvCxnSpPr>
        <p:spPr>
          <a:xfrm>
            <a:off x="5355000" y="479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98" name="Rectangle 97"/>
          <p:cNvSpPr/>
          <p:nvPr/>
        </p:nvSpPr>
        <p:spPr>
          <a:xfrm>
            <a:off x="5454000" y="457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5478300" y="454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0" name="Connector 99"/>
          <p:cNvCxnSpPr/>
          <p:nvPr/>
        </p:nvCxnSpPr>
        <p:spPr>
          <a:xfrm>
            <a:off x="5468400" y="467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01" name="Rectangle 100"/>
          <p:cNvSpPr/>
          <p:nvPr/>
        </p:nvSpPr>
        <p:spPr>
          <a:xfrm>
            <a:off x="5940000" y="453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970132" y="449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3" name="Connector 102"/>
          <p:cNvCxnSpPr/>
          <p:nvPr/>
        </p:nvCxnSpPr>
        <p:spPr>
          <a:xfrm>
            <a:off x="5954400" y="465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04" name="Rectangle 103"/>
          <p:cNvSpPr/>
          <p:nvPr/>
        </p:nvSpPr>
        <p:spPr>
          <a:xfrm>
            <a:off x="5310000" y="403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5" name="Connector 104"/>
          <p:cNvCxnSpPr/>
          <p:nvPr/>
        </p:nvCxnSpPr>
        <p:spPr>
          <a:xfrm>
            <a:off x="5355000" y="407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pic>
        <p:nvPicPr>
          <p:cNvPr id="106" name="Picture 10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000" y="4327392"/>
            <a:ext cx="1080000" cy="489214"/>
          </a:xfrm>
          <a:prstGeom prst="rect">
            <a:avLst/>
          </a:prstGeom>
          <a:effectLst/>
        </p:spPr>
      </p:pic>
      <p:sp>
        <p:nvSpPr>
          <p:cNvPr id="107" name="GEOM:counter-elevation"/>
          <p:cNvSpPr/>
          <p:nvPr/>
        </p:nvSpPr>
        <p:spPr>
          <a:xfrm>
            <a:off x="3600000" y="6372000"/>
            <a:ext cx="1800000" cy="1620000"/>
          </a:xfrm>
          <a:prstGeom prst="rect">
            <a:avLst/>
          </a:prstGeom>
          <a:solidFill>
            <a:srgbClr val="D9CBB4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3636000" y="6444000"/>
            <a:ext cx="594000" cy="1449000"/>
          </a:xfrm>
          <a:prstGeom prst="rect">
            <a:avLst/>
          </a:prstGeom>
          <a:solidFill>
            <a:srgbClr val="B6AD9A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 flipV="1">
            <a:off x="3636000" y="6444000"/>
            <a:ext cx="900" cy="1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0" name="Connector 109"/>
          <p:cNvCxnSpPr/>
          <p:nvPr/>
        </p:nvCxnSpPr>
        <p:spPr>
          <a:xfrm>
            <a:off x="3636000" y="7891200"/>
            <a:ext cx="900" cy="1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1" name="Connector 110"/>
          <p:cNvCxnSpPr/>
          <p:nvPr/>
        </p:nvCxnSpPr>
        <p:spPr>
          <a:xfrm flipV="1">
            <a:off x="3636000" y="6444000"/>
            <a:ext cx="36900" cy="73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2" name="Connector 111"/>
          <p:cNvCxnSpPr/>
          <p:nvPr/>
        </p:nvCxnSpPr>
        <p:spPr>
          <a:xfrm>
            <a:off x="3636000" y="7819200"/>
            <a:ext cx="36900" cy="73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3" name="Connector 112"/>
          <p:cNvCxnSpPr/>
          <p:nvPr/>
        </p:nvCxnSpPr>
        <p:spPr>
          <a:xfrm flipV="1">
            <a:off x="3636000" y="6444000"/>
            <a:ext cx="72900" cy="145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4" name="Connector 113"/>
          <p:cNvCxnSpPr/>
          <p:nvPr/>
        </p:nvCxnSpPr>
        <p:spPr>
          <a:xfrm>
            <a:off x="3636000" y="7747200"/>
            <a:ext cx="72900" cy="145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5" name="Connector 114"/>
          <p:cNvCxnSpPr/>
          <p:nvPr/>
        </p:nvCxnSpPr>
        <p:spPr>
          <a:xfrm flipV="1">
            <a:off x="3636000" y="6444000"/>
            <a:ext cx="108900" cy="217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6" name="Connector 115"/>
          <p:cNvCxnSpPr/>
          <p:nvPr/>
        </p:nvCxnSpPr>
        <p:spPr>
          <a:xfrm>
            <a:off x="3636000" y="7675200"/>
            <a:ext cx="108900" cy="217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7" name="Connector 116"/>
          <p:cNvCxnSpPr/>
          <p:nvPr/>
        </p:nvCxnSpPr>
        <p:spPr>
          <a:xfrm flipV="1">
            <a:off x="3636000" y="6444000"/>
            <a:ext cx="144900" cy="289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8" name="Connector 117"/>
          <p:cNvCxnSpPr/>
          <p:nvPr/>
        </p:nvCxnSpPr>
        <p:spPr>
          <a:xfrm>
            <a:off x="3636000" y="7603200"/>
            <a:ext cx="144900" cy="289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9" name="Connector 118"/>
          <p:cNvCxnSpPr/>
          <p:nvPr/>
        </p:nvCxnSpPr>
        <p:spPr>
          <a:xfrm flipV="1">
            <a:off x="3636000" y="6444000"/>
            <a:ext cx="180900" cy="361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0" name="Connector 119"/>
          <p:cNvCxnSpPr/>
          <p:nvPr/>
        </p:nvCxnSpPr>
        <p:spPr>
          <a:xfrm>
            <a:off x="3636000" y="7531200"/>
            <a:ext cx="180900" cy="361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1" name="Connector 120"/>
          <p:cNvCxnSpPr/>
          <p:nvPr/>
        </p:nvCxnSpPr>
        <p:spPr>
          <a:xfrm flipV="1">
            <a:off x="3636000" y="6444000"/>
            <a:ext cx="216900" cy="433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2" name="Connector 121"/>
          <p:cNvCxnSpPr/>
          <p:nvPr/>
        </p:nvCxnSpPr>
        <p:spPr>
          <a:xfrm>
            <a:off x="3636000" y="7459200"/>
            <a:ext cx="216900" cy="433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3" name="Connector 122"/>
          <p:cNvCxnSpPr/>
          <p:nvPr/>
        </p:nvCxnSpPr>
        <p:spPr>
          <a:xfrm flipV="1">
            <a:off x="3636000" y="6444000"/>
            <a:ext cx="252900" cy="505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4" name="Connector 123"/>
          <p:cNvCxnSpPr/>
          <p:nvPr/>
        </p:nvCxnSpPr>
        <p:spPr>
          <a:xfrm>
            <a:off x="3636000" y="7387200"/>
            <a:ext cx="252900" cy="505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5" name="Connector 124"/>
          <p:cNvCxnSpPr/>
          <p:nvPr/>
        </p:nvCxnSpPr>
        <p:spPr>
          <a:xfrm flipV="1">
            <a:off x="3636000" y="6444000"/>
            <a:ext cx="288900" cy="577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6" name="Connector 125"/>
          <p:cNvCxnSpPr/>
          <p:nvPr/>
        </p:nvCxnSpPr>
        <p:spPr>
          <a:xfrm>
            <a:off x="3636000" y="7315200"/>
            <a:ext cx="288900" cy="577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7" name="Connector 126"/>
          <p:cNvCxnSpPr/>
          <p:nvPr/>
        </p:nvCxnSpPr>
        <p:spPr>
          <a:xfrm flipV="1">
            <a:off x="3636000" y="6444000"/>
            <a:ext cx="324900" cy="649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8" name="Connector 127"/>
          <p:cNvCxnSpPr/>
          <p:nvPr/>
        </p:nvCxnSpPr>
        <p:spPr>
          <a:xfrm>
            <a:off x="3636000" y="7243200"/>
            <a:ext cx="324900" cy="649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9" name="Connector 128"/>
          <p:cNvCxnSpPr/>
          <p:nvPr/>
        </p:nvCxnSpPr>
        <p:spPr>
          <a:xfrm flipV="1">
            <a:off x="3636000" y="6444000"/>
            <a:ext cx="360900" cy="721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0" name="Connector 129"/>
          <p:cNvCxnSpPr/>
          <p:nvPr/>
        </p:nvCxnSpPr>
        <p:spPr>
          <a:xfrm>
            <a:off x="3636000" y="7171200"/>
            <a:ext cx="360900" cy="721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1" name="Connector 130"/>
          <p:cNvCxnSpPr/>
          <p:nvPr/>
        </p:nvCxnSpPr>
        <p:spPr>
          <a:xfrm flipV="1">
            <a:off x="3636000" y="6444000"/>
            <a:ext cx="396900" cy="793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2" name="Connector 131"/>
          <p:cNvCxnSpPr/>
          <p:nvPr/>
        </p:nvCxnSpPr>
        <p:spPr>
          <a:xfrm>
            <a:off x="3636000" y="7099200"/>
            <a:ext cx="396900" cy="793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3" name="Connector 132"/>
          <p:cNvCxnSpPr/>
          <p:nvPr/>
        </p:nvCxnSpPr>
        <p:spPr>
          <a:xfrm flipV="1">
            <a:off x="3636000" y="6444000"/>
            <a:ext cx="432900" cy="865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4" name="Connector 133"/>
          <p:cNvCxnSpPr/>
          <p:nvPr/>
        </p:nvCxnSpPr>
        <p:spPr>
          <a:xfrm>
            <a:off x="3636000" y="7027200"/>
            <a:ext cx="432900" cy="865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5" name="Connector 134"/>
          <p:cNvCxnSpPr/>
          <p:nvPr/>
        </p:nvCxnSpPr>
        <p:spPr>
          <a:xfrm flipV="1">
            <a:off x="3636000" y="6444000"/>
            <a:ext cx="468900" cy="937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6" name="Connector 135"/>
          <p:cNvCxnSpPr/>
          <p:nvPr/>
        </p:nvCxnSpPr>
        <p:spPr>
          <a:xfrm>
            <a:off x="3636000" y="6955200"/>
            <a:ext cx="468900" cy="937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7" name="Connector 136"/>
          <p:cNvCxnSpPr/>
          <p:nvPr/>
        </p:nvCxnSpPr>
        <p:spPr>
          <a:xfrm flipV="1">
            <a:off x="3636000" y="6444000"/>
            <a:ext cx="504900" cy="1009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8" name="Connector 137"/>
          <p:cNvCxnSpPr/>
          <p:nvPr/>
        </p:nvCxnSpPr>
        <p:spPr>
          <a:xfrm>
            <a:off x="3636000" y="6883200"/>
            <a:ext cx="504900" cy="1009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9" name="Connector 138"/>
          <p:cNvCxnSpPr/>
          <p:nvPr/>
        </p:nvCxnSpPr>
        <p:spPr>
          <a:xfrm flipV="1">
            <a:off x="3636000" y="6444000"/>
            <a:ext cx="540900" cy="1081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0" name="Connector 139"/>
          <p:cNvCxnSpPr/>
          <p:nvPr/>
        </p:nvCxnSpPr>
        <p:spPr>
          <a:xfrm>
            <a:off x="3636000" y="6811200"/>
            <a:ext cx="540900" cy="1081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1" name="Connector 140"/>
          <p:cNvCxnSpPr/>
          <p:nvPr/>
        </p:nvCxnSpPr>
        <p:spPr>
          <a:xfrm flipV="1">
            <a:off x="3636000" y="6444000"/>
            <a:ext cx="576900" cy="1153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2" name="Connector 141"/>
          <p:cNvCxnSpPr/>
          <p:nvPr/>
        </p:nvCxnSpPr>
        <p:spPr>
          <a:xfrm>
            <a:off x="3636000" y="6739200"/>
            <a:ext cx="576900" cy="1153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3" name="Connector 142"/>
          <p:cNvCxnSpPr/>
          <p:nvPr/>
        </p:nvCxnSpPr>
        <p:spPr>
          <a:xfrm flipV="1">
            <a:off x="3636000" y="6481800"/>
            <a:ext cx="594000" cy="11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4" name="Connector 143"/>
          <p:cNvCxnSpPr/>
          <p:nvPr/>
        </p:nvCxnSpPr>
        <p:spPr>
          <a:xfrm>
            <a:off x="3636000" y="6667200"/>
            <a:ext cx="594000" cy="11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5" name="Connector 144"/>
          <p:cNvCxnSpPr/>
          <p:nvPr/>
        </p:nvCxnSpPr>
        <p:spPr>
          <a:xfrm flipV="1">
            <a:off x="3636000" y="6553800"/>
            <a:ext cx="594000" cy="11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6" name="Connector 145"/>
          <p:cNvCxnSpPr/>
          <p:nvPr/>
        </p:nvCxnSpPr>
        <p:spPr>
          <a:xfrm>
            <a:off x="3636000" y="6595200"/>
            <a:ext cx="594000" cy="11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7" name="Connector 146"/>
          <p:cNvCxnSpPr/>
          <p:nvPr/>
        </p:nvCxnSpPr>
        <p:spPr>
          <a:xfrm flipV="1">
            <a:off x="3636000" y="6625800"/>
            <a:ext cx="594000" cy="11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8" name="Connector 147"/>
          <p:cNvCxnSpPr/>
          <p:nvPr/>
        </p:nvCxnSpPr>
        <p:spPr>
          <a:xfrm>
            <a:off x="3636000" y="6523200"/>
            <a:ext cx="594000" cy="11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9" name="Connector 148"/>
          <p:cNvCxnSpPr/>
          <p:nvPr/>
        </p:nvCxnSpPr>
        <p:spPr>
          <a:xfrm flipV="1">
            <a:off x="3636000" y="6697800"/>
            <a:ext cx="594000" cy="11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0" name="Connector 149"/>
          <p:cNvCxnSpPr/>
          <p:nvPr/>
        </p:nvCxnSpPr>
        <p:spPr>
          <a:xfrm>
            <a:off x="3636000" y="6451200"/>
            <a:ext cx="594000" cy="11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1" name="Connector 150"/>
          <p:cNvCxnSpPr/>
          <p:nvPr/>
        </p:nvCxnSpPr>
        <p:spPr>
          <a:xfrm flipV="1">
            <a:off x="3668400" y="6769800"/>
            <a:ext cx="561600" cy="1123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2" name="Connector 151"/>
          <p:cNvCxnSpPr/>
          <p:nvPr/>
        </p:nvCxnSpPr>
        <p:spPr>
          <a:xfrm>
            <a:off x="3668400" y="6444000"/>
            <a:ext cx="561600" cy="1123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3" name="Connector 152"/>
          <p:cNvCxnSpPr/>
          <p:nvPr/>
        </p:nvCxnSpPr>
        <p:spPr>
          <a:xfrm flipV="1">
            <a:off x="3704400" y="6841800"/>
            <a:ext cx="525600" cy="1051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4" name="Connector 153"/>
          <p:cNvCxnSpPr/>
          <p:nvPr/>
        </p:nvCxnSpPr>
        <p:spPr>
          <a:xfrm>
            <a:off x="3704400" y="6444000"/>
            <a:ext cx="525600" cy="1051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5" name="Connector 154"/>
          <p:cNvCxnSpPr/>
          <p:nvPr/>
        </p:nvCxnSpPr>
        <p:spPr>
          <a:xfrm flipV="1">
            <a:off x="3740400" y="6913800"/>
            <a:ext cx="489600" cy="979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6" name="Connector 155"/>
          <p:cNvCxnSpPr/>
          <p:nvPr/>
        </p:nvCxnSpPr>
        <p:spPr>
          <a:xfrm>
            <a:off x="3740400" y="6444000"/>
            <a:ext cx="489600" cy="979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7" name="Connector 156"/>
          <p:cNvCxnSpPr/>
          <p:nvPr/>
        </p:nvCxnSpPr>
        <p:spPr>
          <a:xfrm flipV="1">
            <a:off x="3776400" y="6985800"/>
            <a:ext cx="453600" cy="907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8" name="Connector 157"/>
          <p:cNvCxnSpPr/>
          <p:nvPr/>
        </p:nvCxnSpPr>
        <p:spPr>
          <a:xfrm>
            <a:off x="3776400" y="6444000"/>
            <a:ext cx="453600" cy="907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9" name="Connector 158"/>
          <p:cNvCxnSpPr/>
          <p:nvPr/>
        </p:nvCxnSpPr>
        <p:spPr>
          <a:xfrm flipV="1">
            <a:off x="3812400" y="7057800"/>
            <a:ext cx="417600" cy="835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0" name="Connector 159"/>
          <p:cNvCxnSpPr/>
          <p:nvPr/>
        </p:nvCxnSpPr>
        <p:spPr>
          <a:xfrm>
            <a:off x="3812400" y="6444000"/>
            <a:ext cx="417600" cy="835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1" name="Connector 160"/>
          <p:cNvCxnSpPr/>
          <p:nvPr/>
        </p:nvCxnSpPr>
        <p:spPr>
          <a:xfrm flipV="1">
            <a:off x="3848400" y="7129800"/>
            <a:ext cx="381600" cy="763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2" name="Connector 161"/>
          <p:cNvCxnSpPr/>
          <p:nvPr/>
        </p:nvCxnSpPr>
        <p:spPr>
          <a:xfrm>
            <a:off x="3848400" y="6444000"/>
            <a:ext cx="381600" cy="763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3" name="Connector 162"/>
          <p:cNvCxnSpPr/>
          <p:nvPr/>
        </p:nvCxnSpPr>
        <p:spPr>
          <a:xfrm flipV="1">
            <a:off x="3884400" y="7201800"/>
            <a:ext cx="345600" cy="691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4" name="Connector 163"/>
          <p:cNvCxnSpPr/>
          <p:nvPr/>
        </p:nvCxnSpPr>
        <p:spPr>
          <a:xfrm>
            <a:off x="3884400" y="6444000"/>
            <a:ext cx="345600" cy="691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5" name="Connector 164"/>
          <p:cNvCxnSpPr/>
          <p:nvPr/>
        </p:nvCxnSpPr>
        <p:spPr>
          <a:xfrm flipV="1">
            <a:off x="3920400" y="7273800"/>
            <a:ext cx="309600" cy="619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6" name="Connector 165"/>
          <p:cNvCxnSpPr/>
          <p:nvPr/>
        </p:nvCxnSpPr>
        <p:spPr>
          <a:xfrm>
            <a:off x="3920400" y="6444000"/>
            <a:ext cx="309600" cy="619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7" name="Connector 166"/>
          <p:cNvCxnSpPr/>
          <p:nvPr/>
        </p:nvCxnSpPr>
        <p:spPr>
          <a:xfrm flipV="1">
            <a:off x="3956400" y="7345800"/>
            <a:ext cx="273600" cy="547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8" name="Connector 167"/>
          <p:cNvCxnSpPr/>
          <p:nvPr/>
        </p:nvCxnSpPr>
        <p:spPr>
          <a:xfrm>
            <a:off x="3956400" y="6444000"/>
            <a:ext cx="273600" cy="547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9" name="Connector 168"/>
          <p:cNvCxnSpPr/>
          <p:nvPr/>
        </p:nvCxnSpPr>
        <p:spPr>
          <a:xfrm flipV="1">
            <a:off x="3992400" y="7417800"/>
            <a:ext cx="237600" cy="475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0" name="Connector 169"/>
          <p:cNvCxnSpPr/>
          <p:nvPr/>
        </p:nvCxnSpPr>
        <p:spPr>
          <a:xfrm>
            <a:off x="3992400" y="6444000"/>
            <a:ext cx="237600" cy="475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1" name="Connector 170"/>
          <p:cNvCxnSpPr/>
          <p:nvPr/>
        </p:nvCxnSpPr>
        <p:spPr>
          <a:xfrm flipV="1">
            <a:off x="4028400" y="7489800"/>
            <a:ext cx="201600" cy="403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2" name="Connector 171"/>
          <p:cNvCxnSpPr/>
          <p:nvPr/>
        </p:nvCxnSpPr>
        <p:spPr>
          <a:xfrm>
            <a:off x="4028400" y="6444000"/>
            <a:ext cx="201600" cy="403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3" name="Connector 172"/>
          <p:cNvCxnSpPr/>
          <p:nvPr/>
        </p:nvCxnSpPr>
        <p:spPr>
          <a:xfrm flipV="1">
            <a:off x="4064400" y="7561800"/>
            <a:ext cx="165600" cy="331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4" name="Connector 173"/>
          <p:cNvCxnSpPr/>
          <p:nvPr/>
        </p:nvCxnSpPr>
        <p:spPr>
          <a:xfrm>
            <a:off x="4064400" y="6444000"/>
            <a:ext cx="165600" cy="331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5" name="Connector 174"/>
          <p:cNvCxnSpPr/>
          <p:nvPr/>
        </p:nvCxnSpPr>
        <p:spPr>
          <a:xfrm flipV="1">
            <a:off x="4100400" y="7633800"/>
            <a:ext cx="129600" cy="259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6" name="Connector 175"/>
          <p:cNvCxnSpPr/>
          <p:nvPr/>
        </p:nvCxnSpPr>
        <p:spPr>
          <a:xfrm>
            <a:off x="4100400" y="6444000"/>
            <a:ext cx="129600" cy="259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7" name="Connector 176"/>
          <p:cNvCxnSpPr/>
          <p:nvPr/>
        </p:nvCxnSpPr>
        <p:spPr>
          <a:xfrm flipV="1">
            <a:off x="4136400" y="7705800"/>
            <a:ext cx="93600" cy="187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8" name="Connector 177"/>
          <p:cNvCxnSpPr/>
          <p:nvPr/>
        </p:nvCxnSpPr>
        <p:spPr>
          <a:xfrm>
            <a:off x="4136400" y="6444000"/>
            <a:ext cx="93600" cy="187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9" name="Connector 178"/>
          <p:cNvCxnSpPr/>
          <p:nvPr/>
        </p:nvCxnSpPr>
        <p:spPr>
          <a:xfrm flipV="1">
            <a:off x="4172400" y="7777800"/>
            <a:ext cx="57600" cy="115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0" name="Connector 179"/>
          <p:cNvCxnSpPr/>
          <p:nvPr/>
        </p:nvCxnSpPr>
        <p:spPr>
          <a:xfrm>
            <a:off x="4172400" y="6444000"/>
            <a:ext cx="57600" cy="115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1" name="Connector 180"/>
          <p:cNvCxnSpPr/>
          <p:nvPr/>
        </p:nvCxnSpPr>
        <p:spPr>
          <a:xfrm flipV="1">
            <a:off x="4208400" y="7849800"/>
            <a:ext cx="21600" cy="43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2" name="Connector 181"/>
          <p:cNvCxnSpPr/>
          <p:nvPr/>
        </p:nvCxnSpPr>
        <p:spPr>
          <a:xfrm>
            <a:off x="4208400" y="6444000"/>
            <a:ext cx="21600" cy="43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sp>
        <p:nvSpPr>
          <p:cNvPr id="183" name="Rectangle 182"/>
          <p:cNvSpPr/>
          <p:nvPr/>
        </p:nvSpPr>
        <p:spPr>
          <a:xfrm>
            <a:off x="3600000" y="6408000"/>
            <a:ext cx="36000" cy="1548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4212000" y="6408000"/>
            <a:ext cx="36000" cy="1548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364000" y="6408000"/>
            <a:ext cx="36000" cy="1548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600000" y="7920000"/>
            <a:ext cx="1800000" cy="3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600000" y="6408000"/>
            <a:ext cx="1800000" cy="3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600000" y="6372000"/>
            <a:ext cx="1800000" cy="36000"/>
          </a:xfrm>
          <a:prstGeom prst="rect">
            <a:avLst/>
          </a:prstGeom>
          <a:solidFill>
            <a:srgbClr val="EEE7DB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89" name="Connector 188"/>
          <p:cNvCxnSpPr/>
          <p:nvPr/>
        </p:nvCxnSpPr>
        <p:spPr>
          <a:xfrm>
            <a:off x="2340000" y="7992000"/>
            <a:ext cx="0" cy="61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90" name="Connector 189"/>
          <p:cNvCxnSpPr/>
          <p:nvPr/>
        </p:nvCxnSpPr>
        <p:spPr>
          <a:xfrm>
            <a:off x="6660000" y="7992000"/>
            <a:ext cx="0" cy="61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91" name="Connector 190"/>
          <p:cNvCxnSpPr/>
          <p:nvPr/>
        </p:nvCxnSpPr>
        <p:spPr>
          <a:xfrm>
            <a:off x="2340000" y="8604000"/>
            <a:ext cx="43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92" name="Connector 191"/>
          <p:cNvCxnSpPr/>
          <p:nvPr/>
        </p:nvCxnSpPr>
        <p:spPr>
          <a:xfrm flipV="1">
            <a:off x="2304000" y="856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93" name="Connector 192"/>
          <p:cNvCxnSpPr/>
          <p:nvPr/>
        </p:nvCxnSpPr>
        <p:spPr>
          <a:xfrm flipV="1">
            <a:off x="6624000" y="856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94" name="TextBox 193"/>
          <p:cNvSpPr txBox="1"/>
          <p:nvPr/>
        </p:nvSpPr>
        <p:spPr>
          <a:xfrm>
            <a:off x="3960000" y="8424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2400</a:t>
            </a:r>
          </a:p>
        </p:txBody>
      </p:sp>
      <p:cxnSp>
        <p:nvCxnSpPr>
          <p:cNvPr id="195" name="Connector 194"/>
          <p:cNvCxnSpPr/>
          <p:nvPr/>
        </p:nvCxnSpPr>
        <p:spPr>
          <a:xfrm>
            <a:off x="36000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96" name="Connector 195"/>
          <p:cNvCxnSpPr/>
          <p:nvPr/>
        </p:nvCxnSpPr>
        <p:spPr>
          <a:xfrm>
            <a:off x="54000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97" name="Connector 196"/>
          <p:cNvCxnSpPr/>
          <p:nvPr/>
        </p:nvCxnSpPr>
        <p:spPr>
          <a:xfrm>
            <a:off x="3600000" y="8280000"/>
            <a:ext cx="18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98" name="Connector 197"/>
          <p:cNvCxnSpPr/>
          <p:nvPr/>
        </p:nvCxnSpPr>
        <p:spPr>
          <a:xfrm flipV="1">
            <a:off x="35640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99" name="Connector 198"/>
          <p:cNvCxnSpPr/>
          <p:nvPr/>
        </p:nvCxnSpPr>
        <p:spPr>
          <a:xfrm flipV="1">
            <a:off x="53640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00" name="TextBox 199"/>
          <p:cNvSpPr txBox="1"/>
          <p:nvPr/>
        </p:nvSpPr>
        <p:spPr>
          <a:xfrm>
            <a:off x="39600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1000</a:t>
            </a:r>
          </a:p>
        </p:txBody>
      </p:sp>
      <p:cxnSp>
        <p:nvCxnSpPr>
          <p:cNvPr id="201" name="Connector 200"/>
          <p:cNvCxnSpPr/>
          <p:nvPr/>
        </p:nvCxnSpPr>
        <p:spPr>
          <a:xfrm flipH="1">
            <a:off x="1872000" y="7992000"/>
            <a:ext cx="46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02" name="Connector 201"/>
          <p:cNvCxnSpPr/>
          <p:nvPr/>
        </p:nvCxnSpPr>
        <p:spPr>
          <a:xfrm flipH="1">
            <a:off x="1872000" y="3312000"/>
            <a:ext cx="46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03" name="Connector 202"/>
          <p:cNvCxnSpPr/>
          <p:nvPr/>
        </p:nvCxnSpPr>
        <p:spPr>
          <a:xfrm flipV="1">
            <a:off x="1872000" y="3312000"/>
            <a:ext cx="0" cy="468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04" name="Connector 203"/>
          <p:cNvCxnSpPr/>
          <p:nvPr/>
        </p:nvCxnSpPr>
        <p:spPr>
          <a:xfrm flipV="1">
            <a:off x="1836000" y="79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05" name="Connector 204"/>
          <p:cNvCxnSpPr/>
          <p:nvPr/>
        </p:nvCxnSpPr>
        <p:spPr>
          <a:xfrm flipV="1">
            <a:off x="1836000" y="32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06" name="TextBox 205"/>
          <p:cNvSpPr txBox="1"/>
          <p:nvPr/>
        </p:nvSpPr>
        <p:spPr>
          <a:xfrm>
            <a:off x="1440000" y="565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2600</a:t>
            </a:r>
          </a:p>
        </p:txBody>
      </p:sp>
      <p:cxnSp>
        <p:nvCxnSpPr>
          <p:cNvPr id="207" name="Connector 206"/>
          <p:cNvCxnSpPr/>
          <p:nvPr/>
        </p:nvCxnSpPr>
        <p:spPr>
          <a:xfrm flipV="1">
            <a:off x="234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08" name="Connector 207"/>
          <p:cNvCxnSpPr/>
          <p:nvPr/>
        </p:nvCxnSpPr>
        <p:spPr>
          <a:xfrm flipV="1">
            <a:off x="279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09" name="Connector 208"/>
          <p:cNvCxnSpPr/>
          <p:nvPr/>
        </p:nvCxnSpPr>
        <p:spPr>
          <a:xfrm>
            <a:off x="2340000" y="2988000"/>
            <a:ext cx="45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10" name="Connector 209"/>
          <p:cNvCxnSpPr/>
          <p:nvPr/>
        </p:nvCxnSpPr>
        <p:spPr>
          <a:xfrm flipV="1">
            <a:off x="230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11" name="Connector 210"/>
          <p:cNvCxnSpPr/>
          <p:nvPr/>
        </p:nvCxnSpPr>
        <p:spPr>
          <a:xfrm flipV="1">
            <a:off x="275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12" name="TextBox 211"/>
          <p:cNvSpPr txBox="1"/>
          <p:nvPr/>
        </p:nvSpPr>
        <p:spPr>
          <a:xfrm>
            <a:off x="2025000" y="280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cxnSp>
        <p:nvCxnSpPr>
          <p:cNvPr id="213" name="Connector 212"/>
          <p:cNvCxnSpPr/>
          <p:nvPr/>
        </p:nvCxnSpPr>
        <p:spPr>
          <a:xfrm flipV="1">
            <a:off x="279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14" name="Connector 213"/>
          <p:cNvCxnSpPr/>
          <p:nvPr/>
        </p:nvCxnSpPr>
        <p:spPr>
          <a:xfrm flipV="1">
            <a:off x="369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15" name="Connector 214"/>
          <p:cNvCxnSpPr/>
          <p:nvPr/>
        </p:nvCxnSpPr>
        <p:spPr>
          <a:xfrm>
            <a:off x="2790000" y="2988000"/>
            <a:ext cx="9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16" name="Connector 215"/>
          <p:cNvCxnSpPr/>
          <p:nvPr/>
        </p:nvCxnSpPr>
        <p:spPr>
          <a:xfrm flipV="1">
            <a:off x="275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17" name="Connector 216"/>
          <p:cNvCxnSpPr/>
          <p:nvPr/>
        </p:nvCxnSpPr>
        <p:spPr>
          <a:xfrm flipV="1">
            <a:off x="365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18" name="TextBox 217"/>
          <p:cNvSpPr txBox="1"/>
          <p:nvPr/>
        </p:nvSpPr>
        <p:spPr>
          <a:xfrm>
            <a:off x="2700000" y="280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500</a:t>
            </a:r>
          </a:p>
        </p:txBody>
      </p:sp>
      <p:cxnSp>
        <p:nvCxnSpPr>
          <p:cNvPr id="219" name="Connector 218"/>
          <p:cNvCxnSpPr/>
          <p:nvPr/>
        </p:nvCxnSpPr>
        <p:spPr>
          <a:xfrm flipV="1">
            <a:off x="369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20" name="Connector 219"/>
          <p:cNvCxnSpPr/>
          <p:nvPr/>
        </p:nvCxnSpPr>
        <p:spPr>
          <a:xfrm flipV="1">
            <a:off x="531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21" name="Connector 220"/>
          <p:cNvCxnSpPr/>
          <p:nvPr/>
        </p:nvCxnSpPr>
        <p:spPr>
          <a:xfrm>
            <a:off x="3690000" y="2988000"/>
            <a:ext cx="16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22" name="Connector 221"/>
          <p:cNvCxnSpPr/>
          <p:nvPr/>
        </p:nvCxnSpPr>
        <p:spPr>
          <a:xfrm flipV="1">
            <a:off x="365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23" name="Connector 222"/>
          <p:cNvCxnSpPr/>
          <p:nvPr/>
        </p:nvCxnSpPr>
        <p:spPr>
          <a:xfrm flipV="1">
            <a:off x="527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24" name="TextBox 223"/>
          <p:cNvSpPr txBox="1"/>
          <p:nvPr/>
        </p:nvSpPr>
        <p:spPr>
          <a:xfrm>
            <a:off x="3960000" y="280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900</a:t>
            </a:r>
          </a:p>
        </p:txBody>
      </p:sp>
      <p:cxnSp>
        <p:nvCxnSpPr>
          <p:cNvPr id="225" name="Connector 224"/>
          <p:cNvCxnSpPr/>
          <p:nvPr/>
        </p:nvCxnSpPr>
        <p:spPr>
          <a:xfrm flipV="1">
            <a:off x="531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26" name="Connector 225"/>
          <p:cNvCxnSpPr/>
          <p:nvPr/>
        </p:nvCxnSpPr>
        <p:spPr>
          <a:xfrm flipV="1">
            <a:off x="621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27" name="Connector 226"/>
          <p:cNvCxnSpPr/>
          <p:nvPr/>
        </p:nvCxnSpPr>
        <p:spPr>
          <a:xfrm>
            <a:off x="5310000" y="2988000"/>
            <a:ext cx="9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28" name="Connector 227"/>
          <p:cNvCxnSpPr/>
          <p:nvPr/>
        </p:nvCxnSpPr>
        <p:spPr>
          <a:xfrm flipV="1">
            <a:off x="527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29" name="Connector 228"/>
          <p:cNvCxnSpPr/>
          <p:nvPr/>
        </p:nvCxnSpPr>
        <p:spPr>
          <a:xfrm flipV="1">
            <a:off x="617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30" name="TextBox 229"/>
          <p:cNvSpPr txBox="1"/>
          <p:nvPr/>
        </p:nvSpPr>
        <p:spPr>
          <a:xfrm>
            <a:off x="5220000" y="280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500</a:t>
            </a:r>
          </a:p>
        </p:txBody>
      </p:sp>
      <p:cxnSp>
        <p:nvCxnSpPr>
          <p:cNvPr id="231" name="Connector 230"/>
          <p:cNvCxnSpPr/>
          <p:nvPr/>
        </p:nvCxnSpPr>
        <p:spPr>
          <a:xfrm flipV="1">
            <a:off x="621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32" name="Connector 231"/>
          <p:cNvCxnSpPr/>
          <p:nvPr/>
        </p:nvCxnSpPr>
        <p:spPr>
          <a:xfrm flipV="1">
            <a:off x="666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33" name="Connector 232"/>
          <p:cNvCxnSpPr/>
          <p:nvPr/>
        </p:nvCxnSpPr>
        <p:spPr>
          <a:xfrm>
            <a:off x="6210000" y="2988000"/>
            <a:ext cx="45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34" name="Connector 233"/>
          <p:cNvCxnSpPr/>
          <p:nvPr/>
        </p:nvCxnSpPr>
        <p:spPr>
          <a:xfrm flipV="1">
            <a:off x="617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35" name="Connector 234"/>
          <p:cNvCxnSpPr/>
          <p:nvPr/>
        </p:nvCxnSpPr>
        <p:spPr>
          <a:xfrm flipV="1">
            <a:off x="662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36" name="TextBox 235"/>
          <p:cNvSpPr txBox="1"/>
          <p:nvPr/>
        </p:nvSpPr>
        <p:spPr>
          <a:xfrm>
            <a:off x="5895000" y="280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cxnSp>
        <p:nvCxnSpPr>
          <p:cNvPr id="237" name="Connector 236"/>
          <p:cNvCxnSpPr/>
          <p:nvPr/>
        </p:nvCxnSpPr>
        <p:spPr>
          <a:xfrm>
            <a:off x="5400000" y="7992000"/>
            <a:ext cx="28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38" name="Connector 237"/>
          <p:cNvCxnSpPr/>
          <p:nvPr/>
        </p:nvCxnSpPr>
        <p:spPr>
          <a:xfrm>
            <a:off x="5400000" y="6372000"/>
            <a:ext cx="28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39" name="Connector 238"/>
          <p:cNvCxnSpPr/>
          <p:nvPr/>
        </p:nvCxnSpPr>
        <p:spPr>
          <a:xfrm flipV="1">
            <a:off x="5688000" y="6372000"/>
            <a:ext cx="0" cy="16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40" name="Connector 239"/>
          <p:cNvCxnSpPr/>
          <p:nvPr/>
        </p:nvCxnSpPr>
        <p:spPr>
          <a:xfrm flipV="1">
            <a:off x="5652000" y="79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41" name="Connector 240"/>
          <p:cNvCxnSpPr/>
          <p:nvPr/>
        </p:nvCxnSpPr>
        <p:spPr>
          <a:xfrm flipV="1">
            <a:off x="5652000" y="63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42" name="TextBox 241"/>
          <p:cNvSpPr txBox="1"/>
          <p:nvPr/>
        </p:nvSpPr>
        <p:spPr>
          <a:xfrm>
            <a:off x="5256000" y="718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900</a:t>
            </a:r>
          </a:p>
        </p:txBody>
      </p:sp>
      <p:cxnSp>
        <p:nvCxnSpPr>
          <p:cNvPr id="251" name="Connector 250"/>
          <p:cNvCxnSpPr/>
          <p:nvPr/>
        </p:nvCxnSpPr>
        <p:spPr>
          <a:xfrm>
            <a:off x="2340000" y="9252000"/>
            <a:ext cx="1800000" cy="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252" name="Connector 251"/>
          <p:cNvCxnSpPr/>
          <p:nvPr/>
        </p:nvCxnSpPr>
        <p:spPr>
          <a:xfrm>
            <a:off x="2340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53" name="Connector 252"/>
          <p:cNvCxnSpPr/>
          <p:nvPr/>
        </p:nvCxnSpPr>
        <p:spPr>
          <a:xfrm>
            <a:off x="3240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54" name="Connector 253"/>
          <p:cNvCxnSpPr/>
          <p:nvPr/>
        </p:nvCxnSpPr>
        <p:spPr>
          <a:xfrm>
            <a:off x="4140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255" name="TextBox 254"/>
          <p:cNvSpPr txBox="1"/>
          <p:nvPr/>
        </p:nvSpPr>
        <p:spPr>
          <a:xfrm>
            <a:off x="2340000" y="9324000"/>
            <a:ext cx="234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0                         1000 mm   |   1:20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0224000" y="2304000"/>
            <a:ext cx="4536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REAR SHELF / FRAME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10224000" y="2592000"/>
            <a:ext cx="4536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SECTION 1:2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10224000" y="4302000"/>
            <a:ext cx="4500000" cy="54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14670000" y="4302000"/>
            <a:ext cx="54000" cy="45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10494000" y="4356000"/>
            <a:ext cx="360000" cy="36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10522800" y="4384800"/>
            <a:ext cx="302400" cy="30240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7" name="Connector 266"/>
          <p:cNvCxnSpPr/>
          <p:nvPr/>
        </p:nvCxnSpPr>
        <p:spPr>
          <a:xfrm>
            <a:off x="14364000" y="4536000"/>
            <a:ext cx="270000" cy="0"/>
          </a:xfrm>
          <a:prstGeom prst="line">
            <a:avLst/>
          </a:prstGeom>
          <a:ln w="16510">
            <a:solidFill>
              <a:srgbClr val="9A825A"/>
            </a:solidFill>
          </a:ln>
          <a:effectLst/>
        </p:spPr>
      </p:cxnSp>
      <p:cxnSp>
        <p:nvCxnSpPr>
          <p:cNvPr id="268" name="Connector 267"/>
          <p:cNvCxnSpPr/>
          <p:nvPr/>
        </p:nvCxnSpPr>
        <p:spPr>
          <a:xfrm flipV="1">
            <a:off x="10224000" y="397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69" name="Connector 268"/>
          <p:cNvCxnSpPr/>
          <p:nvPr/>
        </p:nvCxnSpPr>
        <p:spPr>
          <a:xfrm flipV="1">
            <a:off x="14724000" y="397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70" name="Connector 269"/>
          <p:cNvCxnSpPr/>
          <p:nvPr/>
        </p:nvCxnSpPr>
        <p:spPr>
          <a:xfrm>
            <a:off x="10224000" y="3978000"/>
            <a:ext cx="45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71" name="Connector 270"/>
          <p:cNvCxnSpPr/>
          <p:nvPr/>
        </p:nvCxnSpPr>
        <p:spPr>
          <a:xfrm flipV="1">
            <a:off x="10188000" y="394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72" name="Connector 271"/>
          <p:cNvCxnSpPr/>
          <p:nvPr/>
        </p:nvCxnSpPr>
        <p:spPr>
          <a:xfrm flipV="1">
            <a:off x="14688000" y="394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73" name="TextBox 272"/>
          <p:cNvSpPr txBox="1"/>
          <p:nvPr/>
        </p:nvSpPr>
        <p:spPr>
          <a:xfrm>
            <a:off x="11934000" y="379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10224000" y="4932000"/>
            <a:ext cx="4500000" cy="72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3 mm folded tray · 25 front downstand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20 × 20 × 1.6 support · LED profile TBC #16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10872000" y="6984000"/>
            <a:ext cx="3708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COUNTER / FOOTPRINT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10872000" y="7272000"/>
            <a:ext cx="3708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PLAN 1:10</a:t>
            </a:r>
          </a:p>
        </p:txBody>
      </p:sp>
      <p:sp>
        <p:nvSpPr>
          <p:cNvPr id="277" name="GEOM:active-counter-detail"/>
          <p:cNvSpPr/>
          <p:nvPr/>
        </p:nvSpPr>
        <p:spPr>
          <a:xfrm>
            <a:off x="10872000" y="7848000"/>
            <a:ext cx="3600000" cy="1620000"/>
          </a:xfrm>
          <a:prstGeom prst="rect">
            <a:avLst/>
          </a:prstGeom>
          <a:solidFill>
            <a:srgbClr val="D7CBB8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10872000" y="9396000"/>
            <a:ext cx="72000" cy="72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10872000" y="7848000"/>
            <a:ext cx="72000" cy="72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14400000" y="9396000"/>
            <a:ext cx="72000" cy="72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14400000" y="7848000"/>
            <a:ext cx="72000" cy="72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82" name="Connector 281"/>
          <p:cNvCxnSpPr/>
          <p:nvPr/>
        </p:nvCxnSpPr>
        <p:spPr>
          <a:xfrm flipV="1">
            <a:off x="10872000" y="7560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83" name="Connector 282"/>
          <p:cNvCxnSpPr/>
          <p:nvPr/>
        </p:nvCxnSpPr>
        <p:spPr>
          <a:xfrm flipV="1">
            <a:off x="14472000" y="7560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84" name="Connector 283"/>
          <p:cNvCxnSpPr/>
          <p:nvPr/>
        </p:nvCxnSpPr>
        <p:spPr>
          <a:xfrm>
            <a:off x="10872000" y="7560000"/>
            <a:ext cx="36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85" name="Connector 284"/>
          <p:cNvCxnSpPr/>
          <p:nvPr/>
        </p:nvCxnSpPr>
        <p:spPr>
          <a:xfrm flipV="1">
            <a:off x="10836000" y="752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86" name="Connector 285"/>
          <p:cNvCxnSpPr/>
          <p:nvPr/>
        </p:nvCxnSpPr>
        <p:spPr>
          <a:xfrm flipV="1">
            <a:off x="14436000" y="752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87" name="TextBox 286"/>
          <p:cNvSpPr txBox="1"/>
          <p:nvPr/>
        </p:nvSpPr>
        <p:spPr>
          <a:xfrm>
            <a:off x="12132000" y="738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1000</a:t>
            </a:r>
          </a:p>
        </p:txBody>
      </p:sp>
      <p:cxnSp>
        <p:nvCxnSpPr>
          <p:cNvPr id="288" name="Connector 287"/>
          <p:cNvCxnSpPr/>
          <p:nvPr/>
        </p:nvCxnSpPr>
        <p:spPr>
          <a:xfrm>
            <a:off x="14472000" y="9468000"/>
            <a:ext cx="14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89" name="Connector 288"/>
          <p:cNvCxnSpPr/>
          <p:nvPr/>
        </p:nvCxnSpPr>
        <p:spPr>
          <a:xfrm>
            <a:off x="14472000" y="7848000"/>
            <a:ext cx="14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90" name="Connector 289"/>
          <p:cNvCxnSpPr/>
          <p:nvPr/>
        </p:nvCxnSpPr>
        <p:spPr>
          <a:xfrm flipV="1">
            <a:off x="14616000" y="7848000"/>
            <a:ext cx="0" cy="16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91" name="Connector 290"/>
          <p:cNvCxnSpPr/>
          <p:nvPr/>
        </p:nvCxnSpPr>
        <p:spPr>
          <a:xfrm flipV="1">
            <a:off x="14580000" y="943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92" name="Connector 291"/>
          <p:cNvCxnSpPr/>
          <p:nvPr/>
        </p:nvCxnSpPr>
        <p:spPr>
          <a:xfrm flipV="1">
            <a:off x="14580000" y="781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93" name="TextBox 292"/>
          <p:cNvSpPr txBox="1"/>
          <p:nvPr/>
        </p:nvSpPr>
        <p:spPr>
          <a:xfrm>
            <a:off x="14184000" y="8658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10872000" y="10044000"/>
            <a:ext cx="3708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20 × 20 frame · front split TBC #16</a:t>
            </a:r>
          </a:p>
        </p:txBody>
      </p:sp>
      <p:cxnSp>
        <p:nvCxnSpPr>
          <p:cNvPr id="295" name="LEADER:UNLIT BLACK LOGO"/>
          <p:cNvCxnSpPr/>
          <p:nvPr/>
        </p:nvCxnSpPr>
        <p:spPr>
          <a:xfrm flipV="1">
            <a:off x="4500000" y="3744000"/>
            <a:ext cx="2772000" cy="702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LEADER:UNLIT BLACK LOGO"/>
          <p:cNvCxnSpPr/>
          <p:nvPr/>
        </p:nvCxnSpPr>
        <p:spPr>
          <a:xfrm>
            <a:off x="7272000" y="3744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7" name="Oval 296"/>
          <p:cNvSpPr/>
          <p:nvPr/>
        </p:nvSpPr>
        <p:spPr>
          <a:xfrm>
            <a:off x="4482000" y="4428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ANNOTATION:UNLIT BLACK LOGO title"/>
          <p:cNvSpPr txBox="1"/>
          <p:nvPr/>
        </p:nvSpPr>
        <p:spPr>
          <a:xfrm>
            <a:off x="7596000" y="3672000"/>
            <a:ext cx="2448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UNLIT BLACK LOGO</a:t>
            </a:r>
          </a:p>
        </p:txBody>
      </p:sp>
      <p:sp>
        <p:nvSpPr>
          <p:cNvPr id="299" name="ANNOTATION:UNLIT BLACK LOGO description"/>
          <p:cNvSpPr txBox="1"/>
          <p:nvPr/>
        </p:nvSpPr>
        <p:spPr>
          <a:xfrm>
            <a:off x="7596000" y="3960000"/>
            <a:ext cx="2448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600 wide · centre at 1900</a:t>
            </a:r>
          </a:p>
        </p:txBody>
      </p:sp>
      <p:cxnSp>
        <p:nvCxnSpPr>
          <p:cNvPr id="300" name="LEADER:BLACK TRAY / WARM LED"/>
          <p:cNvCxnSpPr/>
          <p:nvPr/>
        </p:nvCxnSpPr>
        <p:spPr>
          <a:xfrm>
            <a:off x="6165000" y="5472000"/>
            <a:ext cx="1107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LEADER:BLACK TRAY / WARM LED"/>
          <p:cNvCxnSpPr/>
          <p:nvPr/>
        </p:nvCxnSpPr>
        <p:spPr>
          <a:xfrm>
            <a:off x="7272000" y="5472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2" name="Oval 301"/>
          <p:cNvSpPr/>
          <p:nvPr/>
        </p:nvSpPr>
        <p:spPr>
          <a:xfrm>
            <a:off x="6147000" y="5454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ANNOTATION:BLACK TRAY / WARM LED title"/>
          <p:cNvSpPr txBox="1"/>
          <p:nvPr/>
        </p:nvSpPr>
        <p:spPr>
          <a:xfrm>
            <a:off x="7596000" y="5400000"/>
            <a:ext cx="2448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BLACK TRAY / WARM LED</a:t>
            </a:r>
          </a:p>
        </p:txBody>
      </p:sp>
      <p:sp>
        <p:nvSpPr>
          <p:cNvPr id="304" name="ANNOTATION:BLACK TRAY / WARM LED description"/>
          <p:cNvSpPr txBox="1"/>
          <p:nvPr/>
        </p:nvSpPr>
        <p:spPr>
          <a:xfrm>
            <a:off x="7596000" y="5688000"/>
            <a:ext cx="2448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250 deep · 25 downstand</a:t>
            </a:r>
          </a:p>
        </p:txBody>
      </p:sp>
      <p:cxnSp>
        <p:nvCxnSpPr>
          <p:cNvPr id="305" name="LEADER:COUNTER FRONT"/>
          <p:cNvCxnSpPr/>
          <p:nvPr/>
        </p:nvCxnSpPr>
        <p:spPr>
          <a:xfrm flipV="1">
            <a:off x="4194000" y="6588000"/>
            <a:ext cx="3078000" cy="54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LEADER:COUNTER FRONT"/>
          <p:cNvCxnSpPr/>
          <p:nvPr/>
        </p:nvCxnSpPr>
        <p:spPr>
          <a:xfrm>
            <a:off x="7272000" y="6588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7" name="Oval 306"/>
          <p:cNvSpPr/>
          <p:nvPr/>
        </p:nvSpPr>
        <p:spPr>
          <a:xfrm>
            <a:off x="4176000" y="6624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ANNOTATION:COUNTER FRONT title"/>
          <p:cNvSpPr txBox="1"/>
          <p:nvPr/>
        </p:nvSpPr>
        <p:spPr>
          <a:xfrm>
            <a:off x="7596000" y="6516000"/>
            <a:ext cx="2448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COUNTER FRONT</a:t>
            </a:r>
          </a:p>
        </p:txBody>
      </p:sp>
      <p:sp>
        <p:nvSpPr>
          <p:cNvPr id="309" name="ANNOTATION:COUNTER FRONT description"/>
          <p:cNvSpPr txBox="1"/>
          <p:nvPr/>
        </p:nvSpPr>
        <p:spPr>
          <a:xfrm>
            <a:off x="7596000" y="6804000"/>
            <a:ext cx="2448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Mesh left / neutral solid right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Panel split and top TBC #16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Left display / internal elevation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Developed display elevation · interfaces + material codes · bottles indicative only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19" name="GEOM:side-envelope"/>
          <p:cNvSpPr/>
          <p:nvPr/>
        </p:nvSpPr>
        <p:spPr>
          <a:xfrm>
            <a:off x="1836000" y="3312000"/>
            <a:ext cx="5590800" cy="4680000"/>
          </a:xfrm>
          <a:prstGeom prst="rect">
            <a:avLst/>
          </a:prstGeom>
          <a:solidFill>
            <a:srgbClr val="F1EBE0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36000" y="3312000"/>
            <a:ext cx="810000" cy="4680000"/>
          </a:xfrm>
          <a:prstGeom prst="rect">
            <a:avLst/>
          </a:prstGeom>
          <a:solidFill>
            <a:srgbClr val="DDD5C6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81000" y="3357000"/>
            <a:ext cx="720000" cy="4590000"/>
          </a:xfrm>
          <a:prstGeom prst="rect">
            <a:avLst/>
          </a:prstGeom>
          <a:noFill/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36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01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46000" y="7812000"/>
            <a:ext cx="4780800" cy="180000"/>
          </a:xfrm>
          <a:prstGeom prst="rect">
            <a:avLst/>
          </a:prstGeom>
          <a:solidFill>
            <a:srgbClr val="51534E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46000" y="6912000"/>
            <a:ext cx="4780800" cy="900000"/>
          </a:xfrm>
          <a:prstGeom prst="rect">
            <a:avLst/>
          </a:prstGeom>
          <a:solidFill>
            <a:srgbClr val="DED8CD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46000" y="3312000"/>
            <a:ext cx="4780800" cy="720000"/>
          </a:xfrm>
          <a:prstGeom prst="rect">
            <a:avLst/>
          </a:prstGeom>
          <a:solidFill>
            <a:srgbClr val="D3CCBD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 flipV="1">
            <a:off x="2646000" y="3312000"/>
            <a:ext cx="36000" cy="7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2646000" y="3960000"/>
            <a:ext cx="36000" cy="7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 flipV="1">
            <a:off x="2646000" y="3312000"/>
            <a:ext cx="72000" cy="14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2646000" y="3888000"/>
            <a:ext cx="72000" cy="14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 flipV="1">
            <a:off x="2646000" y="3312000"/>
            <a:ext cx="108000" cy="21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2646000" y="3816000"/>
            <a:ext cx="108000" cy="21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V="1">
            <a:off x="2646000" y="3312000"/>
            <a:ext cx="144000" cy="28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2646000" y="3744000"/>
            <a:ext cx="144000" cy="28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 flipV="1">
            <a:off x="2646000" y="3312000"/>
            <a:ext cx="180000" cy="36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>
            <a:off x="2646000" y="3672000"/>
            <a:ext cx="180000" cy="36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 flipV="1">
            <a:off x="2646000" y="3312000"/>
            <a:ext cx="216000" cy="43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>
            <a:off x="2646000" y="3600000"/>
            <a:ext cx="216000" cy="43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 flipV="1">
            <a:off x="2646000" y="3312000"/>
            <a:ext cx="252000" cy="50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>
            <a:off x="2646000" y="3528000"/>
            <a:ext cx="252000" cy="50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2" name="Connector 41"/>
          <p:cNvCxnSpPr/>
          <p:nvPr/>
        </p:nvCxnSpPr>
        <p:spPr>
          <a:xfrm flipV="1">
            <a:off x="2646000" y="3312000"/>
            <a:ext cx="288000" cy="57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3" name="Connector 42"/>
          <p:cNvCxnSpPr/>
          <p:nvPr/>
        </p:nvCxnSpPr>
        <p:spPr>
          <a:xfrm>
            <a:off x="2646000" y="3456000"/>
            <a:ext cx="288000" cy="57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4" name="Connector 43"/>
          <p:cNvCxnSpPr/>
          <p:nvPr/>
        </p:nvCxnSpPr>
        <p:spPr>
          <a:xfrm flipV="1">
            <a:off x="2646000" y="3312000"/>
            <a:ext cx="324000" cy="64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5" name="Connector 44"/>
          <p:cNvCxnSpPr/>
          <p:nvPr/>
        </p:nvCxnSpPr>
        <p:spPr>
          <a:xfrm>
            <a:off x="2646000" y="3384000"/>
            <a:ext cx="324000" cy="64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6" name="Connector 45"/>
          <p:cNvCxnSpPr/>
          <p:nvPr/>
        </p:nvCxnSpPr>
        <p:spPr>
          <a:xfrm flipV="1">
            <a:off x="26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7" name="Connector 46"/>
          <p:cNvCxnSpPr/>
          <p:nvPr/>
        </p:nvCxnSpPr>
        <p:spPr>
          <a:xfrm>
            <a:off x="26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8" name="Connector 47"/>
          <p:cNvCxnSpPr/>
          <p:nvPr/>
        </p:nvCxnSpPr>
        <p:spPr>
          <a:xfrm flipV="1">
            <a:off x="26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9" name="Connector 48"/>
          <p:cNvCxnSpPr/>
          <p:nvPr/>
        </p:nvCxnSpPr>
        <p:spPr>
          <a:xfrm>
            <a:off x="26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0" name="Connector 49"/>
          <p:cNvCxnSpPr/>
          <p:nvPr/>
        </p:nvCxnSpPr>
        <p:spPr>
          <a:xfrm flipV="1">
            <a:off x="27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1" name="Connector 50"/>
          <p:cNvCxnSpPr/>
          <p:nvPr/>
        </p:nvCxnSpPr>
        <p:spPr>
          <a:xfrm>
            <a:off x="27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 flipV="1">
            <a:off x="27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3" name="Connector 52"/>
          <p:cNvCxnSpPr/>
          <p:nvPr/>
        </p:nvCxnSpPr>
        <p:spPr>
          <a:xfrm>
            <a:off x="27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4" name="Connector 53"/>
          <p:cNvCxnSpPr/>
          <p:nvPr/>
        </p:nvCxnSpPr>
        <p:spPr>
          <a:xfrm flipV="1">
            <a:off x="27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5" name="Connector 54"/>
          <p:cNvCxnSpPr/>
          <p:nvPr/>
        </p:nvCxnSpPr>
        <p:spPr>
          <a:xfrm>
            <a:off x="27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6" name="Connector 55"/>
          <p:cNvCxnSpPr/>
          <p:nvPr/>
        </p:nvCxnSpPr>
        <p:spPr>
          <a:xfrm flipV="1">
            <a:off x="28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7" name="Connector 56"/>
          <p:cNvCxnSpPr/>
          <p:nvPr/>
        </p:nvCxnSpPr>
        <p:spPr>
          <a:xfrm>
            <a:off x="28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8" name="Connector 57"/>
          <p:cNvCxnSpPr/>
          <p:nvPr/>
        </p:nvCxnSpPr>
        <p:spPr>
          <a:xfrm flipV="1">
            <a:off x="28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9" name="Connector 58"/>
          <p:cNvCxnSpPr/>
          <p:nvPr/>
        </p:nvCxnSpPr>
        <p:spPr>
          <a:xfrm>
            <a:off x="28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0" name="Connector 59"/>
          <p:cNvCxnSpPr/>
          <p:nvPr/>
        </p:nvCxnSpPr>
        <p:spPr>
          <a:xfrm flipV="1">
            <a:off x="28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1" name="Connector 60"/>
          <p:cNvCxnSpPr/>
          <p:nvPr/>
        </p:nvCxnSpPr>
        <p:spPr>
          <a:xfrm>
            <a:off x="28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2" name="Connector 61"/>
          <p:cNvCxnSpPr/>
          <p:nvPr/>
        </p:nvCxnSpPr>
        <p:spPr>
          <a:xfrm flipV="1">
            <a:off x="29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3" name="Connector 62"/>
          <p:cNvCxnSpPr/>
          <p:nvPr/>
        </p:nvCxnSpPr>
        <p:spPr>
          <a:xfrm>
            <a:off x="29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4" name="Connector 63"/>
          <p:cNvCxnSpPr/>
          <p:nvPr/>
        </p:nvCxnSpPr>
        <p:spPr>
          <a:xfrm flipV="1">
            <a:off x="29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5" name="Connector 64"/>
          <p:cNvCxnSpPr/>
          <p:nvPr/>
        </p:nvCxnSpPr>
        <p:spPr>
          <a:xfrm>
            <a:off x="29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6" name="Connector 65"/>
          <p:cNvCxnSpPr/>
          <p:nvPr/>
        </p:nvCxnSpPr>
        <p:spPr>
          <a:xfrm flipV="1">
            <a:off x="30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7" name="Connector 66"/>
          <p:cNvCxnSpPr/>
          <p:nvPr/>
        </p:nvCxnSpPr>
        <p:spPr>
          <a:xfrm>
            <a:off x="30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8" name="Connector 67"/>
          <p:cNvCxnSpPr/>
          <p:nvPr/>
        </p:nvCxnSpPr>
        <p:spPr>
          <a:xfrm flipV="1">
            <a:off x="30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9" name="Connector 68"/>
          <p:cNvCxnSpPr/>
          <p:nvPr/>
        </p:nvCxnSpPr>
        <p:spPr>
          <a:xfrm>
            <a:off x="30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0" name="Connector 69"/>
          <p:cNvCxnSpPr/>
          <p:nvPr/>
        </p:nvCxnSpPr>
        <p:spPr>
          <a:xfrm flipV="1">
            <a:off x="30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1" name="Connector 70"/>
          <p:cNvCxnSpPr/>
          <p:nvPr/>
        </p:nvCxnSpPr>
        <p:spPr>
          <a:xfrm>
            <a:off x="30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2" name="Connector 71"/>
          <p:cNvCxnSpPr/>
          <p:nvPr/>
        </p:nvCxnSpPr>
        <p:spPr>
          <a:xfrm flipV="1">
            <a:off x="31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3" name="Connector 72"/>
          <p:cNvCxnSpPr/>
          <p:nvPr/>
        </p:nvCxnSpPr>
        <p:spPr>
          <a:xfrm>
            <a:off x="31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4" name="Connector 73"/>
          <p:cNvCxnSpPr/>
          <p:nvPr/>
        </p:nvCxnSpPr>
        <p:spPr>
          <a:xfrm flipV="1">
            <a:off x="31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5" name="Connector 74"/>
          <p:cNvCxnSpPr/>
          <p:nvPr/>
        </p:nvCxnSpPr>
        <p:spPr>
          <a:xfrm>
            <a:off x="31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6" name="Connector 75"/>
          <p:cNvCxnSpPr/>
          <p:nvPr/>
        </p:nvCxnSpPr>
        <p:spPr>
          <a:xfrm flipV="1">
            <a:off x="31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7" name="Connector 76"/>
          <p:cNvCxnSpPr/>
          <p:nvPr/>
        </p:nvCxnSpPr>
        <p:spPr>
          <a:xfrm>
            <a:off x="31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8" name="Connector 77"/>
          <p:cNvCxnSpPr/>
          <p:nvPr/>
        </p:nvCxnSpPr>
        <p:spPr>
          <a:xfrm flipV="1">
            <a:off x="32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9" name="Connector 78"/>
          <p:cNvCxnSpPr/>
          <p:nvPr/>
        </p:nvCxnSpPr>
        <p:spPr>
          <a:xfrm>
            <a:off x="32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0" name="Connector 79"/>
          <p:cNvCxnSpPr/>
          <p:nvPr/>
        </p:nvCxnSpPr>
        <p:spPr>
          <a:xfrm flipV="1">
            <a:off x="32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1" name="Connector 80"/>
          <p:cNvCxnSpPr/>
          <p:nvPr/>
        </p:nvCxnSpPr>
        <p:spPr>
          <a:xfrm>
            <a:off x="32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2" name="Connector 81"/>
          <p:cNvCxnSpPr/>
          <p:nvPr/>
        </p:nvCxnSpPr>
        <p:spPr>
          <a:xfrm flipV="1">
            <a:off x="32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3" name="Connector 82"/>
          <p:cNvCxnSpPr/>
          <p:nvPr/>
        </p:nvCxnSpPr>
        <p:spPr>
          <a:xfrm>
            <a:off x="32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4" name="Connector 83"/>
          <p:cNvCxnSpPr/>
          <p:nvPr/>
        </p:nvCxnSpPr>
        <p:spPr>
          <a:xfrm flipV="1">
            <a:off x="33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5" name="Connector 84"/>
          <p:cNvCxnSpPr/>
          <p:nvPr/>
        </p:nvCxnSpPr>
        <p:spPr>
          <a:xfrm>
            <a:off x="33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6" name="Connector 85"/>
          <p:cNvCxnSpPr/>
          <p:nvPr/>
        </p:nvCxnSpPr>
        <p:spPr>
          <a:xfrm flipV="1">
            <a:off x="33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7" name="Connector 86"/>
          <p:cNvCxnSpPr/>
          <p:nvPr/>
        </p:nvCxnSpPr>
        <p:spPr>
          <a:xfrm>
            <a:off x="33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8" name="Connector 87"/>
          <p:cNvCxnSpPr/>
          <p:nvPr/>
        </p:nvCxnSpPr>
        <p:spPr>
          <a:xfrm flipV="1">
            <a:off x="34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9" name="Connector 88"/>
          <p:cNvCxnSpPr/>
          <p:nvPr/>
        </p:nvCxnSpPr>
        <p:spPr>
          <a:xfrm>
            <a:off x="34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0" name="Connector 89"/>
          <p:cNvCxnSpPr/>
          <p:nvPr/>
        </p:nvCxnSpPr>
        <p:spPr>
          <a:xfrm flipV="1">
            <a:off x="34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1" name="Connector 90"/>
          <p:cNvCxnSpPr/>
          <p:nvPr/>
        </p:nvCxnSpPr>
        <p:spPr>
          <a:xfrm>
            <a:off x="34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2" name="Connector 91"/>
          <p:cNvCxnSpPr/>
          <p:nvPr/>
        </p:nvCxnSpPr>
        <p:spPr>
          <a:xfrm flipV="1">
            <a:off x="34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3" name="Connector 92"/>
          <p:cNvCxnSpPr/>
          <p:nvPr/>
        </p:nvCxnSpPr>
        <p:spPr>
          <a:xfrm>
            <a:off x="34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4" name="Connector 93"/>
          <p:cNvCxnSpPr/>
          <p:nvPr/>
        </p:nvCxnSpPr>
        <p:spPr>
          <a:xfrm flipV="1">
            <a:off x="35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5" name="Connector 94"/>
          <p:cNvCxnSpPr/>
          <p:nvPr/>
        </p:nvCxnSpPr>
        <p:spPr>
          <a:xfrm>
            <a:off x="35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6" name="Connector 95"/>
          <p:cNvCxnSpPr/>
          <p:nvPr/>
        </p:nvCxnSpPr>
        <p:spPr>
          <a:xfrm flipV="1">
            <a:off x="35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7" name="Connector 96"/>
          <p:cNvCxnSpPr/>
          <p:nvPr/>
        </p:nvCxnSpPr>
        <p:spPr>
          <a:xfrm>
            <a:off x="35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8" name="Connector 97"/>
          <p:cNvCxnSpPr/>
          <p:nvPr/>
        </p:nvCxnSpPr>
        <p:spPr>
          <a:xfrm flipV="1">
            <a:off x="35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9" name="Connector 98"/>
          <p:cNvCxnSpPr/>
          <p:nvPr/>
        </p:nvCxnSpPr>
        <p:spPr>
          <a:xfrm>
            <a:off x="35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0" name="Connector 99"/>
          <p:cNvCxnSpPr/>
          <p:nvPr/>
        </p:nvCxnSpPr>
        <p:spPr>
          <a:xfrm flipV="1">
            <a:off x="36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1" name="Connector 100"/>
          <p:cNvCxnSpPr/>
          <p:nvPr/>
        </p:nvCxnSpPr>
        <p:spPr>
          <a:xfrm>
            <a:off x="36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2" name="Connector 101"/>
          <p:cNvCxnSpPr/>
          <p:nvPr/>
        </p:nvCxnSpPr>
        <p:spPr>
          <a:xfrm flipV="1">
            <a:off x="36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3" name="Connector 102"/>
          <p:cNvCxnSpPr/>
          <p:nvPr/>
        </p:nvCxnSpPr>
        <p:spPr>
          <a:xfrm>
            <a:off x="36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4" name="Connector 103"/>
          <p:cNvCxnSpPr/>
          <p:nvPr/>
        </p:nvCxnSpPr>
        <p:spPr>
          <a:xfrm flipV="1">
            <a:off x="36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5" name="Connector 104"/>
          <p:cNvCxnSpPr/>
          <p:nvPr/>
        </p:nvCxnSpPr>
        <p:spPr>
          <a:xfrm>
            <a:off x="36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6" name="Connector 105"/>
          <p:cNvCxnSpPr/>
          <p:nvPr/>
        </p:nvCxnSpPr>
        <p:spPr>
          <a:xfrm flipV="1">
            <a:off x="37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7" name="Connector 106"/>
          <p:cNvCxnSpPr/>
          <p:nvPr/>
        </p:nvCxnSpPr>
        <p:spPr>
          <a:xfrm>
            <a:off x="37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8" name="Connector 107"/>
          <p:cNvCxnSpPr/>
          <p:nvPr/>
        </p:nvCxnSpPr>
        <p:spPr>
          <a:xfrm flipV="1">
            <a:off x="37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9" name="Connector 108"/>
          <p:cNvCxnSpPr/>
          <p:nvPr/>
        </p:nvCxnSpPr>
        <p:spPr>
          <a:xfrm>
            <a:off x="37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0" name="Connector 109"/>
          <p:cNvCxnSpPr/>
          <p:nvPr/>
        </p:nvCxnSpPr>
        <p:spPr>
          <a:xfrm flipV="1">
            <a:off x="37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1" name="Connector 110"/>
          <p:cNvCxnSpPr/>
          <p:nvPr/>
        </p:nvCxnSpPr>
        <p:spPr>
          <a:xfrm>
            <a:off x="37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2" name="Connector 111"/>
          <p:cNvCxnSpPr/>
          <p:nvPr/>
        </p:nvCxnSpPr>
        <p:spPr>
          <a:xfrm flipV="1">
            <a:off x="38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3" name="Connector 112"/>
          <p:cNvCxnSpPr/>
          <p:nvPr/>
        </p:nvCxnSpPr>
        <p:spPr>
          <a:xfrm>
            <a:off x="38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4" name="Connector 113"/>
          <p:cNvCxnSpPr/>
          <p:nvPr/>
        </p:nvCxnSpPr>
        <p:spPr>
          <a:xfrm flipV="1">
            <a:off x="38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5" name="Connector 114"/>
          <p:cNvCxnSpPr/>
          <p:nvPr/>
        </p:nvCxnSpPr>
        <p:spPr>
          <a:xfrm>
            <a:off x="38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6" name="Connector 115"/>
          <p:cNvCxnSpPr/>
          <p:nvPr/>
        </p:nvCxnSpPr>
        <p:spPr>
          <a:xfrm flipV="1">
            <a:off x="39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7" name="Connector 116"/>
          <p:cNvCxnSpPr/>
          <p:nvPr/>
        </p:nvCxnSpPr>
        <p:spPr>
          <a:xfrm>
            <a:off x="39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8" name="Connector 117"/>
          <p:cNvCxnSpPr/>
          <p:nvPr/>
        </p:nvCxnSpPr>
        <p:spPr>
          <a:xfrm flipV="1">
            <a:off x="39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9" name="Connector 118"/>
          <p:cNvCxnSpPr/>
          <p:nvPr/>
        </p:nvCxnSpPr>
        <p:spPr>
          <a:xfrm>
            <a:off x="39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0" name="Connector 119"/>
          <p:cNvCxnSpPr/>
          <p:nvPr/>
        </p:nvCxnSpPr>
        <p:spPr>
          <a:xfrm flipV="1">
            <a:off x="39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1" name="Connector 120"/>
          <p:cNvCxnSpPr/>
          <p:nvPr/>
        </p:nvCxnSpPr>
        <p:spPr>
          <a:xfrm>
            <a:off x="39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2" name="Connector 121"/>
          <p:cNvCxnSpPr/>
          <p:nvPr/>
        </p:nvCxnSpPr>
        <p:spPr>
          <a:xfrm flipV="1">
            <a:off x="40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3" name="Connector 122"/>
          <p:cNvCxnSpPr/>
          <p:nvPr/>
        </p:nvCxnSpPr>
        <p:spPr>
          <a:xfrm>
            <a:off x="40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4" name="Connector 123"/>
          <p:cNvCxnSpPr/>
          <p:nvPr/>
        </p:nvCxnSpPr>
        <p:spPr>
          <a:xfrm flipV="1">
            <a:off x="40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5" name="Connector 124"/>
          <p:cNvCxnSpPr/>
          <p:nvPr/>
        </p:nvCxnSpPr>
        <p:spPr>
          <a:xfrm>
            <a:off x="40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6" name="Connector 125"/>
          <p:cNvCxnSpPr/>
          <p:nvPr/>
        </p:nvCxnSpPr>
        <p:spPr>
          <a:xfrm flipV="1">
            <a:off x="40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7" name="Connector 126"/>
          <p:cNvCxnSpPr/>
          <p:nvPr/>
        </p:nvCxnSpPr>
        <p:spPr>
          <a:xfrm>
            <a:off x="40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8" name="Connector 127"/>
          <p:cNvCxnSpPr/>
          <p:nvPr/>
        </p:nvCxnSpPr>
        <p:spPr>
          <a:xfrm flipV="1">
            <a:off x="41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9" name="Connector 128"/>
          <p:cNvCxnSpPr/>
          <p:nvPr/>
        </p:nvCxnSpPr>
        <p:spPr>
          <a:xfrm>
            <a:off x="41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0" name="Connector 129"/>
          <p:cNvCxnSpPr/>
          <p:nvPr/>
        </p:nvCxnSpPr>
        <p:spPr>
          <a:xfrm flipV="1">
            <a:off x="41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1" name="Connector 130"/>
          <p:cNvCxnSpPr/>
          <p:nvPr/>
        </p:nvCxnSpPr>
        <p:spPr>
          <a:xfrm>
            <a:off x="41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2" name="Connector 131"/>
          <p:cNvCxnSpPr/>
          <p:nvPr/>
        </p:nvCxnSpPr>
        <p:spPr>
          <a:xfrm flipV="1">
            <a:off x="41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3" name="Connector 132"/>
          <p:cNvCxnSpPr/>
          <p:nvPr/>
        </p:nvCxnSpPr>
        <p:spPr>
          <a:xfrm>
            <a:off x="41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4" name="Connector 133"/>
          <p:cNvCxnSpPr/>
          <p:nvPr/>
        </p:nvCxnSpPr>
        <p:spPr>
          <a:xfrm flipV="1">
            <a:off x="42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5" name="Connector 134"/>
          <p:cNvCxnSpPr/>
          <p:nvPr/>
        </p:nvCxnSpPr>
        <p:spPr>
          <a:xfrm>
            <a:off x="42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6" name="Connector 135"/>
          <p:cNvCxnSpPr/>
          <p:nvPr/>
        </p:nvCxnSpPr>
        <p:spPr>
          <a:xfrm flipV="1">
            <a:off x="42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7" name="Connector 136"/>
          <p:cNvCxnSpPr/>
          <p:nvPr/>
        </p:nvCxnSpPr>
        <p:spPr>
          <a:xfrm>
            <a:off x="42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8" name="Connector 137"/>
          <p:cNvCxnSpPr/>
          <p:nvPr/>
        </p:nvCxnSpPr>
        <p:spPr>
          <a:xfrm flipV="1">
            <a:off x="43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9" name="Connector 138"/>
          <p:cNvCxnSpPr/>
          <p:nvPr/>
        </p:nvCxnSpPr>
        <p:spPr>
          <a:xfrm>
            <a:off x="43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0" name="Connector 139"/>
          <p:cNvCxnSpPr/>
          <p:nvPr/>
        </p:nvCxnSpPr>
        <p:spPr>
          <a:xfrm flipV="1">
            <a:off x="43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1" name="Connector 140"/>
          <p:cNvCxnSpPr/>
          <p:nvPr/>
        </p:nvCxnSpPr>
        <p:spPr>
          <a:xfrm>
            <a:off x="43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2" name="Connector 141"/>
          <p:cNvCxnSpPr/>
          <p:nvPr/>
        </p:nvCxnSpPr>
        <p:spPr>
          <a:xfrm flipV="1">
            <a:off x="43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3" name="Connector 142"/>
          <p:cNvCxnSpPr/>
          <p:nvPr/>
        </p:nvCxnSpPr>
        <p:spPr>
          <a:xfrm>
            <a:off x="43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4" name="Connector 143"/>
          <p:cNvCxnSpPr/>
          <p:nvPr/>
        </p:nvCxnSpPr>
        <p:spPr>
          <a:xfrm flipV="1">
            <a:off x="44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5" name="Connector 144"/>
          <p:cNvCxnSpPr/>
          <p:nvPr/>
        </p:nvCxnSpPr>
        <p:spPr>
          <a:xfrm>
            <a:off x="44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6" name="Connector 145"/>
          <p:cNvCxnSpPr/>
          <p:nvPr/>
        </p:nvCxnSpPr>
        <p:spPr>
          <a:xfrm flipV="1">
            <a:off x="44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7" name="Connector 146"/>
          <p:cNvCxnSpPr/>
          <p:nvPr/>
        </p:nvCxnSpPr>
        <p:spPr>
          <a:xfrm>
            <a:off x="44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8" name="Connector 147"/>
          <p:cNvCxnSpPr/>
          <p:nvPr/>
        </p:nvCxnSpPr>
        <p:spPr>
          <a:xfrm flipV="1">
            <a:off x="44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9" name="Connector 148"/>
          <p:cNvCxnSpPr/>
          <p:nvPr/>
        </p:nvCxnSpPr>
        <p:spPr>
          <a:xfrm>
            <a:off x="44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0" name="Connector 149"/>
          <p:cNvCxnSpPr/>
          <p:nvPr/>
        </p:nvCxnSpPr>
        <p:spPr>
          <a:xfrm flipV="1">
            <a:off x="45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1" name="Connector 150"/>
          <p:cNvCxnSpPr/>
          <p:nvPr/>
        </p:nvCxnSpPr>
        <p:spPr>
          <a:xfrm>
            <a:off x="45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2" name="Connector 151"/>
          <p:cNvCxnSpPr/>
          <p:nvPr/>
        </p:nvCxnSpPr>
        <p:spPr>
          <a:xfrm flipV="1">
            <a:off x="45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3" name="Connector 152"/>
          <p:cNvCxnSpPr/>
          <p:nvPr/>
        </p:nvCxnSpPr>
        <p:spPr>
          <a:xfrm>
            <a:off x="45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4" name="Connector 153"/>
          <p:cNvCxnSpPr/>
          <p:nvPr/>
        </p:nvCxnSpPr>
        <p:spPr>
          <a:xfrm flipV="1">
            <a:off x="45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5" name="Connector 154"/>
          <p:cNvCxnSpPr/>
          <p:nvPr/>
        </p:nvCxnSpPr>
        <p:spPr>
          <a:xfrm>
            <a:off x="45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6" name="Connector 155"/>
          <p:cNvCxnSpPr/>
          <p:nvPr/>
        </p:nvCxnSpPr>
        <p:spPr>
          <a:xfrm flipV="1">
            <a:off x="46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7" name="Connector 156"/>
          <p:cNvCxnSpPr/>
          <p:nvPr/>
        </p:nvCxnSpPr>
        <p:spPr>
          <a:xfrm>
            <a:off x="46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8" name="Connector 157"/>
          <p:cNvCxnSpPr/>
          <p:nvPr/>
        </p:nvCxnSpPr>
        <p:spPr>
          <a:xfrm flipV="1">
            <a:off x="46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9" name="Connector 158"/>
          <p:cNvCxnSpPr/>
          <p:nvPr/>
        </p:nvCxnSpPr>
        <p:spPr>
          <a:xfrm>
            <a:off x="46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0" name="Connector 159"/>
          <p:cNvCxnSpPr/>
          <p:nvPr/>
        </p:nvCxnSpPr>
        <p:spPr>
          <a:xfrm flipV="1">
            <a:off x="46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1" name="Connector 160"/>
          <p:cNvCxnSpPr/>
          <p:nvPr/>
        </p:nvCxnSpPr>
        <p:spPr>
          <a:xfrm>
            <a:off x="46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2" name="Connector 161"/>
          <p:cNvCxnSpPr/>
          <p:nvPr/>
        </p:nvCxnSpPr>
        <p:spPr>
          <a:xfrm flipV="1">
            <a:off x="47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3" name="Connector 162"/>
          <p:cNvCxnSpPr/>
          <p:nvPr/>
        </p:nvCxnSpPr>
        <p:spPr>
          <a:xfrm>
            <a:off x="47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4" name="Connector 163"/>
          <p:cNvCxnSpPr/>
          <p:nvPr/>
        </p:nvCxnSpPr>
        <p:spPr>
          <a:xfrm flipV="1">
            <a:off x="47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5" name="Connector 164"/>
          <p:cNvCxnSpPr/>
          <p:nvPr/>
        </p:nvCxnSpPr>
        <p:spPr>
          <a:xfrm>
            <a:off x="47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6" name="Connector 165"/>
          <p:cNvCxnSpPr/>
          <p:nvPr/>
        </p:nvCxnSpPr>
        <p:spPr>
          <a:xfrm flipV="1">
            <a:off x="48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7" name="Connector 166"/>
          <p:cNvCxnSpPr/>
          <p:nvPr/>
        </p:nvCxnSpPr>
        <p:spPr>
          <a:xfrm>
            <a:off x="48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8" name="Connector 167"/>
          <p:cNvCxnSpPr/>
          <p:nvPr/>
        </p:nvCxnSpPr>
        <p:spPr>
          <a:xfrm flipV="1">
            <a:off x="48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9" name="Connector 168"/>
          <p:cNvCxnSpPr/>
          <p:nvPr/>
        </p:nvCxnSpPr>
        <p:spPr>
          <a:xfrm>
            <a:off x="48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0" name="Connector 169"/>
          <p:cNvCxnSpPr/>
          <p:nvPr/>
        </p:nvCxnSpPr>
        <p:spPr>
          <a:xfrm flipV="1">
            <a:off x="48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1" name="Connector 170"/>
          <p:cNvCxnSpPr/>
          <p:nvPr/>
        </p:nvCxnSpPr>
        <p:spPr>
          <a:xfrm>
            <a:off x="48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2" name="Connector 171"/>
          <p:cNvCxnSpPr/>
          <p:nvPr/>
        </p:nvCxnSpPr>
        <p:spPr>
          <a:xfrm flipV="1">
            <a:off x="49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3" name="Connector 172"/>
          <p:cNvCxnSpPr/>
          <p:nvPr/>
        </p:nvCxnSpPr>
        <p:spPr>
          <a:xfrm>
            <a:off x="49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4" name="Connector 173"/>
          <p:cNvCxnSpPr/>
          <p:nvPr/>
        </p:nvCxnSpPr>
        <p:spPr>
          <a:xfrm flipV="1">
            <a:off x="49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5" name="Connector 174"/>
          <p:cNvCxnSpPr/>
          <p:nvPr/>
        </p:nvCxnSpPr>
        <p:spPr>
          <a:xfrm>
            <a:off x="49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6" name="Connector 175"/>
          <p:cNvCxnSpPr/>
          <p:nvPr/>
        </p:nvCxnSpPr>
        <p:spPr>
          <a:xfrm flipV="1">
            <a:off x="49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7" name="Connector 176"/>
          <p:cNvCxnSpPr/>
          <p:nvPr/>
        </p:nvCxnSpPr>
        <p:spPr>
          <a:xfrm>
            <a:off x="49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8" name="Connector 177"/>
          <p:cNvCxnSpPr/>
          <p:nvPr/>
        </p:nvCxnSpPr>
        <p:spPr>
          <a:xfrm flipV="1">
            <a:off x="50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9" name="Connector 178"/>
          <p:cNvCxnSpPr/>
          <p:nvPr/>
        </p:nvCxnSpPr>
        <p:spPr>
          <a:xfrm>
            <a:off x="50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0" name="Connector 179"/>
          <p:cNvCxnSpPr/>
          <p:nvPr/>
        </p:nvCxnSpPr>
        <p:spPr>
          <a:xfrm flipV="1">
            <a:off x="50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1" name="Connector 180"/>
          <p:cNvCxnSpPr/>
          <p:nvPr/>
        </p:nvCxnSpPr>
        <p:spPr>
          <a:xfrm>
            <a:off x="50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2" name="Connector 181"/>
          <p:cNvCxnSpPr/>
          <p:nvPr/>
        </p:nvCxnSpPr>
        <p:spPr>
          <a:xfrm flipV="1">
            <a:off x="50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3" name="Connector 182"/>
          <p:cNvCxnSpPr/>
          <p:nvPr/>
        </p:nvCxnSpPr>
        <p:spPr>
          <a:xfrm>
            <a:off x="50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4" name="Connector 183"/>
          <p:cNvCxnSpPr/>
          <p:nvPr/>
        </p:nvCxnSpPr>
        <p:spPr>
          <a:xfrm flipV="1">
            <a:off x="51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5" name="Connector 184"/>
          <p:cNvCxnSpPr/>
          <p:nvPr/>
        </p:nvCxnSpPr>
        <p:spPr>
          <a:xfrm>
            <a:off x="51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6" name="Connector 185"/>
          <p:cNvCxnSpPr/>
          <p:nvPr/>
        </p:nvCxnSpPr>
        <p:spPr>
          <a:xfrm flipV="1">
            <a:off x="51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7" name="Connector 186"/>
          <p:cNvCxnSpPr/>
          <p:nvPr/>
        </p:nvCxnSpPr>
        <p:spPr>
          <a:xfrm>
            <a:off x="51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8" name="Connector 187"/>
          <p:cNvCxnSpPr/>
          <p:nvPr/>
        </p:nvCxnSpPr>
        <p:spPr>
          <a:xfrm flipV="1">
            <a:off x="52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9" name="Connector 188"/>
          <p:cNvCxnSpPr/>
          <p:nvPr/>
        </p:nvCxnSpPr>
        <p:spPr>
          <a:xfrm>
            <a:off x="52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0" name="Connector 189"/>
          <p:cNvCxnSpPr/>
          <p:nvPr/>
        </p:nvCxnSpPr>
        <p:spPr>
          <a:xfrm flipV="1">
            <a:off x="52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1" name="Connector 190"/>
          <p:cNvCxnSpPr/>
          <p:nvPr/>
        </p:nvCxnSpPr>
        <p:spPr>
          <a:xfrm>
            <a:off x="52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2" name="Connector 191"/>
          <p:cNvCxnSpPr/>
          <p:nvPr/>
        </p:nvCxnSpPr>
        <p:spPr>
          <a:xfrm flipV="1">
            <a:off x="52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3" name="Connector 192"/>
          <p:cNvCxnSpPr/>
          <p:nvPr/>
        </p:nvCxnSpPr>
        <p:spPr>
          <a:xfrm>
            <a:off x="52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4" name="Connector 193"/>
          <p:cNvCxnSpPr/>
          <p:nvPr/>
        </p:nvCxnSpPr>
        <p:spPr>
          <a:xfrm flipV="1">
            <a:off x="53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5" name="Connector 194"/>
          <p:cNvCxnSpPr/>
          <p:nvPr/>
        </p:nvCxnSpPr>
        <p:spPr>
          <a:xfrm>
            <a:off x="53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6" name="Connector 195"/>
          <p:cNvCxnSpPr/>
          <p:nvPr/>
        </p:nvCxnSpPr>
        <p:spPr>
          <a:xfrm flipV="1">
            <a:off x="53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7" name="Connector 196"/>
          <p:cNvCxnSpPr/>
          <p:nvPr/>
        </p:nvCxnSpPr>
        <p:spPr>
          <a:xfrm>
            <a:off x="53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8" name="Connector 197"/>
          <p:cNvCxnSpPr/>
          <p:nvPr/>
        </p:nvCxnSpPr>
        <p:spPr>
          <a:xfrm flipV="1">
            <a:off x="53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9" name="Connector 198"/>
          <p:cNvCxnSpPr/>
          <p:nvPr/>
        </p:nvCxnSpPr>
        <p:spPr>
          <a:xfrm>
            <a:off x="53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0" name="Connector 199"/>
          <p:cNvCxnSpPr/>
          <p:nvPr/>
        </p:nvCxnSpPr>
        <p:spPr>
          <a:xfrm flipV="1">
            <a:off x="54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1" name="Connector 200"/>
          <p:cNvCxnSpPr/>
          <p:nvPr/>
        </p:nvCxnSpPr>
        <p:spPr>
          <a:xfrm>
            <a:off x="54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2" name="Connector 201"/>
          <p:cNvCxnSpPr/>
          <p:nvPr/>
        </p:nvCxnSpPr>
        <p:spPr>
          <a:xfrm flipV="1">
            <a:off x="54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3" name="Connector 202"/>
          <p:cNvCxnSpPr/>
          <p:nvPr/>
        </p:nvCxnSpPr>
        <p:spPr>
          <a:xfrm>
            <a:off x="54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4" name="Connector 203"/>
          <p:cNvCxnSpPr/>
          <p:nvPr/>
        </p:nvCxnSpPr>
        <p:spPr>
          <a:xfrm flipV="1">
            <a:off x="54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5" name="Connector 204"/>
          <p:cNvCxnSpPr/>
          <p:nvPr/>
        </p:nvCxnSpPr>
        <p:spPr>
          <a:xfrm>
            <a:off x="54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6" name="Connector 205"/>
          <p:cNvCxnSpPr/>
          <p:nvPr/>
        </p:nvCxnSpPr>
        <p:spPr>
          <a:xfrm flipV="1">
            <a:off x="55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7" name="Connector 206"/>
          <p:cNvCxnSpPr/>
          <p:nvPr/>
        </p:nvCxnSpPr>
        <p:spPr>
          <a:xfrm>
            <a:off x="55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8" name="Connector 207"/>
          <p:cNvCxnSpPr/>
          <p:nvPr/>
        </p:nvCxnSpPr>
        <p:spPr>
          <a:xfrm flipV="1">
            <a:off x="55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9" name="Connector 208"/>
          <p:cNvCxnSpPr/>
          <p:nvPr/>
        </p:nvCxnSpPr>
        <p:spPr>
          <a:xfrm>
            <a:off x="55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0" name="Connector 209"/>
          <p:cNvCxnSpPr/>
          <p:nvPr/>
        </p:nvCxnSpPr>
        <p:spPr>
          <a:xfrm flipV="1">
            <a:off x="55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1" name="Connector 210"/>
          <p:cNvCxnSpPr/>
          <p:nvPr/>
        </p:nvCxnSpPr>
        <p:spPr>
          <a:xfrm>
            <a:off x="55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2" name="Connector 211"/>
          <p:cNvCxnSpPr/>
          <p:nvPr/>
        </p:nvCxnSpPr>
        <p:spPr>
          <a:xfrm flipV="1">
            <a:off x="56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3" name="Connector 212"/>
          <p:cNvCxnSpPr/>
          <p:nvPr/>
        </p:nvCxnSpPr>
        <p:spPr>
          <a:xfrm>
            <a:off x="56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4" name="Connector 213"/>
          <p:cNvCxnSpPr/>
          <p:nvPr/>
        </p:nvCxnSpPr>
        <p:spPr>
          <a:xfrm flipV="1">
            <a:off x="56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5" name="Connector 214"/>
          <p:cNvCxnSpPr/>
          <p:nvPr/>
        </p:nvCxnSpPr>
        <p:spPr>
          <a:xfrm>
            <a:off x="56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6" name="Connector 215"/>
          <p:cNvCxnSpPr/>
          <p:nvPr/>
        </p:nvCxnSpPr>
        <p:spPr>
          <a:xfrm flipV="1">
            <a:off x="57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7" name="Connector 216"/>
          <p:cNvCxnSpPr/>
          <p:nvPr/>
        </p:nvCxnSpPr>
        <p:spPr>
          <a:xfrm>
            <a:off x="57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8" name="Connector 217"/>
          <p:cNvCxnSpPr/>
          <p:nvPr/>
        </p:nvCxnSpPr>
        <p:spPr>
          <a:xfrm flipV="1">
            <a:off x="57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9" name="Connector 218"/>
          <p:cNvCxnSpPr/>
          <p:nvPr/>
        </p:nvCxnSpPr>
        <p:spPr>
          <a:xfrm>
            <a:off x="57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0" name="Connector 219"/>
          <p:cNvCxnSpPr/>
          <p:nvPr/>
        </p:nvCxnSpPr>
        <p:spPr>
          <a:xfrm flipV="1">
            <a:off x="57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1" name="Connector 220"/>
          <p:cNvCxnSpPr/>
          <p:nvPr/>
        </p:nvCxnSpPr>
        <p:spPr>
          <a:xfrm>
            <a:off x="57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2" name="Connector 221"/>
          <p:cNvCxnSpPr/>
          <p:nvPr/>
        </p:nvCxnSpPr>
        <p:spPr>
          <a:xfrm flipV="1">
            <a:off x="58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3" name="Connector 222"/>
          <p:cNvCxnSpPr/>
          <p:nvPr/>
        </p:nvCxnSpPr>
        <p:spPr>
          <a:xfrm>
            <a:off x="58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4" name="Connector 223"/>
          <p:cNvCxnSpPr/>
          <p:nvPr/>
        </p:nvCxnSpPr>
        <p:spPr>
          <a:xfrm flipV="1">
            <a:off x="58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5" name="Connector 224"/>
          <p:cNvCxnSpPr/>
          <p:nvPr/>
        </p:nvCxnSpPr>
        <p:spPr>
          <a:xfrm>
            <a:off x="58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6" name="Connector 225"/>
          <p:cNvCxnSpPr/>
          <p:nvPr/>
        </p:nvCxnSpPr>
        <p:spPr>
          <a:xfrm flipV="1">
            <a:off x="58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7" name="Connector 226"/>
          <p:cNvCxnSpPr/>
          <p:nvPr/>
        </p:nvCxnSpPr>
        <p:spPr>
          <a:xfrm>
            <a:off x="58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8" name="Connector 227"/>
          <p:cNvCxnSpPr/>
          <p:nvPr/>
        </p:nvCxnSpPr>
        <p:spPr>
          <a:xfrm flipV="1">
            <a:off x="59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9" name="Connector 228"/>
          <p:cNvCxnSpPr/>
          <p:nvPr/>
        </p:nvCxnSpPr>
        <p:spPr>
          <a:xfrm>
            <a:off x="59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0" name="Connector 229"/>
          <p:cNvCxnSpPr/>
          <p:nvPr/>
        </p:nvCxnSpPr>
        <p:spPr>
          <a:xfrm flipV="1">
            <a:off x="59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1" name="Connector 230"/>
          <p:cNvCxnSpPr/>
          <p:nvPr/>
        </p:nvCxnSpPr>
        <p:spPr>
          <a:xfrm>
            <a:off x="59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2" name="Connector 231"/>
          <p:cNvCxnSpPr/>
          <p:nvPr/>
        </p:nvCxnSpPr>
        <p:spPr>
          <a:xfrm flipV="1">
            <a:off x="59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3" name="Connector 232"/>
          <p:cNvCxnSpPr/>
          <p:nvPr/>
        </p:nvCxnSpPr>
        <p:spPr>
          <a:xfrm>
            <a:off x="59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4" name="Connector 233"/>
          <p:cNvCxnSpPr/>
          <p:nvPr/>
        </p:nvCxnSpPr>
        <p:spPr>
          <a:xfrm flipV="1">
            <a:off x="60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5" name="Connector 234"/>
          <p:cNvCxnSpPr/>
          <p:nvPr/>
        </p:nvCxnSpPr>
        <p:spPr>
          <a:xfrm>
            <a:off x="60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6" name="Connector 235"/>
          <p:cNvCxnSpPr/>
          <p:nvPr/>
        </p:nvCxnSpPr>
        <p:spPr>
          <a:xfrm flipV="1">
            <a:off x="60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7" name="Connector 236"/>
          <p:cNvCxnSpPr/>
          <p:nvPr/>
        </p:nvCxnSpPr>
        <p:spPr>
          <a:xfrm>
            <a:off x="60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8" name="Connector 237"/>
          <p:cNvCxnSpPr/>
          <p:nvPr/>
        </p:nvCxnSpPr>
        <p:spPr>
          <a:xfrm flipV="1">
            <a:off x="61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9" name="Connector 238"/>
          <p:cNvCxnSpPr/>
          <p:nvPr/>
        </p:nvCxnSpPr>
        <p:spPr>
          <a:xfrm>
            <a:off x="61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0" name="Connector 239"/>
          <p:cNvCxnSpPr/>
          <p:nvPr/>
        </p:nvCxnSpPr>
        <p:spPr>
          <a:xfrm flipV="1">
            <a:off x="61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1" name="Connector 240"/>
          <p:cNvCxnSpPr/>
          <p:nvPr/>
        </p:nvCxnSpPr>
        <p:spPr>
          <a:xfrm>
            <a:off x="61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2" name="Connector 241"/>
          <p:cNvCxnSpPr/>
          <p:nvPr/>
        </p:nvCxnSpPr>
        <p:spPr>
          <a:xfrm flipV="1">
            <a:off x="61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3" name="Connector 242"/>
          <p:cNvCxnSpPr/>
          <p:nvPr/>
        </p:nvCxnSpPr>
        <p:spPr>
          <a:xfrm>
            <a:off x="61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4" name="Connector 243"/>
          <p:cNvCxnSpPr/>
          <p:nvPr/>
        </p:nvCxnSpPr>
        <p:spPr>
          <a:xfrm flipV="1">
            <a:off x="62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5" name="Connector 244"/>
          <p:cNvCxnSpPr/>
          <p:nvPr/>
        </p:nvCxnSpPr>
        <p:spPr>
          <a:xfrm>
            <a:off x="62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6" name="Connector 245"/>
          <p:cNvCxnSpPr/>
          <p:nvPr/>
        </p:nvCxnSpPr>
        <p:spPr>
          <a:xfrm flipV="1">
            <a:off x="62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7" name="Connector 246"/>
          <p:cNvCxnSpPr/>
          <p:nvPr/>
        </p:nvCxnSpPr>
        <p:spPr>
          <a:xfrm>
            <a:off x="62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8" name="Connector 247"/>
          <p:cNvCxnSpPr/>
          <p:nvPr/>
        </p:nvCxnSpPr>
        <p:spPr>
          <a:xfrm flipV="1">
            <a:off x="62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9" name="Connector 248"/>
          <p:cNvCxnSpPr/>
          <p:nvPr/>
        </p:nvCxnSpPr>
        <p:spPr>
          <a:xfrm>
            <a:off x="62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0" name="Connector 249"/>
          <p:cNvCxnSpPr/>
          <p:nvPr/>
        </p:nvCxnSpPr>
        <p:spPr>
          <a:xfrm flipV="1">
            <a:off x="63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1" name="Connector 250"/>
          <p:cNvCxnSpPr/>
          <p:nvPr/>
        </p:nvCxnSpPr>
        <p:spPr>
          <a:xfrm>
            <a:off x="63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2" name="Connector 251"/>
          <p:cNvCxnSpPr/>
          <p:nvPr/>
        </p:nvCxnSpPr>
        <p:spPr>
          <a:xfrm flipV="1">
            <a:off x="63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3" name="Connector 252"/>
          <p:cNvCxnSpPr/>
          <p:nvPr/>
        </p:nvCxnSpPr>
        <p:spPr>
          <a:xfrm>
            <a:off x="63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4" name="Connector 253"/>
          <p:cNvCxnSpPr/>
          <p:nvPr/>
        </p:nvCxnSpPr>
        <p:spPr>
          <a:xfrm flipV="1">
            <a:off x="63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5" name="Connector 254"/>
          <p:cNvCxnSpPr/>
          <p:nvPr/>
        </p:nvCxnSpPr>
        <p:spPr>
          <a:xfrm>
            <a:off x="63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6" name="Connector 255"/>
          <p:cNvCxnSpPr/>
          <p:nvPr/>
        </p:nvCxnSpPr>
        <p:spPr>
          <a:xfrm flipV="1">
            <a:off x="64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7" name="Connector 256"/>
          <p:cNvCxnSpPr/>
          <p:nvPr/>
        </p:nvCxnSpPr>
        <p:spPr>
          <a:xfrm>
            <a:off x="64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8" name="Connector 257"/>
          <p:cNvCxnSpPr/>
          <p:nvPr/>
        </p:nvCxnSpPr>
        <p:spPr>
          <a:xfrm flipV="1">
            <a:off x="64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9" name="Connector 258"/>
          <p:cNvCxnSpPr/>
          <p:nvPr/>
        </p:nvCxnSpPr>
        <p:spPr>
          <a:xfrm>
            <a:off x="64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0" name="Connector 259"/>
          <p:cNvCxnSpPr/>
          <p:nvPr/>
        </p:nvCxnSpPr>
        <p:spPr>
          <a:xfrm flipV="1">
            <a:off x="64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1" name="Connector 260"/>
          <p:cNvCxnSpPr/>
          <p:nvPr/>
        </p:nvCxnSpPr>
        <p:spPr>
          <a:xfrm>
            <a:off x="64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2" name="Connector 261"/>
          <p:cNvCxnSpPr/>
          <p:nvPr/>
        </p:nvCxnSpPr>
        <p:spPr>
          <a:xfrm flipV="1">
            <a:off x="65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3" name="Connector 262"/>
          <p:cNvCxnSpPr/>
          <p:nvPr/>
        </p:nvCxnSpPr>
        <p:spPr>
          <a:xfrm>
            <a:off x="65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4" name="Connector 263"/>
          <p:cNvCxnSpPr/>
          <p:nvPr/>
        </p:nvCxnSpPr>
        <p:spPr>
          <a:xfrm flipV="1">
            <a:off x="65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5" name="Connector 264"/>
          <p:cNvCxnSpPr/>
          <p:nvPr/>
        </p:nvCxnSpPr>
        <p:spPr>
          <a:xfrm>
            <a:off x="65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6" name="Connector 265"/>
          <p:cNvCxnSpPr/>
          <p:nvPr/>
        </p:nvCxnSpPr>
        <p:spPr>
          <a:xfrm flipV="1">
            <a:off x="66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7" name="Connector 266"/>
          <p:cNvCxnSpPr/>
          <p:nvPr/>
        </p:nvCxnSpPr>
        <p:spPr>
          <a:xfrm>
            <a:off x="66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8" name="Connector 267"/>
          <p:cNvCxnSpPr/>
          <p:nvPr/>
        </p:nvCxnSpPr>
        <p:spPr>
          <a:xfrm flipV="1">
            <a:off x="66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9" name="Connector 268"/>
          <p:cNvCxnSpPr/>
          <p:nvPr/>
        </p:nvCxnSpPr>
        <p:spPr>
          <a:xfrm>
            <a:off x="66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0" name="Connector 269"/>
          <p:cNvCxnSpPr/>
          <p:nvPr/>
        </p:nvCxnSpPr>
        <p:spPr>
          <a:xfrm flipV="1">
            <a:off x="66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1" name="Connector 270"/>
          <p:cNvCxnSpPr/>
          <p:nvPr/>
        </p:nvCxnSpPr>
        <p:spPr>
          <a:xfrm>
            <a:off x="66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2" name="Connector 271"/>
          <p:cNvCxnSpPr/>
          <p:nvPr/>
        </p:nvCxnSpPr>
        <p:spPr>
          <a:xfrm flipV="1">
            <a:off x="67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3" name="Connector 272"/>
          <p:cNvCxnSpPr/>
          <p:nvPr/>
        </p:nvCxnSpPr>
        <p:spPr>
          <a:xfrm>
            <a:off x="67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4" name="Connector 273"/>
          <p:cNvCxnSpPr/>
          <p:nvPr/>
        </p:nvCxnSpPr>
        <p:spPr>
          <a:xfrm flipV="1">
            <a:off x="67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5" name="Connector 274"/>
          <p:cNvCxnSpPr/>
          <p:nvPr/>
        </p:nvCxnSpPr>
        <p:spPr>
          <a:xfrm>
            <a:off x="67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6" name="Connector 275"/>
          <p:cNvCxnSpPr/>
          <p:nvPr/>
        </p:nvCxnSpPr>
        <p:spPr>
          <a:xfrm flipV="1">
            <a:off x="67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7" name="Connector 276"/>
          <p:cNvCxnSpPr/>
          <p:nvPr/>
        </p:nvCxnSpPr>
        <p:spPr>
          <a:xfrm>
            <a:off x="67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8" name="Connector 277"/>
          <p:cNvCxnSpPr/>
          <p:nvPr/>
        </p:nvCxnSpPr>
        <p:spPr>
          <a:xfrm flipV="1">
            <a:off x="68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9" name="Connector 278"/>
          <p:cNvCxnSpPr/>
          <p:nvPr/>
        </p:nvCxnSpPr>
        <p:spPr>
          <a:xfrm>
            <a:off x="68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0" name="Connector 279"/>
          <p:cNvCxnSpPr/>
          <p:nvPr/>
        </p:nvCxnSpPr>
        <p:spPr>
          <a:xfrm flipV="1">
            <a:off x="68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1" name="Connector 280"/>
          <p:cNvCxnSpPr/>
          <p:nvPr/>
        </p:nvCxnSpPr>
        <p:spPr>
          <a:xfrm>
            <a:off x="68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2" name="Connector 281"/>
          <p:cNvCxnSpPr/>
          <p:nvPr/>
        </p:nvCxnSpPr>
        <p:spPr>
          <a:xfrm flipV="1">
            <a:off x="68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3" name="Connector 282"/>
          <p:cNvCxnSpPr/>
          <p:nvPr/>
        </p:nvCxnSpPr>
        <p:spPr>
          <a:xfrm>
            <a:off x="68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4" name="Connector 283"/>
          <p:cNvCxnSpPr/>
          <p:nvPr/>
        </p:nvCxnSpPr>
        <p:spPr>
          <a:xfrm flipV="1">
            <a:off x="69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5" name="Connector 284"/>
          <p:cNvCxnSpPr/>
          <p:nvPr/>
        </p:nvCxnSpPr>
        <p:spPr>
          <a:xfrm>
            <a:off x="69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6" name="Connector 285"/>
          <p:cNvCxnSpPr/>
          <p:nvPr/>
        </p:nvCxnSpPr>
        <p:spPr>
          <a:xfrm flipV="1">
            <a:off x="69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7" name="Connector 286"/>
          <p:cNvCxnSpPr/>
          <p:nvPr/>
        </p:nvCxnSpPr>
        <p:spPr>
          <a:xfrm>
            <a:off x="69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8" name="Connector 287"/>
          <p:cNvCxnSpPr/>
          <p:nvPr/>
        </p:nvCxnSpPr>
        <p:spPr>
          <a:xfrm flipV="1">
            <a:off x="70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9" name="Connector 288"/>
          <p:cNvCxnSpPr/>
          <p:nvPr/>
        </p:nvCxnSpPr>
        <p:spPr>
          <a:xfrm>
            <a:off x="70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0" name="Connector 289"/>
          <p:cNvCxnSpPr/>
          <p:nvPr/>
        </p:nvCxnSpPr>
        <p:spPr>
          <a:xfrm flipV="1">
            <a:off x="70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1" name="Connector 290"/>
          <p:cNvCxnSpPr/>
          <p:nvPr/>
        </p:nvCxnSpPr>
        <p:spPr>
          <a:xfrm>
            <a:off x="70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2" name="Connector 291"/>
          <p:cNvCxnSpPr/>
          <p:nvPr/>
        </p:nvCxnSpPr>
        <p:spPr>
          <a:xfrm flipV="1">
            <a:off x="7074000" y="3326400"/>
            <a:ext cx="352800" cy="70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3" name="Connector 292"/>
          <p:cNvCxnSpPr/>
          <p:nvPr/>
        </p:nvCxnSpPr>
        <p:spPr>
          <a:xfrm>
            <a:off x="7074000" y="3312000"/>
            <a:ext cx="352800" cy="70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4" name="Connector 293"/>
          <p:cNvCxnSpPr/>
          <p:nvPr/>
        </p:nvCxnSpPr>
        <p:spPr>
          <a:xfrm flipV="1">
            <a:off x="7110000" y="3398400"/>
            <a:ext cx="316800" cy="63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5" name="Connector 294"/>
          <p:cNvCxnSpPr/>
          <p:nvPr/>
        </p:nvCxnSpPr>
        <p:spPr>
          <a:xfrm>
            <a:off x="7110000" y="3312000"/>
            <a:ext cx="316800" cy="63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6" name="Connector 295"/>
          <p:cNvCxnSpPr/>
          <p:nvPr/>
        </p:nvCxnSpPr>
        <p:spPr>
          <a:xfrm flipV="1">
            <a:off x="7146000" y="3470400"/>
            <a:ext cx="280800" cy="56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7" name="Connector 296"/>
          <p:cNvCxnSpPr/>
          <p:nvPr/>
        </p:nvCxnSpPr>
        <p:spPr>
          <a:xfrm>
            <a:off x="7146000" y="3312000"/>
            <a:ext cx="280800" cy="56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8" name="Connector 297"/>
          <p:cNvCxnSpPr/>
          <p:nvPr/>
        </p:nvCxnSpPr>
        <p:spPr>
          <a:xfrm flipV="1">
            <a:off x="7182000" y="3542400"/>
            <a:ext cx="244800" cy="48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9" name="Connector 298"/>
          <p:cNvCxnSpPr/>
          <p:nvPr/>
        </p:nvCxnSpPr>
        <p:spPr>
          <a:xfrm>
            <a:off x="7182000" y="3312000"/>
            <a:ext cx="244800" cy="48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0" name="Connector 299"/>
          <p:cNvCxnSpPr/>
          <p:nvPr/>
        </p:nvCxnSpPr>
        <p:spPr>
          <a:xfrm flipV="1">
            <a:off x="7218000" y="3614400"/>
            <a:ext cx="208800" cy="41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1" name="Connector 300"/>
          <p:cNvCxnSpPr/>
          <p:nvPr/>
        </p:nvCxnSpPr>
        <p:spPr>
          <a:xfrm>
            <a:off x="7218000" y="3312000"/>
            <a:ext cx="208800" cy="41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2" name="Connector 301"/>
          <p:cNvCxnSpPr/>
          <p:nvPr/>
        </p:nvCxnSpPr>
        <p:spPr>
          <a:xfrm flipV="1">
            <a:off x="7254000" y="3686400"/>
            <a:ext cx="172800" cy="34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3" name="Connector 302"/>
          <p:cNvCxnSpPr/>
          <p:nvPr/>
        </p:nvCxnSpPr>
        <p:spPr>
          <a:xfrm>
            <a:off x="7254000" y="3312000"/>
            <a:ext cx="172800" cy="34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4" name="Connector 303"/>
          <p:cNvCxnSpPr/>
          <p:nvPr/>
        </p:nvCxnSpPr>
        <p:spPr>
          <a:xfrm flipV="1">
            <a:off x="7290000" y="3758400"/>
            <a:ext cx="136800" cy="27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5" name="Connector 304"/>
          <p:cNvCxnSpPr/>
          <p:nvPr/>
        </p:nvCxnSpPr>
        <p:spPr>
          <a:xfrm>
            <a:off x="7290000" y="3312000"/>
            <a:ext cx="136800" cy="27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6" name="Connector 305"/>
          <p:cNvCxnSpPr/>
          <p:nvPr/>
        </p:nvCxnSpPr>
        <p:spPr>
          <a:xfrm flipV="1">
            <a:off x="7326000" y="3830400"/>
            <a:ext cx="100800" cy="20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7" name="Connector 306"/>
          <p:cNvCxnSpPr/>
          <p:nvPr/>
        </p:nvCxnSpPr>
        <p:spPr>
          <a:xfrm>
            <a:off x="7326000" y="3312000"/>
            <a:ext cx="100800" cy="20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8" name="Connector 307"/>
          <p:cNvCxnSpPr/>
          <p:nvPr/>
        </p:nvCxnSpPr>
        <p:spPr>
          <a:xfrm flipV="1">
            <a:off x="7362000" y="3902400"/>
            <a:ext cx="64800" cy="12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9" name="Connector 308"/>
          <p:cNvCxnSpPr/>
          <p:nvPr/>
        </p:nvCxnSpPr>
        <p:spPr>
          <a:xfrm>
            <a:off x="7362000" y="3312000"/>
            <a:ext cx="64800" cy="12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10" name="Connector 309"/>
          <p:cNvCxnSpPr/>
          <p:nvPr/>
        </p:nvCxnSpPr>
        <p:spPr>
          <a:xfrm flipV="1">
            <a:off x="7398000" y="3974400"/>
            <a:ext cx="28800" cy="5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11" name="Connector 310"/>
          <p:cNvCxnSpPr/>
          <p:nvPr/>
        </p:nvCxnSpPr>
        <p:spPr>
          <a:xfrm>
            <a:off x="7398000" y="3312000"/>
            <a:ext cx="28800" cy="5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sp>
        <p:nvSpPr>
          <p:cNvPr id="312" name="Rectangle 311"/>
          <p:cNvSpPr/>
          <p:nvPr/>
        </p:nvSpPr>
        <p:spPr>
          <a:xfrm>
            <a:off x="2646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38187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50139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62091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73818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2646000" y="691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18" name="Connector 317"/>
          <p:cNvCxnSpPr/>
          <p:nvPr/>
        </p:nvCxnSpPr>
        <p:spPr>
          <a:xfrm>
            <a:off x="2691000" y="695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19" name="Rectangle 318"/>
          <p:cNvSpPr/>
          <p:nvPr/>
        </p:nvSpPr>
        <p:spPr>
          <a:xfrm>
            <a:off x="2646000" y="619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0" name="Connector 319"/>
          <p:cNvCxnSpPr/>
          <p:nvPr/>
        </p:nvCxnSpPr>
        <p:spPr>
          <a:xfrm>
            <a:off x="2691000" y="623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21" name="Rectangle 320"/>
          <p:cNvSpPr/>
          <p:nvPr/>
        </p:nvSpPr>
        <p:spPr>
          <a:xfrm>
            <a:off x="2646000" y="547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2" name="Connector 321"/>
          <p:cNvCxnSpPr/>
          <p:nvPr/>
        </p:nvCxnSpPr>
        <p:spPr>
          <a:xfrm>
            <a:off x="2691000" y="551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23" name="Rectangle 322"/>
          <p:cNvSpPr/>
          <p:nvPr/>
        </p:nvSpPr>
        <p:spPr>
          <a:xfrm>
            <a:off x="2646000" y="475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4" name="Connector 323"/>
          <p:cNvCxnSpPr/>
          <p:nvPr/>
        </p:nvCxnSpPr>
        <p:spPr>
          <a:xfrm>
            <a:off x="2691000" y="479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25" name="Rectangle 324"/>
          <p:cNvSpPr/>
          <p:nvPr/>
        </p:nvSpPr>
        <p:spPr>
          <a:xfrm>
            <a:off x="2646000" y="403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6" name="Connector 325"/>
          <p:cNvCxnSpPr/>
          <p:nvPr/>
        </p:nvCxnSpPr>
        <p:spPr>
          <a:xfrm>
            <a:off x="2691000" y="407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cxnSp>
        <p:nvCxnSpPr>
          <p:cNvPr id="327" name="Connector 326"/>
          <p:cNvCxnSpPr/>
          <p:nvPr/>
        </p:nvCxnSpPr>
        <p:spPr>
          <a:xfrm flipV="1">
            <a:off x="32436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28" name="Connector 327"/>
          <p:cNvCxnSpPr/>
          <p:nvPr/>
        </p:nvCxnSpPr>
        <p:spPr>
          <a:xfrm>
            <a:off x="31680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29" name="Rectangle 328"/>
          <p:cNvSpPr/>
          <p:nvPr/>
        </p:nvSpPr>
        <p:spPr>
          <a:xfrm>
            <a:off x="2916000" y="673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2940300" y="670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1" name="Connector 330"/>
          <p:cNvCxnSpPr/>
          <p:nvPr/>
        </p:nvCxnSpPr>
        <p:spPr>
          <a:xfrm>
            <a:off x="2930400" y="683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32" name="Rectangle 331"/>
          <p:cNvSpPr/>
          <p:nvPr/>
        </p:nvSpPr>
        <p:spPr>
          <a:xfrm>
            <a:off x="3087000" y="669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3117132" y="665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4" name="Connector 333"/>
          <p:cNvCxnSpPr/>
          <p:nvPr/>
        </p:nvCxnSpPr>
        <p:spPr>
          <a:xfrm>
            <a:off x="3101400" y="681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35" name="Rectangle 334"/>
          <p:cNvSpPr/>
          <p:nvPr/>
        </p:nvSpPr>
        <p:spPr>
          <a:xfrm>
            <a:off x="2916000" y="527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2937384" y="524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7" name="Connector 336"/>
          <p:cNvCxnSpPr/>
          <p:nvPr/>
        </p:nvCxnSpPr>
        <p:spPr>
          <a:xfrm>
            <a:off x="2930400" y="538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38" name="Rectangle 337"/>
          <p:cNvSpPr/>
          <p:nvPr/>
        </p:nvSpPr>
        <p:spPr>
          <a:xfrm>
            <a:off x="3087000" y="529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3111300" y="526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0" name="Connector 339"/>
          <p:cNvCxnSpPr/>
          <p:nvPr/>
        </p:nvCxnSpPr>
        <p:spPr>
          <a:xfrm>
            <a:off x="3101400" y="539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41" name="Connector 340"/>
          <p:cNvCxnSpPr/>
          <p:nvPr/>
        </p:nvCxnSpPr>
        <p:spPr>
          <a:xfrm flipV="1">
            <a:off x="44388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42" name="Connector 341"/>
          <p:cNvCxnSpPr/>
          <p:nvPr/>
        </p:nvCxnSpPr>
        <p:spPr>
          <a:xfrm>
            <a:off x="43632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43" name="Rectangle 342"/>
          <p:cNvSpPr/>
          <p:nvPr/>
        </p:nvSpPr>
        <p:spPr>
          <a:xfrm>
            <a:off x="4111200" y="597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4141332" y="593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5" name="Connector 344"/>
          <p:cNvCxnSpPr/>
          <p:nvPr/>
        </p:nvCxnSpPr>
        <p:spPr>
          <a:xfrm>
            <a:off x="4125600" y="609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46" name="Rectangle 345"/>
          <p:cNvSpPr/>
          <p:nvPr/>
        </p:nvSpPr>
        <p:spPr>
          <a:xfrm>
            <a:off x="4282200" y="599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4303584" y="596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8" name="Connector 347"/>
          <p:cNvCxnSpPr/>
          <p:nvPr/>
        </p:nvCxnSpPr>
        <p:spPr>
          <a:xfrm>
            <a:off x="4296600" y="610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49" name="Rectangle 348"/>
          <p:cNvSpPr/>
          <p:nvPr/>
        </p:nvSpPr>
        <p:spPr>
          <a:xfrm>
            <a:off x="4111200" y="457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4135500" y="454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1" name="Connector 350"/>
          <p:cNvCxnSpPr/>
          <p:nvPr/>
        </p:nvCxnSpPr>
        <p:spPr>
          <a:xfrm>
            <a:off x="4125600" y="467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52" name="Rectangle 351"/>
          <p:cNvSpPr/>
          <p:nvPr/>
        </p:nvSpPr>
        <p:spPr>
          <a:xfrm>
            <a:off x="4282200" y="453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4312332" y="449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4" name="Connector 353"/>
          <p:cNvCxnSpPr/>
          <p:nvPr/>
        </p:nvCxnSpPr>
        <p:spPr>
          <a:xfrm>
            <a:off x="4296600" y="465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55" name="Connector 354"/>
          <p:cNvCxnSpPr/>
          <p:nvPr/>
        </p:nvCxnSpPr>
        <p:spPr>
          <a:xfrm flipV="1">
            <a:off x="56340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56" name="Connector 355"/>
          <p:cNvCxnSpPr/>
          <p:nvPr/>
        </p:nvCxnSpPr>
        <p:spPr>
          <a:xfrm>
            <a:off x="55584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57" name="Rectangle 356"/>
          <p:cNvSpPr/>
          <p:nvPr/>
        </p:nvSpPr>
        <p:spPr>
          <a:xfrm>
            <a:off x="5306400" y="673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5330700" y="670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9" name="Connector 358"/>
          <p:cNvCxnSpPr/>
          <p:nvPr/>
        </p:nvCxnSpPr>
        <p:spPr>
          <a:xfrm>
            <a:off x="5320800" y="683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60" name="Rectangle 359"/>
          <p:cNvSpPr/>
          <p:nvPr/>
        </p:nvSpPr>
        <p:spPr>
          <a:xfrm>
            <a:off x="5477400" y="669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5507532" y="665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2" name="Connector 361"/>
          <p:cNvCxnSpPr/>
          <p:nvPr/>
        </p:nvCxnSpPr>
        <p:spPr>
          <a:xfrm>
            <a:off x="5491800" y="681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63" name="Rectangle 362"/>
          <p:cNvSpPr/>
          <p:nvPr/>
        </p:nvSpPr>
        <p:spPr>
          <a:xfrm>
            <a:off x="5306400" y="527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5327784" y="524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5" name="Connector 364"/>
          <p:cNvCxnSpPr/>
          <p:nvPr/>
        </p:nvCxnSpPr>
        <p:spPr>
          <a:xfrm>
            <a:off x="5320800" y="538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66" name="Rectangle 365"/>
          <p:cNvSpPr/>
          <p:nvPr/>
        </p:nvSpPr>
        <p:spPr>
          <a:xfrm>
            <a:off x="5477400" y="529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5501700" y="526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8" name="Connector 367"/>
          <p:cNvCxnSpPr/>
          <p:nvPr/>
        </p:nvCxnSpPr>
        <p:spPr>
          <a:xfrm>
            <a:off x="5491800" y="539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69" name="Connector 368"/>
          <p:cNvCxnSpPr/>
          <p:nvPr/>
        </p:nvCxnSpPr>
        <p:spPr>
          <a:xfrm flipV="1">
            <a:off x="68292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70" name="Connector 369"/>
          <p:cNvCxnSpPr/>
          <p:nvPr/>
        </p:nvCxnSpPr>
        <p:spPr>
          <a:xfrm>
            <a:off x="67536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71" name="Rectangle 370"/>
          <p:cNvSpPr/>
          <p:nvPr/>
        </p:nvSpPr>
        <p:spPr>
          <a:xfrm>
            <a:off x="6501600" y="597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6531731" y="593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3" name="Connector 372"/>
          <p:cNvCxnSpPr/>
          <p:nvPr/>
        </p:nvCxnSpPr>
        <p:spPr>
          <a:xfrm>
            <a:off x="6516000" y="609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74" name="Rectangle 373"/>
          <p:cNvSpPr/>
          <p:nvPr/>
        </p:nvSpPr>
        <p:spPr>
          <a:xfrm>
            <a:off x="6672600" y="599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6693984" y="596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6" name="Connector 375"/>
          <p:cNvCxnSpPr/>
          <p:nvPr/>
        </p:nvCxnSpPr>
        <p:spPr>
          <a:xfrm>
            <a:off x="6687000" y="610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77" name="Rectangle 376"/>
          <p:cNvSpPr/>
          <p:nvPr/>
        </p:nvSpPr>
        <p:spPr>
          <a:xfrm>
            <a:off x="6501600" y="457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6525900" y="454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9" name="Connector 378"/>
          <p:cNvCxnSpPr/>
          <p:nvPr/>
        </p:nvCxnSpPr>
        <p:spPr>
          <a:xfrm>
            <a:off x="6516000" y="467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80" name="Rectangle 379"/>
          <p:cNvSpPr/>
          <p:nvPr/>
        </p:nvSpPr>
        <p:spPr>
          <a:xfrm>
            <a:off x="6672600" y="453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6702731" y="449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2" name="Connector 381"/>
          <p:cNvCxnSpPr/>
          <p:nvPr/>
        </p:nvCxnSpPr>
        <p:spPr>
          <a:xfrm>
            <a:off x="6687000" y="465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83" name="Connector 382"/>
          <p:cNvCxnSpPr/>
          <p:nvPr/>
        </p:nvCxnSpPr>
        <p:spPr>
          <a:xfrm>
            <a:off x="2691000" y="7893000"/>
            <a:ext cx="4690800" cy="0"/>
          </a:xfrm>
          <a:prstGeom prst="line">
            <a:avLst/>
          </a:prstGeom>
          <a:ln w="12700">
            <a:solidFill>
              <a:srgbClr val="9A825A"/>
            </a:solidFill>
          </a:ln>
          <a:effectLst/>
        </p:spPr>
      </p:cxnSp>
      <p:cxnSp>
        <p:nvCxnSpPr>
          <p:cNvPr id="384" name="Connector 383"/>
          <p:cNvCxnSpPr/>
          <p:nvPr/>
        </p:nvCxnSpPr>
        <p:spPr>
          <a:xfrm>
            <a:off x="1836000" y="7992000"/>
            <a:ext cx="0" cy="61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85" name="Connector 384"/>
          <p:cNvCxnSpPr/>
          <p:nvPr/>
        </p:nvCxnSpPr>
        <p:spPr>
          <a:xfrm>
            <a:off x="7426800" y="7992000"/>
            <a:ext cx="0" cy="61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86" name="Connector 385"/>
          <p:cNvCxnSpPr/>
          <p:nvPr/>
        </p:nvCxnSpPr>
        <p:spPr>
          <a:xfrm>
            <a:off x="1836000" y="8604000"/>
            <a:ext cx="55908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87" name="Connector 386"/>
          <p:cNvCxnSpPr/>
          <p:nvPr/>
        </p:nvCxnSpPr>
        <p:spPr>
          <a:xfrm flipV="1">
            <a:off x="1800000" y="856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88" name="Connector 387"/>
          <p:cNvCxnSpPr/>
          <p:nvPr/>
        </p:nvCxnSpPr>
        <p:spPr>
          <a:xfrm flipV="1">
            <a:off x="7390800" y="856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89" name="TextBox 388"/>
          <p:cNvSpPr txBox="1"/>
          <p:nvPr/>
        </p:nvSpPr>
        <p:spPr>
          <a:xfrm>
            <a:off x="4091400" y="8424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3106</a:t>
            </a:r>
          </a:p>
        </p:txBody>
      </p:sp>
      <p:cxnSp>
        <p:nvCxnSpPr>
          <p:cNvPr id="390" name="Connector 389"/>
          <p:cNvCxnSpPr/>
          <p:nvPr/>
        </p:nvCxnSpPr>
        <p:spPr>
          <a:xfrm flipH="1">
            <a:off x="1296000" y="7992000"/>
            <a:ext cx="54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1" name="Connector 390"/>
          <p:cNvCxnSpPr/>
          <p:nvPr/>
        </p:nvCxnSpPr>
        <p:spPr>
          <a:xfrm flipH="1">
            <a:off x="1296000" y="3312000"/>
            <a:ext cx="54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2" name="Connector 391"/>
          <p:cNvCxnSpPr/>
          <p:nvPr/>
        </p:nvCxnSpPr>
        <p:spPr>
          <a:xfrm flipV="1">
            <a:off x="1296000" y="3312000"/>
            <a:ext cx="0" cy="468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3" name="Connector 392"/>
          <p:cNvCxnSpPr/>
          <p:nvPr/>
        </p:nvCxnSpPr>
        <p:spPr>
          <a:xfrm flipV="1">
            <a:off x="1260000" y="79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4" name="Connector 393"/>
          <p:cNvCxnSpPr/>
          <p:nvPr/>
        </p:nvCxnSpPr>
        <p:spPr>
          <a:xfrm flipV="1">
            <a:off x="1260000" y="32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95" name="TextBox 394"/>
          <p:cNvSpPr txBox="1"/>
          <p:nvPr/>
        </p:nvSpPr>
        <p:spPr>
          <a:xfrm>
            <a:off x="864000" y="565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2600</a:t>
            </a:r>
          </a:p>
        </p:txBody>
      </p:sp>
      <p:cxnSp>
        <p:nvCxnSpPr>
          <p:cNvPr id="396" name="Connector 395"/>
          <p:cNvCxnSpPr/>
          <p:nvPr/>
        </p:nvCxnSpPr>
        <p:spPr>
          <a:xfrm>
            <a:off x="26460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7" name="Connector 396"/>
          <p:cNvCxnSpPr/>
          <p:nvPr/>
        </p:nvCxnSpPr>
        <p:spPr>
          <a:xfrm>
            <a:off x="38412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8" name="Connector 397"/>
          <p:cNvCxnSpPr/>
          <p:nvPr/>
        </p:nvCxnSpPr>
        <p:spPr>
          <a:xfrm>
            <a:off x="26460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9" name="Connector 398"/>
          <p:cNvCxnSpPr/>
          <p:nvPr/>
        </p:nvCxnSpPr>
        <p:spPr>
          <a:xfrm flipV="1">
            <a:off x="26100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00" name="Connector 399"/>
          <p:cNvCxnSpPr/>
          <p:nvPr/>
        </p:nvCxnSpPr>
        <p:spPr>
          <a:xfrm flipV="1">
            <a:off x="38052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01" name="TextBox 400"/>
          <p:cNvSpPr txBox="1"/>
          <p:nvPr/>
        </p:nvSpPr>
        <p:spPr>
          <a:xfrm>
            <a:off x="27036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02" name="Connector 401"/>
          <p:cNvCxnSpPr/>
          <p:nvPr/>
        </p:nvCxnSpPr>
        <p:spPr>
          <a:xfrm>
            <a:off x="38412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03" name="Connector 402"/>
          <p:cNvCxnSpPr/>
          <p:nvPr/>
        </p:nvCxnSpPr>
        <p:spPr>
          <a:xfrm>
            <a:off x="50364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04" name="Connector 403"/>
          <p:cNvCxnSpPr/>
          <p:nvPr/>
        </p:nvCxnSpPr>
        <p:spPr>
          <a:xfrm>
            <a:off x="38412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05" name="Connector 404"/>
          <p:cNvCxnSpPr/>
          <p:nvPr/>
        </p:nvCxnSpPr>
        <p:spPr>
          <a:xfrm flipV="1">
            <a:off x="38052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06" name="Connector 405"/>
          <p:cNvCxnSpPr/>
          <p:nvPr/>
        </p:nvCxnSpPr>
        <p:spPr>
          <a:xfrm flipV="1">
            <a:off x="50004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07" name="TextBox 406"/>
          <p:cNvSpPr txBox="1"/>
          <p:nvPr/>
        </p:nvSpPr>
        <p:spPr>
          <a:xfrm>
            <a:off x="38988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08" name="Connector 407"/>
          <p:cNvCxnSpPr/>
          <p:nvPr/>
        </p:nvCxnSpPr>
        <p:spPr>
          <a:xfrm>
            <a:off x="50364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09" name="Connector 408"/>
          <p:cNvCxnSpPr/>
          <p:nvPr/>
        </p:nvCxnSpPr>
        <p:spPr>
          <a:xfrm>
            <a:off x="62316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10" name="Connector 409"/>
          <p:cNvCxnSpPr/>
          <p:nvPr/>
        </p:nvCxnSpPr>
        <p:spPr>
          <a:xfrm>
            <a:off x="50364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1" name="Connector 410"/>
          <p:cNvCxnSpPr/>
          <p:nvPr/>
        </p:nvCxnSpPr>
        <p:spPr>
          <a:xfrm flipV="1">
            <a:off x="50004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2" name="Connector 411"/>
          <p:cNvCxnSpPr/>
          <p:nvPr/>
        </p:nvCxnSpPr>
        <p:spPr>
          <a:xfrm flipV="1">
            <a:off x="61956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13" name="TextBox 412"/>
          <p:cNvSpPr txBox="1"/>
          <p:nvPr/>
        </p:nvSpPr>
        <p:spPr>
          <a:xfrm>
            <a:off x="50940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14" name="Connector 413"/>
          <p:cNvCxnSpPr/>
          <p:nvPr/>
        </p:nvCxnSpPr>
        <p:spPr>
          <a:xfrm>
            <a:off x="62316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15" name="Connector 414"/>
          <p:cNvCxnSpPr/>
          <p:nvPr/>
        </p:nvCxnSpPr>
        <p:spPr>
          <a:xfrm>
            <a:off x="74268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16" name="Connector 415"/>
          <p:cNvCxnSpPr/>
          <p:nvPr/>
        </p:nvCxnSpPr>
        <p:spPr>
          <a:xfrm>
            <a:off x="62316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7" name="Connector 416"/>
          <p:cNvCxnSpPr/>
          <p:nvPr/>
        </p:nvCxnSpPr>
        <p:spPr>
          <a:xfrm flipV="1">
            <a:off x="61956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8" name="Connector 417"/>
          <p:cNvCxnSpPr/>
          <p:nvPr/>
        </p:nvCxnSpPr>
        <p:spPr>
          <a:xfrm flipV="1">
            <a:off x="73908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19" name="TextBox 418"/>
          <p:cNvSpPr txBox="1"/>
          <p:nvPr/>
        </p:nvSpPr>
        <p:spPr>
          <a:xfrm>
            <a:off x="62892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20" name="Connector 419"/>
          <p:cNvCxnSpPr/>
          <p:nvPr/>
        </p:nvCxnSpPr>
        <p:spPr>
          <a:xfrm>
            <a:off x="7426800" y="799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1" name="Connector 420"/>
          <p:cNvCxnSpPr/>
          <p:nvPr/>
        </p:nvCxnSpPr>
        <p:spPr>
          <a:xfrm>
            <a:off x="7426800" y="78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2" name="Connector 421"/>
          <p:cNvCxnSpPr/>
          <p:nvPr/>
        </p:nvCxnSpPr>
        <p:spPr>
          <a:xfrm flipV="1">
            <a:off x="7750800" y="7812000"/>
            <a:ext cx="0" cy="18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23" name="Connector 422"/>
          <p:cNvCxnSpPr/>
          <p:nvPr/>
        </p:nvCxnSpPr>
        <p:spPr>
          <a:xfrm flipV="1">
            <a:off x="7714800" y="79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24" name="Connector 423"/>
          <p:cNvCxnSpPr/>
          <p:nvPr/>
        </p:nvCxnSpPr>
        <p:spPr>
          <a:xfrm flipV="1">
            <a:off x="7714800" y="77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25" name="TextBox 424"/>
          <p:cNvSpPr txBox="1"/>
          <p:nvPr/>
        </p:nvSpPr>
        <p:spPr>
          <a:xfrm>
            <a:off x="7794000" y="7902000"/>
            <a:ext cx="46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100</a:t>
            </a:r>
          </a:p>
        </p:txBody>
      </p:sp>
      <p:cxnSp>
        <p:nvCxnSpPr>
          <p:cNvPr id="426" name="Connector 425"/>
          <p:cNvCxnSpPr/>
          <p:nvPr/>
        </p:nvCxnSpPr>
        <p:spPr>
          <a:xfrm>
            <a:off x="7426800" y="78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7" name="Connector 426"/>
          <p:cNvCxnSpPr/>
          <p:nvPr/>
        </p:nvCxnSpPr>
        <p:spPr>
          <a:xfrm>
            <a:off x="7426800" y="69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8" name="Connector 427"/>
          <p:cNvCxnSpPr/>
          <p:nvPr/>
        </p:nvCxnSpPr>
        <p:spPr>
          <a:xfrm flipV="1">
            <a:off x="7750800" y="6912000"/>
            <a:ext cx="0" cy="90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29" name="Connector 428"/>
          <p:cNvCxnSpPr/>
          <p:nvPr/>
        </p:nvCxnSpPr>
        <p:spPr>
          <a:xfrm flipV="1">
            <a:off x="7714800" y="77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30" name="Connector 429"/>
          <p:cNvCxnSpPr/>
          <p:nvPr/>
        </p:nvCxnSpPr>
        <p:spPr>
          <a:xfrm flipV="1">
            <a:off x="7714800" y="68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31" name="TextBox 430"/>
          <p:cNvSpPr txBox="1"/>
          <p:nvPr/>
        </p:nvSpPr>
        <p:spPr>
          <a:xfrm>
            <a:off x="7794000" y="7362000"/>
            <a:ext cx="46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500</a:t>
            </a:r>
          </a:p>
        </p:txBody>
      </p:sp>
      <p:cxnSp>
        <p:nvCxnSpPr>
          <p:cNvPr id="432" name="Connector 431"/>
          <p:cNvCxnSpPr/>
          <p:nvPr/>
        </p:nvCxnSpPr>
        <p:spPr>
          <a:xfrm>
            <a:off x="7426800" y="69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33" name="Connector 432"/>
          <p:cNvCxnSpPr/>
          <p:nvPr/>
        </p:nvCxnSpPr>
        <p:spPr>
          <a:xfrm>
            <a:off x="7426800" y="619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34" name="Connector 433"/>
          <p:cNvCxnSpPr/>
          <p:nvPr/>
        </p:nvCxnSpPr>
        <p:spPr>
          <a:xfrm flipV="1">
            <a:off x="7750800" y="619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35" name="Connector 434"/>
          <p:cNvCxnSpPr/>
          <p:nvPr/>
        </p:nvCxnSpPr>
        <p:spPr>
          <a:xfrm flipV="1">
            <a:off x="7714800" y="68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36" name="Connector 435"/>
          <p:cNvCxnSpPr/>
          <p:nvPr/>
        </p:nvCxnSpPr>
        <p:spPr>
          <a:xfrm flipV="1">
            <a:off x="7714800" y="61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37" name="TextBox 436"/>
          <p:cNvSpPr txBox="1"/>
          <p:nvPr/>
        </p:nvSpPr>
        <p:spPr>
          <a:xfrm>
            <a:off x="7794000" y="6552000"/>
            <a:ext cx="46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38" name="Connector 437"/>
          <p:cNvCxnSpPr/>
          <p:nvPr/>
        </p:nvCxnSpPr>
        <p:spPr>
          <a:xfrm>
            <a:off x="7426800" y="619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39" name="Connector 438"/>
          <p:cNvCxnSpPr/>
          <p:nvPr/>
        </p:nvCxnSpPr>
        <p:spPr>
          <a:xfrm>
            <a:off x="7426800" y="547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40" name="Connector 439"/>
          <p:cNvCxnSpPr/>
          <p:nvPr/>
        </p:nvCxnSpPr>
        <p:spPr>
          <a:xfrm flipV="1">
            <a:off x="7750800" y="547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1" name="Connector 440"/>
          <p:cNvCxnSpPr/>
          <p:nvPr/>
        </p:nvCxnSpPr>
        <p:spPr>
          <a:xfrm flipV="1">
            <a:off x="7714800" y="61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2" name="Connector 441"/>
          <p:cNvCxnSpPr/>
          <p:nvPr/>
        </p:nvCxnSpPr>
        <p:spPr>
          <a:xfrm flipV="1">
            <a:off x="7714800" y="54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43" name="TextBox 442"/>
          <p:cNvSpPr txBox="1"/>
          <p:nvPr/>
        </p:nvSpPr>
        <p:spPr>
          <a:xfrm>
            <a:off x="7794000" y="5832000"/>
            <a:ext cx="46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44" name="Connector 443"/>
          <p:cNvCxnSpPr/>
          <p:nvPr/>
        </p:nvCxnSpPr>
        <p:spPr>
          <a:xfrm>
            <a:off x="7426800" y="547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45" name="Connector 444"/>
          <p:cNvCxnSpPr/>
          <p:nvPr/>
        </p:nvCxnSpPr>
        <p:spPr>
          <a:xfrm>
            <a:off x="7426800" y="475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46" name="Connector 445"/>
          <p:cNvCxnSpPr/>
          <p:nvPr/>
        </p:nvCxnSpPr>
        <p:spPr>
          <a:xfrm flipV="1">
            <a:off x="7750800" y="475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7" name="Connector 446"/>
          <p:cNvCxnSpPr/>
          <p:nvPr/>
        </p:nvCxnSpPr>
        <p:spPr>
          <a:xfrm flipV="1">
            <a:off x="7714800" y="54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8" name="Connector 447"/>
          <p:cNvCxnSpPr/>
          <p:nvPr/>
        </p:nvCxnSpPr>
        <p:spPr>
          <a:xfrm flipV="1">
            <a:off x="7714800" y="471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49" name="TextBox 448"/>
          <p:cNvSpPr txBox="1"/>
          <p:nvPr/>
        </p:nvSpPr>
        <p:spPr>
          <a:xfrm>
            <a:off x="7794000" y="5112000"/>
            <a:ext cx="46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50" name="Connector 449"/>
          <p:cNvCxnSpPr/>
          <p:nvPr/>
        </p:nvCxnSpPr>
        <p:spPr>
          <a:xfrm>
            <a:off x="7426800" y="475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1" name="Connector 450"/>
          <p:cNvCxnSpPr/>
          <p:nvPr/>
        </p:nvCxnSpPr>
        <p:spPr>
          <a:xfrm>
            <a:off x="7426800" y="403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2" name="Connector 451"/>
          <p:cNvCxnSpPr/>
          <p:nvPr/>
        </p:nvCxnSpPr>
        <p:spPr>
          <a:xfrm flipV="1">
            <a:off x="7750800" y="403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53" name="Connector 452"/>
          <p:cNvCxnSpPr/>
          <p:nvPr/>
        </p:nvCxnSpPr>
        <p:spPr>
          <a:xfrm flipV="1">
            <a:off x="7714800" y="471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54" name="Connector 453"/>
          <p:cNvCxnSpPr/>
          <p:nvPr/>
        </p:nvCxnSpPr>
        <p:spPr>
          <a:xfrm flipV="1">
            <a:off x="7714800" y="399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55" name="TextBox 454"/>
          <p:cNvSpPr txBox="1"/>
          <p:nvPr/>
        </p:nvSpPr>
        <p:spPr>
          <a:xfrm>
            <a:off x="7794000" y="4392000"/>
            <a:ext cx="46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56" name="Connector 455"/>
          <p:cNvCxnSpPr/>
          <p:nvPr/>
        </p:nvCxnSpPr>
        <p:spPr>
          <a:xfrm>
            <a:off x="7426800" y="403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7" name="Connector 456"/>
          <p:cNvCxnSpPr/>
          <p:nvPr/>
        </p:nvCxnSpPr>
        <p:spPr>
          <a:xfrm>
            <a:off x="7426800" y="33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8" name="Connector 457"/>
          <p:cNvCxnSpPr/>
          <p:nvPr/>
        </p:nvCxnSpPr>
        <p:spPr>
          <a:xfrm flipV="1">
            <a:off x="7750800" y="331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59" name="Connector 458"/>
          <p:cNvCxnSpPr/>
          <p:nvPr/>
        </p:nvCxnSpPr>
        <p:spPr>
          <a:xfrm flipV="1">
            <a:off x="7714800" y="399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60" name="Connector 459"/>
          <p:cNvCxnSpPr/>
          <p:nvPr/>
        </p:nvCxnSpPr>
        <p:spPr>
          <a:xfrm flipV="1">
            <a:off x="7714800" y="32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61" name="TextBox 460"/>
          <p:cNvSpPr txBox="1"/>
          <p:nvPr/>
        </p:nvSpPr>
        <p:spPr>
          <a:xfrm>
            <a:off x="7794000" y="3672000"/>
            <a:ext cx="46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sp>
        <p:nvSpPr>
          <p:cNvPr id="468" name="TextBox 467"/>
          <p:cNvSpPr txBox="1"/>
          <p:nvPr/>
        </p:nvSpPr>
        <p:spPr>
          <a:xfrm>
            <a:off x="792000" y="2196000"/>
            <a:ext cx="9360000" cy="3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9A825A"/>
                </a:solidFill>
                <a:latin typeface="Liberation Sans"/>
              </a:defRPr>
            </a:pPr>
            <a:r>
              <a:t>BLACK STEEL  /  NEUTRAL PPC  /  EXPANDED MESH  /  3000 K LED</a:t>
            </a:r>
          </a:p>
        </p:txBody>
      </p:sp>
      <p:cxnSp>
        <p:nvCxnSpPr>
          <p:cNvPr id="480" name="Connector 479"/>
          <p:cNvCxnSpPr/>
          <p:nvPr/>
        </p:nvCxnSpPr>
        <p:spPr>
          <a:xfrm>
            <a:off x="1836000" y="9252000"/>
            <a:ext cx="1800000" cy="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481" name="Connector 480"/>
          <p:cNvCxnSpPr/>
          <p:nvPr/>
        </p:nvCxnSpPr>
        <p:spPr>
          <a:xfrm>
            <a:off x="1836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482" name="Connector 481"/>
          <p:cNvCxnSpPr/>
          <p:nvPr/>
        </p:nvCxnSpPr>
        <p:spPr>
          <a:xfrm>
            <a:off x="2736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483" name="Connector 482"/>
          <p:cNvCxnSpPr/>
          <p:nvPr/>
        </p:nvCxnSpPr>
        <p:spPr>
          <a:xfrm>
            <a:off x="3636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484" name="TextBox 483"/>
          <p:cNvSpPr txBox="1"/>
          <p:nvPr/>
        </p:nvSpPr>
        <p:spPr>
          <a:xfrm>
            <a:off x="1836000" y="9324000"/>
            <a:ext cx="234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0                         1000 mm   |   1:20</a:t>
            </a:r>
          </a:p>
        </p:txBody>
      </p:sp>
      <p:sp>
        <p:nvSpPr>
          <p:cNvPr id="485" name="TextBox 484"/>
          <p:cNvSpPr txBox="1"/>
          <p:nvPr/>
        </p:nvSpPr>
        <p:spPr>
          <a:xfrm>
            <a:off x="1836000" y="9936000"/>
            <a:ext cx="7920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INDICATIVE BOTTLES · NOT A STOCK / CAPACITY SCHEDULE</a:t>
            </a:r>
          </a:p>
        </p:txBody>
      </p:sp>
      <p:sp>
        <p:nvSpPr>
          <p:cNvPr id="486" name="TextBox 485"/>
          <p:cNvSpPr txBox="1"/>
          <p:nvPr/>
        </p:nvSpPr>
        <p:spPr>
          <a:xfrm>
            <a:off x="10224000" y="2340000"/>
            <a:ext cx="4536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SHELF / FRONT EDGE</a:t>
            </a:r>
          </a:p>
        </p:txBody>
      </p:sp>
      <p:sp>
        <p:nvSpPr>
          <p:cNvPr id="487" name="TextBox 486"/>
          <p:cNvSpPr txBox="1"/>
          <p:nvPr/>
        </p:nvSpPr>
        <p:spPr>
          <a:xfrm>
            <a:off x="10224000" y="2628000"/>
            <a:ext cx="4536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SECTION 1:2</a:t>
            </a:r>
          </a:p>
        </p:txBody>
      </p:sp>
      <p:sp>
        <p:nvSpPr>
          <p:cNvPr id="488" name="Rectangle 487"/>
          <p:cNvSpPr/>
          <p:nvPr/>
        </p:nvSpPr>
        <p:spPr>
          <a:xfrm>
            <a:off x="10224000" y="4050000"/>
            <a:ext cx="4500000" cy="54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9" name="Rectangle 488"/>
          <p:cNvSpPr/>
          <p:nvPr/>
        </p:nvSpPr>
        <p:spPr>
          <a:xfrm>
            <a:off x="14670000" y="4050000"/>
            <a:ext cx="54000" cy="45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0" name="Rectangle 489"/>
          <p:cNvSpPr/>
          <p:nvPr/>
        </p:nvSpPr>
        <p:spPr>
          <a:xfrm>
            <a:off x="10494000" y="4104000"/>
            <a:ext cx="360000" cy="36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1" name="Rectangle 490"/>
          <p:cNvSpPr/>
          <p:nvPr/>
        </p:nvSpPr>
        <p:spPr>
          <a:xfrm>
            <a:off x="10522800" y="4132800"/>
            <a:ext cx="302400" cy="30240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92" name="Connector 491"/>
          <p:cNvCxnSpPr/>
          <p:nvPr/>
        </p:nvCxnSpPr>
        <p:spPr>
          <a:xfrm>
            <a:off x="14364000" y="4284000"/>
            <a:ext cx="270000" cy="0"/>
          </a:xfrm>
          <a:prstGeom prst="line">
            <a:avLst/>
          </a:prstGeom>
          <a:ln w="16510">
            <a:solidFill>
              <a:srgbClr val="9A825A"/>
            </a:solidFill>
          </a:ln>
          <a:effectLst/>
        </p:spPr>
      </p:cxnSp>
      <p:cxnSp>
        <p:nvCxnSpPr>
          <p:cNvPr id="493" name="Connector 492"/>
          <p:cNvCxnSpPr/>
          <p:nvPr/>
        </p:nvCxnSpPr>
        <p:spPr>
          <a:xfrm flipV="1">
            <a:off x="10224000" y="3726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94" name="Connector 493"/>
          <p:cNvCxnSpPr/>
          <p:nvPr/>
        </p:nvCxnSpPr>
        <p:spPr>
          <a:xfrm flipV="1">
            <a:off x="14724000" y="3726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95" name="Connector 494"/>
          <p:cNvCxnSpPr/>
          <p:nvPr/>
        </p:nvCxnSpPr>
        <p:spPr>
          <a:xfrm>
            <a:off x="10224000" y="3726000"/>
            <a:ext cx="45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96" name="Connector 495"/>
          <p:cNvCxnSpPr/>
          <p:nvPr/>
        </p:nvCxnSpPr>
        <p:spPr>
          <a:xfrm flipV="1">
            <a:off x="10188000" y="369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97" name="Connector 496"/>
          <p:cNvCxnSpPr/>
          <p:nvPr/>
        </p:nvCxnSpPr>
        <p:spPr>
          <a:xfrm flipV="1">
            <a:off x="14688000" y="369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98" name="TextBox 497"/>
          <p:cNvSpPr txBox="1"/>
          <p:nvPr/>
        </p:nvSpPr>
        <p:spPr>
          <a:xfrm>
            <a:off x="11934000" y="3546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sp>
        <p:nvSpPr>
          <p:cNvPr id="499" name="TextBox 498"/>
          <p:cNvSpPr txBox="1"/>
          <p:nvPr/>
        </p:nvSpPr>
        <p:spPr>
          <a:xfrm>
            <a:off x="10224000" y="4680000"/>
            <a:ext cx="4500000" cy="72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3 mm folded tray · 25 front downstand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20 × 20 × 1.6 support · LED profile TBC #16</a:t>
            </a:r>
          </a:p>
        </p:txBody>
      </p:sp>
      <p:sp>
        <p:nvSpPr>
          <p:cNvPr id="500" name="TextBox 499"/>
          <p:cNvSpPr txBox="1"/>
          <p:nvPr/>
        </p:nvSpPr>
        <p:spPr>
          <a:xfrm>
            <a:off x="10980000" y="6372000"/>
            <a:ext cx="360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CABINET / PLINTH</a:t>
            </a:r>
          </a:p>
        </p:txBody>
      </p:sp>
      <p:sp>
        <p:nvSpPr>
          <p:cNvPr id="501" name="TextBox 500"/>
          <p:cNvSpPr txBox="1"/>
          <p:nvPr/>
        </p:nvSpPr>
        <p:spPr>
          <a:xfrm>
            <a:off x="10980000" y="6660000"/>
            <a:ext cx="360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SECTION 1:5</a:t>
            </a:r>
          </a:p>
        </p:txBody>
      </p:sp>
      <p:sp>
        <p:nvSpPr>
          <p:cNvPr id="502" name="Rectangle 501"/>
          <p:cNvSpPr/>
          <p:nvPr/>
        </p:nvSpPr>
        <p:spPr>
          <a:xfrm>
            <a:off x="11340000" y="6912000"/>
            <a:ext cx="1800000" cy="1872000"/>
          </a:xfrm>
          <a:prstGeom prst="rect">
            <a:avLst/>
          </a:prstGeom>
          <a:solidFill>
            <a:srgbClr val="DED8CD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3" name="Rectangle 502"/>
          <p:cNvSpPr/>
          <p:nvPr/>
        </p:nvSpPr>
        <p:spPr>
          <a:xfrm>
            <a:off x="11340000" y="8784000"/>
            <a:ext cx="1440000" cy="720000"/>
          </a:xfrm>
          <a:prstGeom prst="rect">
            <a:avLst/>
          </a:prstGeom>
          <a:solidFill>
            <a:srgbClr val="51534E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04" name="Connector 503"/>
          <p:cNvCxnSpPr/>
          <p:nvPr/>
        </p:nvCxnSpPr>
        <p:spPr>
          <a:xfrm>
            <a:off x="12780000" y="9072000"/>
            <a:ext cx="324000" cy="0"/>
          </a:xfrm>
          <a:prstGeom prst="line">
            <a:avLst/>
          </a:prstGeom>
          <a:ln w="12700">
            <a:solidFill>
              <a:srgbClr val="9A825A"/>
            </a:solidFill>
          </a:ln>
          <a:effectLst/>
        </p:spPr>
      </p:cxnSp>
      <p:cxnSp>
        <p:nvCxnSpPr>
          <p:cNvPr id="505" name="Connector 504"/>
          <p:cNvCxnSpPr/>
          <p:nvPr/>
        </p:nvCxnSpPr>
        <p:spPr>
          <a:xfrm>
            <a:off x="12780000" y="9504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06" name="Connector 505"/>
          <p:cNvCxnSpPr/>
          <p:nvPr/>
        </p:nvCxnSpPr>
        <p:spPr>
          <a:xfrm>
            <a:off x="13140000" y="9504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07" name="Connector 506"/>
          <p:cNvCxnSpPr/>
          <p:nvPr/>
        </p:nvCxnSpPr>
        <p:spPr>
          <a:xfrm>
            <a:off x="12780000" y="9792000"/>
            <a:ext cx="36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08" name="Connector 507"/>
          <p:cNvCxnSpPr/>
          <p:nvPr/>
        </p:nvCxnSpPr>
        <p:spPr>
          <a:xfrm flipV="1">
            <a:off x="12744000" y="97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09" name="Connector 508"/>
          <p:cNvCxnSpPr/>
          <p:nvPr/>
        </p:nvCxnSpPr>
        <p:spPr>
          <a:xfrm flipV="1">
            <a:off x="13104000" y="97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510" name="TextBox 509"/>
          <p:cNvSpPr txBox="1"/>
          <p:nvPr/>
        </p:nvSpPr>
        <p:spPr>
          <a:xfrm>
            <a:off x="12420000" y="9612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50</a:t>
            </a:r>
          </a:p>
        </p:txBody>
      </p:sp>
      <p:cxnSp>
        <p:nvCxnSpPr>
          <p:cNvPr id="511" name="Connector 510"/>
          <p:cNvCxnSpPr/>
          <p:nvPr/>
        </p:nvCxnSpPr>
        <p:spPr>
          <a:xfrm>
            <a:off x="13140000" y="9504000"/>
            <a:ext cx="28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12" name="Connector 511"/>
          <p:cNvCxnSpPr/>
          <p:nvPr/>
        </p:nvCxnSpPr>
        <p:spPr>
          <a:xfrm>
            <a:off x="13140000" y="8784000"/>
            <a:ext cx="28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13" name="Connector 512"/>
          <p:cNvCxnSpPr/>
          <p:nvPr/>
        </p:nvCxnSpPr>
        <p:spPr>
          <a:xfrm flipV="1">
            <a:off x="13428000" y="8784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14" name="Connector 513"/>
          <p:cNvCxnSpPr/>
          <p:nvPr/>
        </p:nvCxnSpPr>
        <p:spPr>
          <a:xfrm flipV="1">
            <a:off x="13392000" y="946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15" name="Connector 514"/>
          <p:cNvCxnSpPr/>
          <p:nvPr/>
        </p:nvCxnSpPr>
        <p:spPr>
          <a:xfrm flipV="1">
            <a:off x="13392000" y="874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516" name="TextBox 515"/>
          <p:cNvSpPr txBox="1"/>
          <p:nvPr/>
        </p:nvSpPr>
        <p:spPr>
          <a:xfrm>
            <a:off x="12996000" y="9144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100</a:t>
            </a:r>
          </a:p>
        </p:txBody>
      </p:sp>
      <p:sp>
        <p:nvSpPr>
          <p:cNvPr id="517" name="TextBox 516"/>
          <p:cNvSpPr txBox="1"/>
          <p:nvPr/>
        </p:nvSpPr>
        <p:spPr>
          <a:xfrm>
            <a:off x="10980000" y="10116000"/>
            <a:ext cx="3780000" cy="3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100 high · 50 recess · warm toe-kick LED</a:t>
            </a:r>
          </a:p>
        </p:txBody>
      </p:sp>
      <p:cxnSp>
        <p:nvCxnSpPr>
          <p:cNvPr id="518" name="LEADER:EXPANDED MESH"/>
          <p:cNvCxnSpPr/>
          <p:nvPr/>
        </p:nvCxnSpPr>
        <p:spPr>
          <a:xfrm flipV="1">
            <a:off x="7398000" y="3240000"/>
            <a:ext cx="810000" cy="252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LEADER:EXPANDED MESH"/>
          <p:cNvCxnSpPr/>
          <p:nvPr/>
        </p:nvCxnSpPr>
        <p:spPr>
          <a:xfrm>
            <a:off x="8208000" y="3240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0" name="Oval 519"/>
          <p:cNvSpPr/>
          <p:nvPr/>
        </p:nvSpPr>
        <p:spPr>
          <a:xfrm>
            <a:off x="7380000" y="3474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ANNOTATION:EXPANDED MESH title"/>
          <p:cNvSpPr txBox="1"/>
          <p:nvPr/>
        </p:nvSpPr>
        <p:spPr>
          <a:xfrm>
            <a:off x="8532000" y="3168000"/>
            <a:ext cx="1548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EXPANDED MESH</a:t>
            </a:r>
          </a:p>
        </p:txBody>
      </p:sp>
      <p:sp>
        <p:nvSpPr>
          <p:cNvPr id="522" name="ANNOTATION:EXPANDED MESH description"/>
          <p:cNvSpPr txBox="1"/>
          <p:nvPr/>
        </p:nvSpPr>
        <p:spPr>
          <a:xfrm>
            <a:off x="8532000" y="3456000"/>
            <a:ext cx="1548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Upper infill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2200–2600</a:t>
            </a:r>
          </a:p>
        </p:txBody>
      </p:sp>
      <p:cxnSp>
        <p:nvCxnSpPr>
          <p:cNvPr id="523" name="LEADER:BLACK STEEL TRAY"/>
          <p:cNvCxnSpPr/>
          <p:nvPr/>
        </p:nvCxnSpPr>
        <p:spPr>
          <a:xfrm flipV="1">
            <a:off x="7398000" y="5400000"/>
            <a:ext cx="810000" cy="72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LEADER:BLACK STEEL TRAY"/>
          <p:cNvCxnSpPr/>
          <p:nvPr/>
        </p:nvCxnSpPr>
        <p:spPr>
          <a:xfrm>
            <a:off x="8208000" y="5400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5" name="Oval 524"/>
          <p:cNvSpPr/>
          <p:nvPr/>
        </p:nvSpPr>
        <p:spPr>
          <a:xfrm>
            <a:off x="7380000" y="5454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ANNOTATION:BLACK STEEL TRAY title"/>
          <p:cNvSpPr txBox="1"/>
          <p:nvPr/>
        </p:nvSpPr>
        <p:spPr>
          <a:xfrm>
            <a:off x="8532000" y="5328000"/>
            <a:ext cx="1548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BLACK STEEL TRAY</a:t>
            </a:r>
          </a:p>
        </p:txBody>
      </p:sp>
      <p:sp>
        <p:nvSpPr>
          <p:cNvPr id="527" name="ANNOTATION:BLACK STEEL TRAY description"/>
          <p:cNvSpPr txBox="1"/>
          <p:nvPr/>
        </p:nvSpPr>
        <p:spPr>
          <a:xfrm>
            <a:off x="8532000" y="5616000"/>
            <a:ext cx="1548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25 folded downstand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Concealed warm LED</a:t>
            </a:r>
          </a:p>
        </p:txBody>
      </p:sp>
      <p:cxnSp>
        <p:nvCxnSpPr>
          <p:cNvPr id="528" name="LEADER:RECESSED PLINTH"/>
          <p:cNvCxnSpPr/>
          <p:nvPr/>
        </p:nvCxnSpPr>
        <p:spPr>
          <a:xfrm flipV="1">
            <a:off x="7398000" y="7668000"/>
            <a:ext cx="810000" cy="279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" name="LEADER:RECESSED PLINTH"/>
          <p:cNvCxnSpPr/>
          <p:nvPr/>
        </p:nvCxnSpPr>
        <p:spPr>
          <a:xfrm>
            <a:off x="8208000" y="7668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0" name="Oval 529"/>
          <p:cNvSpPr/>
          <p:nvPr/>
        </p:nvSpPr>
        <p:spPr>
          <a:xfrm>
            <a:off x="7380000" y="7929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ANNOTATION:RECESSED PLINTH title"/>
          <p:cNvSpPr txBox="1"/>
          <p:nvPr/>
        </p:nvSpPr>
        <p:spPr>
          <a:xfrm>
            <a:off x="8532000" y="7596000"/>
            <a:ext cx="1548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RECESSED PLINTH</a:t>
            </a:r>
          </a:p>
        </p:txBody>
      </p:sp>
      <p:sp>
        <p:nvSpPr>
          <p:cNvPr id="532" name="ANNOTATION:RECESSED PLINTH description"/>
          <p:cNvSpPr txBox="1"/>
          <p:nvPr/>
        </p:nvSpPr>
        <p:spPr>
          <a:xfrm>
            <a:off x="8532000" y="7884000"/>
            <a:ext cx="1548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100 high · 50 recess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Warm toe-kick light</a:t>
            </a:r>
          </a:p>
        </p:txBody>
      </p:sp>
      <p:sp>
        <p:nvSpPr>
          <p:cNvPr id="533" name="TextBox 532"/>
          <p:cNvSpPr txBox="1"/>
          <p:nvPr/>
        </p:nvSpPr>
        <p:spPr>
          <a:xfrm>
            <a:off x="1836000" y="2520000"/>
            <a:ext cx="972000" cy="6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SOLID COLUMN RETURN</a:t>
            </a:r>
          </a:p>
          <a:p>
            <a:pPr>
              <a:spcAft>
                <a:spcPts val="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Display faces street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Right display / internal elevation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Developed display elevation · interfaces + material codes · bottles indicative only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19" name="GEOM:side-envelope"/>
          <p:cNvSpPr/>
          <p:nvPr/>
        </p:nvSpPr>
        <p:spPr>
          <a:xfrm>
            <a:off x="1836000" y="3312000"/>
            <a:ext cx="5590800" cy="4680000"/>
          </a:xfrm>
          <a:prstGeom prst="rect">
            <a:avLst/>
          </a:prstGeom>
          <a:solidFill>
            <a:srgbClr val="F1EBE0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16800" y="3312000"/>
            <a:ext cx="810000" cy="4680000"/>
          </a:xfrm>
          <a:prstGeom prst="rect">
            <a:avLst/>
          </a:prstGeom>
          <a:solidFill>
            <a:srgbClr val="DDD5C6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61800" y="3357000"/>
            <a:ext cx="720000" cy="4590000"/>
          </a:xfrm>
          <a:prstGeom prst="rect">
            <a:avLst/>
          </a:prstGeom>
          <a:noFill/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168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818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36000" y="7812000"/>
            <a:ext cx="4780800" cy="180000"/>
          </a:xfrm>
          <a:prstGeom prst="rect">
            <a:avLst/>
          </a:prstGeom>
          <a:solidFill>
            <a:srgbClr val="51534E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836000" y="6912000"/>
            <a:ext cx="4780800" cy="900000"/>
          </a:xfrm>
          <a:prstGeom prst="rect">
            <a:avLst/>
          </a:prstGeom>
          <a:solidFill>
            <a:srgbClr val="DED8CD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36000" y="3312000"/>
            <a:ext cx="4780800" cy="720000"/>
          </a:xfrm>
          <a:prstGeom prst="rect">
            <a:avLst/>
          </a:prstGeom>
          <a:solidFill>
            <a:srgbClr val="D3CCBD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 flipV="1">
            <a:off x="1836000" y="3312000"/>
            <a:ext cx="36000" cy="7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1836000" y="3960000"/>
            <a:ext cx="36000" cy="7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 flipV="1">
            <a:off x="1836000" y="3312000"/>
            <a:ext cx="72000" cy="14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1836000" y="3888000"/>
            <a:ext cx="72000" cy="14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 flipV="1">
            <a:off x="1836000" y="3312000"/>
            <a:ext cx="108000" cy="21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1836000" y="3816000"/>
            <a:ext cx="108000" cy="21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V="1">
            <a:off x="1836000" y="3312000"/>
            <a:ext cx="144000" cy="28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1836000" y="3744000"/>
            <a:ext cx="144000" cy="28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 flipV="1">
            <a:off x="1836000" y="3312000"/>
            <a:ext cx="180000" cy="36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>
            <a:off x="1836000" y="3672000"/>
            <a:ext cx="180000" cy="36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 flipV="1">
            <a:off x="1836000" y="3312000"/>
            <a:ext cx="216000" cy="43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>
            <a:off x="1836000" y="3600000"/>
            <a:ext cx="216000" cy="43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 flipV="1">
            <a:off x="1836000" y="3312000"/>
            <a:ext cx="252000" cy="50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>
            <a:off x="1836000" y="3528000"/>
            <a:ext cx="252000" cy="50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2" name="Connector 41"/>
          <p:cNvCxnSpPr/>
          <p:nvPr/>
        </p:nvCxnSpPr>
        <p:spPr>
          <a:xfrm flipV="1">
            <a:off x="1836000" y="3312000"/>
            <a:ext cx="288000" cy="57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3" name="Connector 42"/>
          <p:cNvCxnSpPr/>
          <p:nvPr/>
        </p:nvCxnSpPr>
        <p:spPr>
          <a:xfrm>
            <a:off x="1836000" y="3456000"/>
            <a:ext cx="288000" cy="57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4" name="Connector 43"/>
          <p:cNvCxnSpPr/>
          <p:nvPr/>
        </p:nvCxnSpPr>
        <p:spPr>
          <a:xfrm flipV="1">
            <a:off x="1836000" y="3312000"/>
            <a:ext cx="324000" cy="64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5" name="Connector 44"/>
          <p:cNvCxnSpPr/>
          <p:nvPr/>
        </p:nvCxnSpPr>
        <p:spPr>
          <a:xfrm>
            <a:off x="1836000" y="3384000"/>
            <a:ext cx="324000" cy="64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6" name="Connector 45"/>
          <p:cNvCxnSpPr/>
          <p:nvPr/>
        </p:nvCxnSpPr>
        <p:spPr>
          <a:xfrm flipV="1">
            <a:off x="18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7" name="Connector 46"/>
          <p:cNvCxnSpPr/>
          <p:nvPr/>
        </p:nvCxnSpPr>
        <p:spPr>
          <a:xfrm>
            <a:off x="18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8" name="Connector 47"/>
          <p:cNvCxnSpPr/>
          <p:nvPr/>
        </p:nvCxnSpPr>
        <p:spPr>
          <a:xfrm flipV="1">
            <a:off x="18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9" name="Connector 48"/>
          <p:cNvCxnSpPr/>
          <p:nvPr/>
        </p:nvCxnSpPr>
        <p:spPr>
          <a:xfrm>
            <a:off x="18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0" name="Connector 49"/>
          <p:cNvCxnSpPr/>
          <p:nvPr/>
        </p:nvCxnSpPr>
        <p:spPr>
          <a:xfrm flipV="1">
            <a:off x="19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1" name="Connector 50"/>
          <p:cNvCxnSpPr/>
          <p:nvPr/>
        </p:nvCxnSpPr>
        <p:spPr>
          <a:xfrm>
            <a:off x="19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 flipV="1">
            <a:off x="19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3" name="Connector 52"/>
          <p:cNvCxnSpPr/>
          <p:nvPr/>
        </p:nvCxnSpPr>
        <p:spPr>
          <a:xfrm>
            <a:off x="19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4" name="Connector 53"/>
          <p:cNvCxnSpPr/>
          <p:nvPr/>
        </p:nvCxnSpPr>
        <p:spPr>
          <a:xfrm flipV="1">
            <a:off x="19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5" name="Connector 54"/>
          <p:cNvCxnSpPr/>
          <p:nvPr/>
        </p:nvCxnSpPr>
        <p:spPr>
          <a:xfrm>
            <a:off x="19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6" name="Connector 55"/>
          <p:cNvCxnSpPr/>
          <p:nvPr/>
        </p:nvCxnSpPr>
        <p:spPr>
          <a:xfrm flipV="1">
            <a:off x="20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7" name="Connector 56"/>
          <p:cNvCxnSpPr/>
          <p:nvPr/>
        </p:nvCxnSpPr>
        <p:spPr>
          <a:xfrm>
            <a:off x="20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8" name="Connector 57"/>
          <p:cNvCxnSpPr/>
          <p:nvPr/>
        </p:nvCxnSpPr>
        <p:spPr>
          <a:xfrm flipV="1">
            <a:off x="20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9" name="Connector 58"/>
          <p:cNvCxnSpPr/>
          <p:nvPr/>
        </p:nvCxnSpPr>
        <p:spPr>
          <a:xfrm>
            <a:off x="20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0" name="Connector 59"/>
          <p:cNvCxnSpPr/>
          <p:nvPr/>
        </p:nvCxnSpPr>
        <p:spPr>
          <a:xfrm flipV="1">
            <a:off x="20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1" name="Connector 60"/>
          <p:cNvCxnSpPr/>
          <p:nvPr/>
        </p:nvCxnSpPr>
        <p:spPr>
          <a:xfrm>
            <a:off x="20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2" name="Connector 61"/>
          <p:cNvCxnSpPr/>
          <p:nvPr/>
        </p:nvCxnSpPr>
        <p:spPr>
          <a:xfrm flipV="1">
            <a:off x="21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3" name="Connector 62"/>
          <p:cNvCxnSpPr/>
          <p:nvPr/>
        </p:nvCxnSpPr>
        <p:spPr>
          <a:xfrm>
            <a:off x="21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4" name="Connector 63"/>
          <p:cNvCxnSpPr/>
          <p:nvPr/>
        </p:nvCxnSpPr>
        <p:spPr>
          <a:xfrm flipV="1">
            <a:off x="21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5" name="Connector 64"/>
          <p:cNvCxnSpPr/>
          <p:nvPr/>
        </p:nvCxnSpPr>
        <p:spPr>
          <a:xfrm>
            <a:off x="21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6" name="Connector 65"/>
          <p:cNvCxnSpPr/>
          <p:nvPr/>
        </p:nvCxnSpPr>
        <p:spPr>
          <a:xfrm flipV="1">
            <a:off x="21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7" name="Connector 66"/>
          <p:cNvCxnSpPr/>
          <p:nvPr/>
        </p:nvCxnSpPr>
        <p:spPr>
          <a:xfrm>
            <a:off x="21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8" name="Connector 67"/>
          <p:cNvCxnSpPr/>
          <p:nvPr/>
        </p:nvCxnSpPr>
        <p:spPr>
          <a:xfrm flipV="1">
            <a:off x="22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9" name="Connector 68"/>
          <p:cNvCxnSpPr/>
          <p:nvPr/>
        </p:nvCxnSpPr>
        <p:spPr>
          <a:xfrm>
            <a:off x="22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0" name="Connector 69"/>
          <p:cNvCxnSpPr/>
          <p:nvPr/>
        </p:nvCxnSpPr>
        <p:spPr>
          <a:xfrm flipV="1">
            <a:off x="22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1" name="Connector 70"/>
          <p:cNvCxnSpPr/>
          <p:nvPr/>
        </p:nvCxnSpPr>
        <p:spPr>
          <a:xfrm>
            <a:off x="22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2" name="Connector 71"/>
          <p:cNvCxnSpPr/>
          <p:nvPr/>
        </p:nvCxnSpPr>
        <p:spPr>
          <a:xfrm flipV="1">
            <a:off x="23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3" name="Connector 72"/>
          <p:cNvCxnSpPr/>
          <p:nvPr/>
        </p:nvCxnSpPr>
        <p:spPr>
          <a:xfrm>
            <a:off x="23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4" name="Connector 73"/>
          <p:cNvCxnSpPr/>
          <p:nvPr/>
        </p:nvCxnSpPr>
        <p:spPr>
          <a:xfrm flipV="1">
            <a:off x="23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5" name="Connector 74"/>
          <p:cNvCxnSpPr/>
          <p:nvPr/>
        </p:nvCxnSpPr>
        <p:spPr>
          <a:xfrm>
            <a:off x="23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6" name="Connector 75"/>
          <p:cNvCxnSpPr/>
          <p:nvPr/>
        </p:nvCxnSpPr>
        <p:spPr>
          <a:xfrm flipV="1">
            <a:off x="23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7" name="Connector 76"/>
          <p:cNvCxnSpPr/>
          <p:nvPr/>
        </p:nvCxnSpPr>
        <p:spPr>
          <a:xfrm>
            <a:off x="23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8" name="Connector 77"/>
          <p:cNvCxnSpPr/>
          <p:nvPr/>
        </p:nvCxnSpPr>
        <p:spPr>
          <a:xfrm flipV="1">
            <a:off x="24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9" name="Connector 78"/>
          <p:cNvCxnSpPr/>
          <p:nvPr/>
        </p:nvCxnSpPr>
        <p:spPr>
          <a:xfrm>
            <a:off x="24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0" name="Connector 79"/>
          <p:cNvCxnSpPr/>
          <p:nvPr/>
        </p:nvCxnSpPr>
        <p:spPr>
          <a:xfrm flipV="1">
            <a:off x="24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1" name="Connector 80"/>
          <p:cNvCxnSpPr/>
          <p:nvPr/>
        </p:nvCxnSpPr>
        <p:spPr>
          <a:xfrm>
            <a:off x="24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2" name="Connector 81"/>
          <p:cNvCxnSpPr/>
          <p:nvPr/>
        </p:nvCxnSpPr>
        <p:spPr>
          <a:xfrm flipV="1">
            <a:off x="24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3" name="Connector 82"/>
          <p:cNvCxnSpPr/>
          <p:nvPr/>
        </p:nvCxnSpPr>
        <p:spPr>
          <a:xfrm>
            <a:off x="24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4" name="Connector 83"/>
          <p:cNvCxnSpPr/>
          <p:nvPr/>
        </p:nvCxnSpPr>
        <p:spPr>
          <a:xfrm flipV="1">
            <a:off x="25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5" name="Connector 84"/>
          <p:cNvCxnSpPr/>
          <p:nvPr/>
        </p:nvCxnSpPr>
        <p:spPr>
          <a:xfrm>
            <a:off x="25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6" name="Connector 85"/>
          <p:cNvCxnSpPr/>
          <p:nvPr/>
        </p:nvCxnSpPr>
        <p:spPr>
          <a:xfrm flipV="1">
            <a:off x="25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7" name="Connector 86"/>
          <p:cNvCxnSpPr/>
          <p:nvPr/>
        </p:nvCxnSpPr>
        <p:spPr>
          <a:xfrm>
            <a:off x="25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8" name="Connector 87"/>
          <p:cNvCxnSpPr/>
          <p:nvPr/>
        </p:nvCxnSpPr>
        <p:spPr>
          <a:xfrm flipV="1">
            <a:off x="25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9" name="Connector 88"/>
          <p:cNvCxnSpPr/>
          <p:nvPr/>
        </p:nvCxnSpPr>
        <p:spPr>
          <a:xfrm>
            <a:off x="25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0" name="Connector 89"/>
          <p:cNvCxnSpPr/>
          <p:nvPr/>
        </p:nvCxnSpPr>
        <p:spPr>
          <a:xfrm flipV="1">
            <a:off x="26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1" name="Connector 90"/>
          <p:cNvCxnSpPr/>
          <p:nvPr/>
        </p:nvCxnSpPr>
        <p:spPr>
          <a:xfrm>
            <a:off x="26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2" name="Connector 91"/>
          <p:cNvCxnSpPr/>
          <p:nvPr/>
        </p:nvCxnSpPr>
        <p:spPr>
          <a:xfrm flipV="1">
            <a:off x="26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3" name="Connector 92"/>
          <p:cNvCxnSpPr/>
          <p:nvPr/>
        </p:nvCxnSpPr>
        <p:spPr>
          <a:xfrm>
            <a:off x="26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4" name="Connector 93"/>
          <p:cNvCxnSpPr/>
          <p:nvPr/>
        </p:nvCxnSpPr>
        <p:spPr>
          <a:xfrm flipV="1">
            <a:off x="27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5" name="Connector 94"/>
          <p:cNvCxnSpPr/>
          <p:nvPr/>
        </p:nvCxnSpPr>
        <p:spPr>
          <a:xfrm>
            <a:off x="27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6" name="Connector 95"/>
          <p:cNvCxnSpPr/>
          <p:nvPr/>
        </p:nvCxnSpPr>
        <p:spPr>
          <a:xfrm flipV="1">
            <a:off x="27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7" name="Connector 96"/>
          <p:cNvCxnSpPr/>
          <p:nvPr/>
        </p:nvCxnSpPr>
        <p:spPr>
          <a:xfrm>
            <a:off x="27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8" name="Connector 97"/>
          <p:cNvCxnSpPr/>
          <p:nvPr/>
        </p:nvCxnSpPr>
        <p:spPr>
          <a:xfrm flipV="1">
            <a:off x="27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9" name="Connector 98"/>
          <p:cNvCxnSpPr/>
          <p:nvPr/>
        </p:nvCxnSpPr>
        <p:spPr>
          <a:xfrm>
            <a:off x="27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0" name="Connector 99"/>
          <p:cNvCxnSpPr/>
          <p:nvPr/>
        </p:nvCxnSpPr>
        <p:spPr>
          <a:xfrm flipV="1">
            <a:off x="28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1" name="Connector 100"/>
          <p:cNvCxnSpPr/>
          <p:nvPr/>
        </p:nvCxnSpPr>
        <p:spPr>
          <a:xfrm>
            <a:off x="28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2" name="Connector 101"/>
          <p:cNvCxnSpPr/>
          <p:nvPr/>
        </p:nvCxnSpPr>
        <p:spPr>
          <a:xfrm flipV="1">
            <a:off x="28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3" name="Connector 102"/>
          <p:cNvCxnSpPr/>
          <p:nvPr/>
        </p:nvCxnSpPr>
        <p:spPr>
          <a:xfrm>
            <a:off x="28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4" name="Connector 103"/>
          <p:cNvCxnSpPr/>
          <p:nvPr/>
        </p:nvCxnSpPr>
        <p:spPr>
          <a:xfrm flipV="1">
            <a:off x="28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5" name="Connector 104"/>
          <p:cNvCxnSpPr/>
          <p:nvPr/>
        </p:nvCxnSpPr>
        <p:spPr>
          <a:xfrm>
            <a:off x="28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6" name="Connector 105"/>
          <p:cNvCxnSpPr/>
          <p:nvPr/>
        </p:nvCxnSpPr>
        <p:spPr>
          <a:xfrm flipV="1">
            <a:off x="29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7" name="Connector 106"/>
          <p:cNvCxnSpPr/>
          <p:nvPr/>
        </p:nvCxnSpPr>
        <p:spPr>
          <a:xfrm>
            <a:off x="29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8" name="Connector 107"/>
          <p:cNvCxnSpPr/>
          <p:nvPr/>
        </p:nvCxnSpPr>
        <p:spPr>
          <a:xfrm flipV="1">
            <a:off x="29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9" name="Connector 108"/>
          <p:cNvCxnSpPr/>
          <p:nvPr/>
        </p:nvCxnSpPr>
        <p:spPr>
          <a:xfrm>
            <a:off x="29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0" name="Connector 109"/>
          <p:cNvCxnSpPr/>
          <p:nvPr/>
        </p:nvCxnSpPr>
        <p:spPr>
          <a:xfrm flipV="1">
            <a:off x="29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1" name="Connector 110"/>
          <p:cNvCxnSpPr/>
          <p:nvPr/>
        </p:nvCxnSpPr>
        <p:spPr>
          <a:xfrm>
            <a:off x="29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2" name="Connector 111"/>
          <p:cNvCxnSpPr/>
          <p:nvPr/>
        </p:nvCxnSpPr>
        <p:spPr>
          <a:xfrm flipV="1">
            <a:off x="30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3" name="Connector 112"/>
          <p:cNvCxnSpPr/>
          <p:nvPr/>
        </p:nvCxnSpPr>
        <p:spPr>
          <a:xfrm>
            <a:off x="30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4" name="Connector 113"/>
          <p:cNvCxnSpPr/>
          <p:nvPr/>
        </p:nvCxnSpPr>
        <p:spPr>
          <a:xfrm flipV="1">
            <a:off x="30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5" name="Connector 114"/>
          <p:cNvCxnSpPr/>
          <p:nvPr/>
        </p:nvCxnSpPr>
        <p:spPr>
          <a:xfrm>
            <a:off x="30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6" name="Connector 115"/>
          <p:cNvCxnSpPr/>
          <p:nvPr/>
        </p:nvCxnSpPr>
        <p:spPr>
          <a:xfrm flipV="1">
            <a:off x="30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7" name="Connector 116"/>
          <p:cNvCxnSpPr/>
          <p:nvPr/>
        </p:nvCxnSpPr>
        <p:spPr>
          <a:xfrm>
            <a:off x="30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8" name="Connector 117"/>
          <p:cNvCxnSpPr/>
          <p:nvPr/>
        </p:nvCxnSpPr>
        <p:spPr>
          <a:xfrm flipV="1">
            <a:off x="31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9" name="Connector 118"/>
          <p:cNvCxnSpPr/>
          <p:nvPr/>
        </p:nvCxnSpPr>
        <p:spPr>
          <a:xfrm>
            <a:off x="31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0" name="Connector 119"/>
          <p:cNvCxnSpPr/>
          <p:nvPr/>
        </p:nvCxnSpPr>
        <p:spPr>
          <a:xfrm flipV="1">
            <a:off x="31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1" name="Connector 120"/>
          <p:cNvCxnSpPr/>
          <p:nvPr/>
        </p:nvCxnSpPr>
        <p:spPr>
          <a:xfrm>
            <a:off x="31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2" name="Connector 121"/>
          <p:cNvCxnSpPr/>
          <p:nvPr/>
        </p:nvCxnSpPr>
        <p:spPr>
          <a:xfrm flipV="1">
            <a:off x="32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3" name="Connector 122"/>
          <p:cNvCxnSpPr/>
          <p:nvPr/>
        </p:nvCxnSpPr>
        <p:spPr>
          <a:xfrm>
            <a:off x="32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4" name="Connector 123"/>
          <p:cNvCxnSpPr/>
          <p:nvPr/>
        </p:nvCxnSpPr>
        <p:spPr>
          <a:xfrm flipV="1">
            <a:off x="32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5" name="Connector 124"/>
          <p:cNvCxnSpPr/>
          <p:nvPr/>
        </p:nvCxnSpPr>
        <p:spPr>
          <a:xfrm>
            <a:off x="32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6" name="Connector 125"/>
          <p:cNvCxnSpPr/>
          <p:nvPr/>
        </p:nvCxnSpPr>
        <p:spPr>
          <a:xfrm flipV="1">
            <a:off x="32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7" name="Connector 126"/>
          <p:cNvCxnSpPr/>
          <p:nvPr/>
        </p:nvCxnSpPr>
        <p:spPr>
          <a:xfrm>
            <a:off x="32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8" name="Connector 127"/>
          <p:cNvCxnSpPr/>
          <p:nvPr/>
        </p:nvCxnSpPr>
        <p:spPr>
          <a:xfrm flipV="1">
            <a:off x="33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9" name="Connector 128"/>
          <p:cNvCxnSpPr/>
          <p:nvPr/>
        </p:nvCxnSpPr>
        <p:spPr>
          <a:xfrm>
            <a:off x="33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0" name="Connector 129"/>
          <p:cNvCxnSpPr/>
          <p:nvPr/>
        </p:nvCxnSpPr>
        <p:spPr>
          <a:xfrm flipV="1">
            <a:off x="33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1" name="Connector 130"/>
          <p:cNvCxnSpPr/>
          <p:nvPr/>
        </p:nvCxnSpPr>
        <p:spPr>
          <a:xfrm>
            <a:off x="33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2" name="Connector 131"/>
          <p:cNvCxnSpPr/>
          <p:nvPr/>
        </p:nvCxnSpPr>
        <p:spPr>
          <a:xfrm flipV="1">
            <a:off x="33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3" name="Connector 132"/>
          <p:cNvCxnSpPr/>
          <p:nvPr/>
        </p:nvCxnSpPr>
        <p:spPr>
          <a:xfrm>
            <a:off x="33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4" name="Connector 133"/>
          <p:cNvCxnSpPr/>
          <p:nvPr/>
        </p:nvCxnSpPr>
        <p:spPr>
          <a:xfrm flipV="1">
            <a:off x="34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5" name="Connector 134"/>
          <p:cNvCxnSpPr/>
          <p:nvPr/>
        </p:nvCxnSpPr>
        <p:spPr>
          <a:xfrm>
            <a:off x="34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6" name="Connector 135"/>
          <p:cNvCxnSpPr/>
          <p:nvPr/>
        </p:nvCxnSpPr>
        <p:spPr>
          <a:xfrm flipV="1">
            <a:off x="34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7" name="Connector 136"/>
          <p:cNvCxnSpPr/>
          <p:nvPr/>
        </p:nvCxnSpPr>
        <p:spPr>
          <a:xfrm>
            <a:off x="34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8" name="Connector 137"/>
          <p:cNvCxnSpPr/>
          <p:nvPr/>
        </p:nvCxnSpPr>
        <p:spPr>
          <a:xfrm flipV="1">
            <a:off x="34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9" name="Connector 138"/>
          <p:cNvCxnSpPr/>
          <p:nvPr/>
        </p:nvCxnSpPr>
        <p:spPr>
          <a:xfrm>
            <a:off x="34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0" name="Connector 139"/>
          <p:cNvCxnSpPr/>
          <p:nvPr/>
        </p:nvCxnSpPr>
        <p:spPr>
          <a:xfrm flipV="1">
            <a:off x="35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1" name="Connector 140"/>
          <p:cNvCxnSpPr/>
          <p:nvPr/>
        </p:nvCxnSpPr>
        <p:spPr>
          <a:xfrm>
            <a:off x="35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2" name="Connector 141"/>
          <p:cNvCxnSpPr/>
          <p:nvPr/>
        </p:nvCxnSpPr>
        <p:spPr>
          <a:xfrm flipV="1">
            <a:off x="35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3" name="Connector 142"/>
          <p:cNvCxnSpPr/>
          <p:nvPr/>
        </p:nvCxnSpPr>
        <p:spPr>
          <a:xfrm>
            <a:off x="35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4" name="Connector 143"/>
          <p:cNvCxnSpPr/>
          <p:nvPr/>
        </p:nvCxnSpPr>
        <p:spPr>
          <a:xfrm flipV="1">
            <a:off x="36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5" name="Connector 144"/>
          <p:cNvCxnSpPr/>
          <p:nvPr/>
        </p:nvCxnSpPr>
        <p:spPr>
          <a:xfrm>
            <a:off x="36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6" name="Connector 145"/>
          <p:cNvCxnSpPr/>
          <p:nvPr/>
        </p:nvCxnSpPr>
        <p:spPr>
          <a:xfrm flipV="1">
            <a:off x="36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7" name="Connector 146"/>
          <p:cNvCxnSpPr/>
          <p:nvPr/>
        </p:nvCxnSpPr>
        <p:spPr>
          <a:xfrm>
            <a:off x="36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8" name="Connector 147"/>
          <p:cNvCxnSpPr/>
          <p:nvPr/>
        </p:nvCxnSpPr>
        <p:spPr>
          <a:xfrm flipV="1">
            <a:off x="36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9" name="Connector 148"/>
          <p:cNvCxnSpPr/>
          <p:nvPr/>
        </p:nvCxnSpPr>
        <p:spPr>
          <a:xfrm>
            <a:off x="36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0" name="Connector 149"/>
          <p:cNvCxnSpPr/>
          <p:nvPr/>
        </p:nvCxnSpPr>
        <p:spPr>
          <a:xfrm flipV="1">
            <a:off x="37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1" name="Connector 150"/>
          <p:cNvCxnSpPr/>
          <p:nvPr/>
        </p:nvCxnSpPr>
        <p:spPr>
          <a:xfrm>
            <a:off x="37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2" name="Connector 151"/>
          <p:cNvCxnSpPr/>
          <p:nvPr/>
        </p:nvCxnSpPr>
        <p:spPr>
          <a:xfrm flipV="1">
            <a:off x="37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3" name="Connector 152"/>
          <p:cNvCxnSpPr/>
          <p:nvPr/>
        </p:nvCxnSpPr>
        <p:spPr>
          <a:xfrm>
            <a:off x="37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4" name="Connector 153"/>
          <p:cNvCxnSpPr/>
          <p:nvPr/>
        </p:nvCxnSpPr>
        <p:spPr>
          <a:xfrm flipV="1">
            <a:off x="37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5" name="Connector 154"/>
          <p:cNvCxnSpPr/>
          <p:nvPr/>
        </p:nvCxnSpPr>
        <p:spPr>
          <a:xfrm>
            <a:off x="37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6" name="Connector 155"/>
          <p:cNvCxnSpPr/>
          <p:nvPr/>
        </p:nvCxnSpPr>
        <p:spPr>
          <a:xfrm flipV="1">
            <a:off x="38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7" name="Connector 156"/>
          <p:cNvCxnSpPr/>
          <p:nvPr/>
        </p:nvCxnSpPr>
        <p:spPr>
          <a:xfrm>
            <a:off x="38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8" name="Connector 157"/>
          <p:cNvCxnSpPr/>
          <p:nvPr/>
        </p:nvCxnSpPr>
        <p:spPr>
          <a:xfrm flipV="1">
            <a:off x="38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9" name="Connector 158"/>
          <p:cNvCxnSpPr/>
          <p:nvPr/>
        </p:nvCxnSpPr>
        <p:spPr>
          <a:xfrm>
            <a:off x="38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0" name="Connector 159"/>
          <p:cNvCxnSpPr/>
          <p:nvPr/>
        </p:nvCxnSpPr>
        <p:spPr>
          <a:xfrm flipV="1">
            <a:off x="38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1" name="Connector 160"/>
          <p:cNvCxnSpPr/>
          <p:nvPr/>
        </p:nvCxnSpPr>
        <p:spPr>
          <a:xfrm>
            <a:off x="38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2" name="Connector 161"/>
          <p:cNvCxnSpPr/>
          <p:nvPr/>
        </p:nvCxnSpPr>
        <p:spPr>
          <a:xfrm flipV="1">
            <a:off x="39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3" name="Connector 162"/>
          <p:cNvCxnSpPr/>
          <p:nvPr/>
        </p:nvCxnSpPr>
        <p:spPr>
          <a:xfrm>
            <a:off x="39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4" name="Connector 163"/>
          <p:cNvCxnSpPr/>
          <p:nvPr/>
        </p:nvCxnSpPr>
        <p:spPr>
          <a:xfrm flipV="1">
            <a:off x="39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5" name="Connector 164"/>
          <p:cNvCxnSpPr/>
          <p:nvPr/>
        </p:nvCxnSpPr>
        <p:spPr>
          <a:xfrm>
            <a:off x="39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6" name="Connector 165"/>
          <p:cNvCxnSpPr/>
          <p:nvPr/>
        </p:nvCxnSpPr>
        <p:spPr>
          <a:xfrm flipV="1">
            <a:off x="39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7" name="Connector 166"/>
          <p:cNvCxnSpPr/>
          <p:nvPr/>
        </p:nvCxnSpPr>
        <p:spPr>
          <a:xfrm>
            <a:off x="39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8" name="Connector 167"/>
          <p:cNvCxnSpPr/>
          <p:nvPr/>
        </p:nvCxnSpPr>
        <p:spPr>
          <a:xfrm flipV="1">
            <a:off x="40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9" name="Connector 168"/>
          <p:cNvCxnSpPr/>
          <p:nvPr/>
        </p:nvCxnSpPr>
        <p:spPr>
          <a:xfrm>
            <a:off x="40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0" name="Connector 169"/>
          <p:cNvCxnSpPr/>
          <p:nvPr/>
        </p:nvCxnSpPr>
        <p:spPr>
          <a:xfrm flipV="1">
            <a:off x="40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1" name="Connector 170"/>
          <p:cNvCxnSpPr/>
          <p:nvPr/>
        </p:nvCxnSpPr>
        <p:spPr>
          <a:xfrm>
            <a:off x="40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2" name="Connector 171"/>
          <p:cNvCxnSpPr/>
          <p:nvPr/>
        </p:nvCxnSpPr>
        <p:spPr>
          <a:xfrm flipV="1">
            <a:off x="41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3" name="Connector 172"/>
          <p:cNvCxnSpPr/>
          <p:nvPr/>
        </p:nvCxnSpPr>
        <p:spPr>
          <a:xfrm>
            <a:off x="41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4" name="Connector 173"/>
          <p:cNvCxnSpPr/>
          <p:nvPr/>
        </p:nvCxnSpPr>
        <p:spPr>
          <a:xfrm flipV="1">
            <a:off x="41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5" name="Connector 174"/>
          <p:cNvCxnSpPr/>
          <p:nvPr/>
        </p:nvCxnSpPr>
        <p:spPr>
          <a:xfrm>
            <a:off x="41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6" name="Connector 175"/>
          <p:cNvCxnSpPr/>
          <p:nvPr/>
        </p:nvCxnSpPr>
        <p:spPr>
          <a:xfrm flipV="1">
            <a:off x="41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7" name="Connector 176"/>
          <p:cNvCxnSpPr/>
          <p:nvPr/>
        </p:nvCxnSpPr>
        <p:spPr>
          <a:xfrm>
            <a:off x="41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8" name="Connector 177"/>
          <p:cNvCxnSpPr/>
          <p:nvPr/>
        </p:nvCxnSpPr>
        <p:spPr>
          <a:xfrm flipV="1">
            <a:off x="42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9" name="Connector 178"/>
          <p:cNvCxnSpPr/>
          <p:nvPr/>
        </p:nvCxnSpPr>
        <p:spPr>
          <a:xfrm>
            <a:off x="42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0" name="Connector 179"/>
          <p:cNvCxnSpPr/>
          <p:nvPr/>
        </p:nvCxnSpPr>
        <p:spPr>
          <a:xfrm flipV="1">
            <a:off x="42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1" name="Connector 180"/>
          <p:cNvCxnSpPr/>
          <p:nvPr/>
        </p:nvCxnSpPr>
        <p:spPr>
          <a:xfrm>
            <a:off x="42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2" name="Connector 181"/>
          <p:cNvCxnSpPr/>
          <p:nvPr/>
        </p:nvCxnSpPr>
        <p:spPr>
          <a:xfrm flipV="1">
            <a:off x="42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3" name="Connector 182"/>
          <p:cNvCxnSpPr/>
          <p:nvPr/>
        </p:nvCxnSpPr>
        <p:spPr>
          <a:xfrm>
            <a:off x="42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4" name="Connector 183"/>
          <p:cNvCxnSpPr/>
          <p:nvPr/>
        </p:nvCxnSpPr>
        <p:spPr>
          <a:xfrm flipV="1">
            <a:off x="43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5" name="Connector 184"/>
          <p:cNvCxnSpPr/>
          <p:nvPr/>
        </p:nvCxnSpPr>
        <p:spPr>
          <a:xfrm>
            <a:off x="43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6" name="Connector 185"/>
          <p:cNvCxnSpPr/>
          <p:nvPr/>
        </p:nvCxnSpPr>
        <p:spPr>
          <a:xfrm flipV="1">
            <a:off x="43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7" name="Connector 186"/>
          <p:cNvCxnSpPr/>
          <p:nvPr/>
        </p:nvCxnSpPr>
        <p:spPr>
          <a:xfrm>
            <a:off x="43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8" name="Connector 187"/>
          <p:cNvCxnSpPr/>
          <p:nvPr/>
        </p:nvCxnSpPr>
        <p:spPr>
          <a:xfrm flipV="1">
            <a:off x="43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9" name="Connector 188"/>
          <p:cNvCxnSpPr/>
          <p:nvPr/>
        </p:nvCxnSpPr>
        <p:spPr>
          <a:xfrm>
            <a:off x="43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0" name="Connector 189"/>
          <p:cNvCxnSpPr/>
          <p:nvPr/>
        </p:nvCxnSpPr>
        <p:spPr>
          <a:xfrm flipV="1">
            <a:off x="44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1" name="Connector 190"/>
          <p:cNvCxnSpPr/>
          <p:nvPr/>
        </p:nvCxnSpPr>
        <p:spPr>
          <a:xfrm>
            <a:off x="44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2" name="Connector 191"/>
          <p:cNvCxnSpPr/>
          <p:nvPr/>
        </p:nvCxnSpPr>
        <p:spPr>
          <a:xfrm flipV="1">
            <a:off x="44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3" name="Connector 192"/>
          <p:cNvCxnSpPr/>
          <p:nvPr/>
        </p:nvCxnSpPr>
        <p:spPr>
          <a:xfrm>
            <a:off x="44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4" name="Connector 193"/>
          <p:cNvCxnSpPr/>
          <p:nvPr/>
        </p:nvCxnSpPr>
        <p:spPr>
          <a:xfrm flipV="1">
            <a:off x="45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5" name="Connector 194"/>
          <p:cNvCxnSpPr/>
          <p:nvPr/>
        </p:nvCxnSpPr>
        <p:spPr>
          <a:xfrm>
            <a:off x="45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6" name="Connector 195"/>
          <p:cNvCxnSpPr/>
          <p:nvPr/>
        </p:nvCxnSpPr>
        <p:spPr>
          <a:xfrm flipV="1">
            <a:off x="45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7" name="Connector 196"/>
          <p:cNvCxnSpPr/>
          <p:nvPr/>
        </p:nvCxnSpPr>
        <p:spPr>
          <a:xfrm>
            <a:off x="45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8" name="Connector 197"/>
          <p:cNvCxnSpPr/>
          <p:nvPr/>
        </p:nvCxnSpPr>
        <p:spPr>
          <a:xfrm flipV="1">
            <a:off x="45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9" name="Connector 198"/>
          <p:cNvCxnSpPr/>
          <p:nvPr/>
        </p:nvCxnSpPr>
        <p:spPr>
          <a:xfrm>
            <a:off x="45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0" name="Connector 199"/>
          <p:cNvCxnSpPr/>
          <p:nvPr/>
        </p:nvCxnSpPr>
        <p:spPr>
          <a:xfrm flipV="1">
            <a:off x="46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1" name="Connector 200"/>
          <p:cNvCxnSpPr/>
          <p:nvPr/>
        </p:nvCxnSpPr>
        <p:spPr>
          <a:xfrm>
            <a:off x="46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2" name="Connector 201"/>
          <p:cNvCxnSpPr/>
          <p:nvPr/>
        </p:nvCxnSpPr>
        <p:spPr>
          <a:xfrm flipV="1">
            <a:off x="46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3" name="Connector 202"/>
          <p:cNvCxnSpPr/>
          <p:nvPr/>
        </p:nvCxnSpPr>
        <p:spPr>
          <a:xfrm>
            <a:off x="46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4" name="Connector 203"/>
          <p:cNvCxnSpPr/>
          <p:nvPr/>
        </p:nvCxnSpPr>
        <p:spPr>
          <a:xfrm flipV="1">
            <a:off x="46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5" name="Connector 204"/>
          <p:cNvCxnSpPr/>
          <p:nvPr/>
        </p:nvCxnSpPr>
        <p:spPr>
          <a:xfrm>
            <a:off x="46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6" name="Connector 205"/>
          <p:cNvCxnSpPr/>
          <p:nvPr/>
        </p:nvCxnSpPr>
        <p:spPr>
          <a:xfrm flipV="1">
            <a:off x="47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7" name="Connector 206"/>
          <p:cNvCxnSpPr/>
          <p:nvPr/>
        </p:nvCxnSpPr>
        <p:spPr>
          <a:xfrm>
            <a:off x="47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8" name="Connector 207"/>
          <p:cNvCxnSpPr/>
          <p:nvPr/>
        </p:nvCxnSpPr>
        <p:spPr>
          <a:xfrm flipV="1">
            <a:off x="47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9" name="Connector 208"/>
          <p:cNvCxnSpPr/>
          <p:nvPr/>
        </p:nvCxnSpPr>
        <p:spPr>
          <a:xfrm>
            <a:off x="47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0" name="Connector 209"/>
          <p:cNvCxnSpPr/>
          <p:nvPr/>
        </p:nvCxnSpPr>
        <p:spPr>
          <a:xfrm flipV="1">
            <a:off x="47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1" name="Connector 210"/>
          <p:cNvCxnSpPr/>
          <p:nvPr/>
        </p:nvCxnSpPr>
        <p:spPr>
          <a:xfrm>
            <a:off x="47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2" name="Connector 211"/>
          <p:cNvCxnSpPr/>
          <p:nvPr/>
        </p:nvCxnSpPr>
        <p:spPr>
          <a:xfrm flipV="1">
            <a:off x="48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3" name="Connector 212"/>
          <p:cNvCxnSpPr/>
          <p:nvPr/>
        </p:nvCxnSpPr>
        <p:spPr>
          <a:xfrm>
            <a:off x="48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4" name="Connector 213"/>
          <p:cNvCxnSpPr/>
          <p:nvPr/>
        </p:nvCxnSpPr>
        <p:spPr>
          <a:xfrm flipV="1">
            <a:off x="48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5" name="Connector 214"/>
          <p:cNvCxnSpPr/>
          <p:nvPr/>
        </p:nvCxnSpPr>
        <p:spPr>
          <a:xfrm>
            <a:off x="48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6" name="Connector 215"/>
          <p:cNvCxnSpPr/>
          <p:nvPr/>
        </p:nvCxnSpPr>
        <p:spPr>
          <a:xfrm flipV="1">
            <a:off x="48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7" name="Connector 216"/>
          <p:cNvCxnSpPr/>
          <p:nvPr/>
        </p:nvCxnSpPr>
        <p:spPr>
          <a:xfrm>
            <a:off x="48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8" name="Connector 217"/>
          <p:cNvCxnSpPr/>
          <p:nvPr/>
        </p:nvCxnSpPr>
        <p:spPr>
          <a:xfrm flipV="1">
            <a:off x="49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9" name="Connector 218"/>
          <p:cNvCxnSpPr/>
          <p:nvPr/>
        </p:nvCxnSpPr>
        <p:spPr>
          <a:xfrm>
            <a:off x="49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0" name="Connector 219"/>
          <p:cNvCxnSpPr/>
          <p:nvPr/>
        </p:nvCxnSpPr>
        <p:spPr>
          <a:xfrm flipV="1">
            <a:off x="49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1" name="Connector 220"/>
          <p:cNvCxnSpPr/>
          <p:nvPr/>
        </p:nvCxnSpPr>
        <p:spPr>
          <a:xfrm>
            <a:off x="49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2" name="Connector 221"/>
          <p:cNvCxnSpPr/>
          <p:nvPr/>
        </p:nvCxnSpPr>
        <p:spPr>
          <a:xfrm flipV="1">
            <a:off x="50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3" name="Connector 222"/>
          <p:cNvCxnSpPr/>
          <p:nvPr/>
        </p:nvCxnSpPr>
        <p:spPr>
          <a:xfrm>
            <a:off x="50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4" name="Connector 223"/>
          <p:cNvCxnSpPr/>
          <p:nvPr/>
        </p:nvCxnSpPr>
        <p:spPr>
          <a:xfrm flipV="1">
            <a:off x="50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5" name="Connector 224"/>
          <p:cNvCxnSpPr/>
          <p:nvPr/>
        </p:nvCxnSpPr>
        <p:spPr>
          <a:xfrm>
            <a:off x="50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6" name="Connector 225"/>
          <p:cNvCxnSpPr/>
          <p:nvPr/>
        </p:nvCxnSpPr>
        <p:spPr>
          <a:xfrm flipV="1">
            <a:off x="50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7" name="Connector 226"/>
          <p:cNvCxnSpPr/>
          <p:nvPr/>
        </p:nvCxnSpPr>
        <p:spPr>
          <a:xfrm>
            <a:off x="50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8" name="Connector 227"/>
          <p:cNvCxnSpPr/>
          <p:nvPr/>
        </p:nvCxnSpPr>
        <p:spPr>
          <a:xfrm flipV="1">
            <a:off x="51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9" name="Connector 228"/>
          <p:cNvCxnSpPr/>
          <p:nvPr/>
        </p:nvCxnSpPr>
        <p:spPr>
          <a:xfrm>
            <a:off x="51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0" name="Connector 229"/>
          <p:cNvCxnSpPr/>
          <p:nvPr/>
        </p:nvCxnSpPr>
        <p:spPr>
          <a:xfrm flipV="1">
            <a:off x="51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1" name="Connector 230"/>
          <p:cNvCxnSpPr/>
          <p:nvPr/>
        </p:nvCxnSpPr>
        <p:spPr>
          <a:xfrm>
            <a:off x="51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2" name="Connector 231"/>
          <p:cNvCxnSpPr/>
          <p:nvPr/>
        </p:nvCxnSpPr>
        <p:spPr>
          <a:xfrm flipV="1">
            <a:off x="51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3" name="Connector 232"/>
          <p:cNvCxnSpPr/>
          <p:nvPr/>
        </p:nvCxnSpPr>
        <p:spPr>
          <a:xfrm>
            <a:off x="51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4" name="Connector 233"/>
          <p:cNvCxnSpPr/>
          <p:nvPr/>
        </p:nvCxnSpPr>
        <p:spPr>
          <a:xfrm flipV="1">
            <a:off x="52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5" name="Connector 234"/>
          <p:cNvCxnSpPr/>
          <p:nvPr/>
        </p:nvCxnSpPr>
        <p:spPr>
          <a:xfrm>
            <a:off x="52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6" name="Connector 235"/>
          <p:cNvCxnSpPr/>
          <p:nvPr/>
        </p:nvCxnSpPr>
        <p:spPr>
          <a:xfrm flipV="1">
            <a:off x="52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7" name="Connector 236"/>
          <p:cNvCxnSpPr/>
          <p:nvPr/>
        </p:nvCxnSpPr>
        <p:spPr>
          <a:xfrm>
            <a:off x="52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8" name="Connector 237"/>
          <p:cNvCxnSpPr/>
          <p:nvPr/>
        </p:nvCxnSpPr>
        <p:spPr>
          <a:xfrm flipV="1">
            <a:off x="52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9" name="Connector 238"/>
          <p:cNvCxnSpPr/>
          <p:nvPr/>
        </p:nvCxnSpPr>
        <p:spPr>
          <a:xfrm>
            <a:off x="52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0" name="Connector 239"/>
          <p:cNvCxnSpPr/>
          <p:nvPr/>
        </p:nvCxnSpPr>
        <p:spPr>
          <a:xfrm flipV="1">
            <a:off x="53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1" name="Connector 240"/>
          <p:cNvCxnSpPr/>
          <p:nvPr/>
        </p:nvCxnSpPr>
        <p:spPr>
          <a:xfrm>
            <a:off x="53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2" name="Connector 241"/>
          <p:cNvCxnSpPr/>
          <p:nvPr/>
        </p:nvCxnSpPr>
        <p:spPr>
          <a:xfrm flipV="1">
            <a:off x="53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3" name="Connector 242"/>
          <p:cNvCxnSpPr/>
          <p:nvPr/>
        </p:nvCxnSpPr>
        <p:spPr>
          <a:xfrm>
            <a:off x="53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4" name="Connector 243"/>
          <p:cNvCxnSpPr/>
          <p:nvPr/>
        </p:nvCxnSpPr>
        <p:spPr>
          <a:xfrm flipV="1">
            <a:off x="54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5" name="Connector 244"/>
          <p:cNvCxnSpPr/>
          <p:nvPr/>
        </p:nvCxnSpPr>
        <p:spPr>
          <a:xfrm>
            <a:off x="54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6" name="Connector 245"/>
          <p:cNvCxnSpPr/>
          <p:nvPr/>
        </p:nvCxnSpPr>
        <p:spPr>
          <a:xfrm flipV="1">
            <a:off x="54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7" name="Connector 246"/>
          <p:cNvCxnSpPr/>
          <p:nvPr/>
        </p:nvCxnSpPr>
        <p:spPr>
          <a:xfrm>
            <a:off x="54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8" name="Connector 247"/>
          <p:cNvCxnSpPr/>
          <p:nvPr/>
        </p:nvCxnSpPr>
        <p:spPr>
          <a:xfrm flipV="1">
            <a:off x="54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9" name="Connector 248"/>
          <p:cNvCxnSpPr/>
          <p:nvPr/>
        </p:nvCxnSpPr>
        <p:spPr>
          <a:xfrm>
            <a:off x="54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0" name="Connector 249"/>
          <p:cNvCxnSpPr/>
          <p:nvPr/>
        </p:nvCxnSpPr>
        <p:spPr>
          <a:xfrm flipV="1">
            <a:off x="55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1" name="Connector 250"/>
          <p:cNvCxnSpPr/>
          <p:nvPr/>
        </p:nvCxnSpPr>
        <p:spPr>
          <a:xfrm>
            <a:off x="55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2" name="Connector 251"/>
          <p:cNvCxnSpPr/>
          <p:nvPr/>
        </p:nvCxnSpPr>
        <p:spPr>
          <a:xfrm flipV="1">
            <a:off x="55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3" name="Connector 252"/>
          <p:cNvCxnSpPr/>
          <p:nvPr/>
        </p:nvCxnSpPr>
        <p:spPr>
          <a:xfrm>
            <a:off x="55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4" name="Connector 253"/>
          <p:cNvCxnSpPr/>
          <p:nvPr/>
        </p:nvCxnSpPr>
        <p:spPr>
          <a:xfrm flipV="1">
            <a:off x="55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5" name="Connector 254"/>
          <p:cNvCxnSpPr/>
          <p:nvPr/>
        </p:nvCxnSpPr>
        <p:spPr>
          <a:xfrm>
            <a:off x="55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6" name="Connector 255"/>
          <p:cNvCxnSpPr/>
          <p:nvPr/>
        </p:nvCxnSpPr>
        <p:spPr>
          <a:xfrm flipV="1">
            <a:off x="56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7" name="Connector 256"/>
          <p:cNvCxnSpPr/>
          <p:nvPr/>
        </p:nvCxnSpPr>
        <p:spPr>
          <a:xfrm>
            <a:off x="56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8" name="Connector 257"/>
          <p:cNvCxnSpPr/>
          <p:nvPr/>
        </p:nvCxnSpPr>
        <p:spPr>
          <a:xfrm flipV="1">
            <a:off x="56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9" name="Connector 258"/>
          <p:cNvCxnSpPr/>
          <p:nvPr/>
        </p:nvCxnSpPr>
        <p:spPr>
          <a:xfrm>
            <a:off x="56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0" name="Connector 259"/>
          <p:cNvCxnSpPr/>
          <p:nvPr/>
        </p:nvCxnSpPr>
        <p:spPr>
          <a:xfrm flipV="1">
            <a:off x="56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1" name="Connector 260"/>
          <p:cNvCxnSpPr/>
          <p:nvPr/>
        </p:nvCxnSpPr>
        <p:spPr>
          <a:xfrm>
            <a:off x="56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2" name="Connector 261"/>
          <p:cNvCxnSpPr/>
          <p:nvPr/>
        </p:nvCxnSpPr>
        <p:spPr>
          <a:xfrm flipV="1">
            <a:off x="57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3" name="Connector 262"/>
          <p:cNvCxnSpPr/>
          <p:nvPr/>
        </p:nvCxnSpPr>
        <p:spPr>
          <a:xfrm>
            <a:off x="57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4" name="Connector 263"/>
          <p:cNvCxnSpPr/>
          <p:nvPr/>
        </p:nvCxnSpPr>
        <p:spPr>
          <a:xfrm flipV="1">
            <a:off x="57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5" name="Connector 264"/>
          <p:cNvCxnSpPr/>
          <p:nvPr/>
        </p:nvCxnSpPr>
        <p:spPr>
          <a:xfrm>
            <a:off x="57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6" name="Connector 265"/>
          <p:cNvCxnSpPr/>
          <p:nvPr/>
        </p:nvCxnSpPr>
        <p:spPr>
          <a:xfrm flipV="1">
            <a:off x="57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7" name="Connector 266"/>
          <p:cNvCxnSpPr/>
          <p:nvPr/>
        </p:nvCxnSpPr>
        <p:spPr>
          <a:xfrm>
            <a:off x="57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8" name="Connector 267"/>
          <p:cNvCxnSpPr/>
          <p:nvPr/>
        </p:nvCxnSpPr>
        <p:spPr>
          <a:xfrm flipV="1">
            <a:off x="58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9" name="Connector 268"/>
          <p:cNvCxnSpPr/>
          <p:nvPr/>
        </p:nvCxnSpPr>
        <p:spPr>
          <a:xfrm>
            <a:off x="58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0" name="Connector 269"/>
          <p:cNvCxnSpPr/>
          <p:nvPr/>
        </p:nvCxnSpPr>
        <p:spPr>
          <a:xfrm flipV="1">
            <a:off x="58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1" name="Connector 270"/>
          <p:cNvCxnSpPr/>
          <p:nvPr/>
        </p:nvCxnSpPr>
        <p:spPr>
          <a:xfrm>
            <a:off x="58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2" name="Connector 271"/>
          <p:cNvCxnSpPr/>
          <p:nvPr/>
        </p:nvCxnSpPr>
        <p:spPr>
          <a:xfrm flipV="1">
            <a:off x="59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3" name="Connector 272"/>
          <p:cNvCxnSpPr/>
          <p:nvPr/>
        </p:nvCxnSpPr>
        <p:spPr>
          <a:xfrm>
            <a:off x="59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4" name="Connector 273"/>
          <p:cNvCxnSpPr/>
          <p:nvPr/>
        </p:nvCxnSpPr>
        <p:spPr>
          <a:xfrm flipV="1">
            <a:off x="59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5" name="Connector 274"/>
          <p:cNvCxnSpPr/>
          <p:nvPr/>
        </p:nvCxnSpPr>
        <p:spPr>
          <a:xfrm>
            <a:off x="59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6" name="Connector 275"/>
          <p:cNvCxnSpPr/>
          <p:nvPr/>
        </p:nvCxnSpPr>
        <p:spPr>
          <a:xfrm flipV="1">
            <a:off x="59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7" name="Connector 276"/>
          <p:cNvCxnSpPr/>
          <p:nvPr/>
        </p:nvCxnSpPr>
        <p:spPr>
          <a:xfrm>
            <a:off x="59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8" name="Connector 277"/>
          <p:cNvCxnSpPr/>
          <p:nvPr/>
        </p:nvCxnSpPr>
        <p:spPr>
          <a:xfrm flipV="1">
            <a:off x="60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9" name="Connector 278"/>
          <p:cNvCxnSpPr/>
          <p:nvPr/>
        </p:nvCxnSpPr>
        <p:spPr>
          <a:xfrm>
            <a:off x="60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0" name="Connector 279"/>
          <p:cNvCxnSpPr/>
          <p:nvPr/>
        </p:nvCxnSpPr>
        <p:spPr>
          <a:xfrm flipV="1">
            <a:off x="60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1" name="Connector 280"/>
          <p:cNvCxnSpPr/>
          <p:nvPr/>
        </p:nvCxnSpPr>
        <p:spPr>
          <a:xfrm>
            <a:off x="60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2" name="Connector 281"/>
          <p:cNvCxnSpPr/>
          <p:nvPr/>
        </p:nvCxnSpPr>
        <p:spPr>
          <a:xfrm flipV="1">
            <a:off x="60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3" name="Connector 282"/>
          <p:cNvCxnSpPr/>
          <p:nvPr/>
        </p:nvCxnSpPr>
        <p:spPr>
          <a:xfrm>
            <a:off x="60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4" name="Connector 283"/>
          <p:cNvCxnSpPr/>
          <p:nvPr/>
        </p:nvCxnSpPr>
        <p:spPr>
          <a:xfrm flipV="1">
            <a:off x="61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5" name="Connector 284"/>
          <p:cNvCxnSpPr/>
          <p:nvPr/>
        </p:nvCxnSpPr>
        <p:spPr>
          <a:xfrm>
            <a:off x="61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6" name="Connector 285"/>
          <p:cNvCxnSpPr/>
          <p:nvPr/>
        </p:nvCxnSpPr>
        <p:spPr>
          <a:xfrm flipV="1">
            <a:off x="61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7" name="Connector 286"/>
          <p:cNvCxnSpPr/>
          <p:nvPr/>
        </p:nvCxnSpPr>
        <p:spPr>
          <a:xfrm>
            <a:off x="61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8" name="Connector 287"/>
          <p:cNvCxnSpPr/>
          <p:nvPr/>
        </p:nvCxnSpPr>
        <p:spPr>
          <a:xfrm flipV="1">
            <a:off x="61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9" name="Connector 288"/>
          <p:cNvCxnSpPr/>
          <p:nvPr/>
        </p:nvCxnSpPr>
        <p:spPr>
          <a:xfrm>
            <a:off x="61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0" name="Connector 289"/>
          <p:cNvCxnSpPr/>
          <p:nvPr/>
        </p:nvCxnSpPr>
        <p:spPr>
          <a:xfrm flipV="1">
            <a:off x="62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1" name="Connector 290"/>
          <p:cNvCxnSpPr/>
          <p:nvPr/>
        </p:nvCxnSpPr>
        <p:spPr>
          <a:xfrm>
            <a:off x="62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2" name="Connector 291"/>
          <p:cNvCxnSpPr/>
          <p:nvPr/>
        </p:nvCxnSpPr>
        <p:spPr>
          <a:xfrm flipV="1">
            <a:off x="6264000" y="3326400"/>
            <a:ext cx="352800" cy="70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3" name="Connector 292"/>
          <p:cNvCxnSpPr/>
          <p:nvPr/>
        </p:nvCxnSpPr>
        <p:spPr>
          <a:xfrm>
            <a:off x="6264000" y="3312000"/>
            <a:ext cx="352800" cy="70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4" name="Connector 293"/>
          <p:cNvCxnSpPr/>
          <p:nvPr/>
        </p:nvCxnSpPr>
        <p:spPr>
          <a:xfrm flipV="1">
            <a:off x="6300000" y="3398400"/>
            <a:ext cx="316800" cy="63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5" name="Connector 294"/>
          <p:cNvCxnSpPr/>
          <p:nvPr/>
        </p:nvCxnSpPr>
        <p:spPr>
          <a:xfrm>
            <a:off x="6300000" y="3312000"/>
            <a:ext cx="316800" cy="63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6" name="Connector 295"/>
          <p:cNvCxnSpPr/>
          <p:nvPr/>
        </p:nvCxnSpPr>
        <p:spPr>
          <a:xfrm flipV="1">
            <a:off x="6336000" y="3470400"/>
            <a:ext cx="280800" cy="56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7" name="Connector 296"/>
          <p:cNvCxnSpPr/>
          <p:nvPr/>
        </p:nvCxnSpPr>
        <p:spPr>
          <a:xfrm>
            <a:off x="6336000" y="3312000"/>
            <a:ext cx="280800" cy="56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8" name="Connector 297"/>
          <p:cNvCxnSpPr/>
          <p:nvPr/>
        </p:nvCxnSpPr>
        <p:spPr>
          <a:xfrm flipV="1">
            <a:off x="6372000" y="3542400"/>
            <a:ext cx="244800" cy="48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9" name="Connector 298"/>
          <p:cNvCxnSpPr/>
          <p:nvPr/>
        </p:nvCxnSpPr>
        <p:spPr>
          <a:xfrm>
            <a:off x="6372000" y="3312000"/>
            <a:ext cx="244800" cy="48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0" name="Connector 299"/>
          <p:cNvCxnSpPr/>
          <p:nvPr/>
        </p:nvCxnSpPr>
        <p:spPr>
          <a:xfrm flipV="1">
            <a:off x="6408000" y="3614400"/>
            <a:ext cx="208800" cy="41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1" name="Connector 300"/>
          <p:cNvCxnSpPr/>
          <p:nvPr/>
        </p:nvCxnSpPr>
        <p:spPr>
          <a:xfrm>
            <a:off x="6408000" y="3312000"/>
            <a:ext cx="208800" cy="41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2" name="Connector 301"/>
          <p:cNvCxnSpPr/>
          <p:nvPr/>
        </p:nvCxnSpPr>
        <p:spPr>
          <a:xfrm flipV="1">
            <a:off x="6444000" y="3686400"/>
            <a:ext cx="172800" cy="34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3" name="Connector 302"/>
          <p:cNvCxnSpPr/>
          <p:nvPr/>
        </p:nvCxnSpPr>
        <p:spPr>
          <a:xfrm>
            <a:off x="6444000" y="3312000"/>
            <a:ext cx="172800" cy="34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4" name="Connector 303"/>
          <p:cNvCxnSpPr/>
          <p:nvPr/>
        </p:nvCxnSpPr>
        <p:spPr>
          <a:xfrm flipV="1">
            <a:off x="6480000" y="3758400"/>
            <a:ext cx="136800" cy="27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5" name="Connector 304"/>
          <p:cNvCxnSpPr/>
          <p:nvPr/>
        </p:nvCxnSpPr>
        <p:spPr>
          <a:xfrm>
            <a:off x="6480000" y="3312000"/>
            <a:ext cx="136800" cy="27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6" name="Connector 305"/>
          <p:cNvCxnSpPr/>
          <p:nvPr/>
        </p:nvCxnSpPr>
        <p:spPr>
          <a:xfrm flipV="1">
            <a:off x="6516000" y="3830400"/>
            <a:ext cx="100800" cy="20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7" name="Connector 306"/>
          <p:cNvCxnSpPr/>
          <p:nvPr/>
        </p:nvCxnSpPr>
        <p:spPr>
          <a:xfrm>
            <a:off x="6516000" y="3312000"/>
            <a:ext cx="100800" cy="20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8" name="Connector 307"/>
          <p:cNvCxnSpPr/>
          <p:nvPr/>
        </p:nvCxnSpPr>
        <p:spPr>
          <a:xfrm flipV="1">
            <a:off x="6552000" y="3902400"/>
            <a:ext cx="64800" cy="12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9" name="Connector 308"/>
          <p:cNvCxnSpPr/>
          <p:nvPr/>
        </p:nvCxnSpPr>
        <p:spPr>
          <a:xfrm>
            <a:off x="6552000" y="3312000"/>
            <a:ext cx="64800" cy="12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10" name="Connector 309"/>
          <p:cNvCxnSpPr/>
          <p:nvPr/>
        </p:nvCxnSpPr>
        <p:spPr>
          <a:xfrm flipV="1">
            <a:off x="6588000" y="3974400"/>
            <a:ext cx="28800" cy="5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11" name="Connector 310"/>
          <p:cNvCxnSpPr/>
          <p:nvPr/>
        </p:nvCxnSpPr>
        <p:spPr>
          <a:xfrm>
            <a:off x="6588000" y="3312000"/>
            <a:ext cx="28800" cy="5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sp>
        <p:nvSpPr>
          <p:cNvPr id="312" name="Rectangle 311"/>
          <p:cNvSpPr/>
          <p:nvPr/>
        </p:nvSpPr>
        <p:spPr>
          <a:xfrm>
            <a:off x="1836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30087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42039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53991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65718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1836000" y="691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18" name="Connector 317"/>
          <p:cNvCxnSpPr/>
          <p:nvPr/>
        </p:nvCxnSpPr>
        <p:spPr>
          <a:xfrm>
            <a:off x="1881000" y="695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19" name="Rectangle 318"/>
          <p:cNvSpPr/>
          <p:nvPr/>
        </p:nvSpPr>
        <p:spPr>
          <a:xfrm>
            <a:off x="1836000" y="619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0" name="Connector 319"/>
          <p:cNvCxnSpPr/>
          <p:nvPr/>
        </p:nvCxnSpPr>
        <p:spPr>
          <a:xfrm>
            <a:off x="1881000" y="623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21" name="Rectangle 320"/>
          <p:cNvSpPr/>
          <p:nvPr/>
        </p:nvSpPr>
        <p:spPr>
          <a:xfrm>
            <a:off x="1836000" y="547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2" name="Connector 321"/>
          <p:cNvCxnSpPr/>
          <p:nvPr/>
        </p:nvCxnSpPr>
        <p:spPr>
          <a:xfrm>
            <a:off x="1881000" y="551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23" name="Rectangle 322"/>
          <p:cNvSpPr/>
          <p:nvPr/>
        </p:nvSpPr>
        <p:spPr>
          <a:xfrm>
            <a:off x="1836000" y="475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4" name="Connector 323"/>
          <p:cNvCxnSpPr/>
          <p:nvPr/>
        </p:nvCxnSpPr>
        <p:spPr>
          <a:xfrm>
            <a:off x="1881000" y="479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25" name="Rectangle 324"/>
          <p:cNvSpPr/>
          <p:nvPr/>
        </p:nvSpPr>
        <p:spPr>
          <a:xfrm>
            <a:off x="1836000" y="403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6" name="Connector 325"/>
          <p:cNvCxnSpPr/>
          <p:nvPr/>
        </p:nvCxnSpPr>
        <p:spPr>
          <a:xfrm>
            <a:off x="1881000" y="407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cxnSp>
        <p:nvCxnSpPr>
          <p:cNvPr id="327" name="Connector 326"/>
          <p:cNvCxnSpPr/>
          <p:nvPr/>
        </p:nvCxnSpPr>
        <p:spPr>
          <a:xfrm flipV="1">
            <a:off x="24336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28" name="Connector 327"/>
          <p:cNvCxnSpPr/>
          <p:nvPr/>
        </p:nvCxnSpPr>
        <p:spPr>
          <a:xfrm>
            <a:off x="23580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29" name="Rectangle 328"/>
          <p:cNvSpPr/>
          <p:nvPr/>
        </p:nvSpPr>
        <p:spPr>
          <a:xfrm>
            <a:off x="2106000" y="673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2130300" y="670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1" name="Connector 330"/>
          <p:cNvCxnSpPr/>
          <p:nvPr/>
        </p:nvCxnSpPr>
        <p:spPr>
          <a:xfrm>
            <a:off x="2120400" y="683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32" name="Rectangle 331"/>
          <p:cNvSpPr/>
          <p:nvPr/>
        </p:nvSpPr>
        <p:spPr>
          <a:xfrm>
            <a:off x="2277000" y="669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2307132" y="665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4" name="Connector 333"/>
          <p:cNvCxnSpPr/>
          <p:nvPr/>
        </p:nvCxnSpPr>
        <p:spPr>
          <a:xfrm>
            <a:off x="2291400" y="681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35" name="Rectangle 334"/>
          <p:cNvSpPr/>
          <p:nvPr/>
        </p:nvSpPr>
        <p:spPr>
          <a:xfrm>
            <a:off x="2106000" y="527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2127384" y="524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7" name="Connector 336"/>
          <p:cNvCxnSpPr/>
          <p:nvPr/>
        </p:nvCxnSpPr>
        <p:spPr>
          <a:xfrm>
            <a:off x="2120400" y="538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38" name="Rectangle 337"/>
          <p:cNvSpPr/>
          <p:nvPr/>
        </p:nvSpPr>
        <p:spPr>
          <a:xfrm>
            <a:off x="2277000" y="529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2301300" y="526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0" name="Connector 339"/>
          <p:cNvCxnSpPr/>
          <p:nvPr/>
        </p:nvCxnSpPr>
        <p:spPr>
          <a:xfrm>
            <a:off x="2291400" y="539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41" name="Connector 340"/>
          <p:cNvCxnSpPr/>
          <p:nvPr/>
        </p:nvCxnSpPr>
        <p:spPr>
          <a:xfrm flipV="1">
            <a:off x="36288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42" name="Connector 341"/>
          <p:cNvCxnSpPr/>
          <p:nvPr/>
        </p:nvCxnSpPr>
        <p:spPr>
          <a:xfrm>
            <a:off x="35532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43" name="Rectangle 342"/>
          <p:cNvSpPr/>
          <p:nvPr/>
        </p:nvSpPr>
        <p:spPr>
          <a:xfrm>
            <a:off x="3301200" y="597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3331332" y="593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5" name="Connector 344"/>
          <p:cNvCxnSpPr/>
          <p:nvPr/>
        </p:nvCxnSpPr>
        <p:spPr>
          <a:xfrm>
            <a:off x="3315600" y="609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46" name="Rectangle 345"/>
          <p:cNvSpPr/>
          <p:nvPr/>
        </p:nvSpPr>
        <p:spPr>
          <a:xfrm>
            <a:off x="3472200" y="599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3493584" y="596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8" name="Connector 347"/>
          <p:cNvCxnSpPr/>
          <p:nvPr/>
        </p:nvCxnSpPr>
        <p:spPr>
          <a:xfrm>
            <a:off x="3486600" y="610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49" name="Rectangle 348"/>
          <p:cNvSpPr/>
          <p:nvPr/>
        </p:nvSpPr>
        <p:spPr>
          <a:xfrm>
            <a:off x="3301200" y="457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3325500" y="454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1" name="Connector 350"/>
          <p:cNvCxnSpPr/>
          <p:nvPr/>
        </p:nvCxnSpPr>
        <p:spPr>
          <a:xfrm>
            <a:off x="3315600" y="467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52" name="Rectangle 351"/>
          <p:cNvSpPr/>
          <p:nvPr/>
        </p:nvSpPr>
        <p:spPr>
          <a:xfrm>
            <a:off x="3472200" y="453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3502332" y="449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4" name="Connector 353"/>
          <p:cNvCxnSpPr/>
          <p:nvPr/>
        </p:nvCxnSpPr>
        <p:spPr>
          <a:xfrm>
            <a:off x="3486600" y="465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55" name="Connector 354"/>
          <p:cNvCxnSpPr/>
          <p:nvPr/>
        </p:nvCxnSpPr>
        <p:spPr>
          <a:xfrm flipV="1">
            <a:off x="48240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56" name="Connector 355"/>
          <p:cNvCxnSpPr/>
          <p:nvPr/>
        </p:nvCxnSpPr>
        <p:spPr>
          <a:xfrm>
            <a:off x="47484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57" name="Rectangle 356"/>
          <p:cNvSpPr/>
          <p:nvPr/>
        </p:nvSpPr>
        <p:spPr>
          <a:xfrm>
            <a:off x="4496400" y="673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4520700" y="670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9" name="Connector 358"/>
          <p:cNvCxnSpPr/>
          <p:nvPr/>
        </p:nvCxnSpPr>
        <p:spPr>
          <a:xfrm>
            <a:off x="4510800" y="683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60" name="Rectangle 359"/>
          <p:cNvSpPr/>
          <p:nvPr/>
        </p:nvSpPr>
        <p:spPr>
          <a:xfrm>
            <a:off x="4667400" y="669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4697532" y="665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2" name="Connector 361"/>
          <p:cNvCxnSpPr/>
          <p:nvPr/>
        </p:nvCxnSpPr>
        <p:spPr>
          <a:xfrm>
            <a:off x="4681800" y="681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63" name="Rectangle 362"/>
          <p:cNvSpPr/>
          <p:nvPr/>
        </p:nvSpPr>
        <p:spPr>
          <a:xfrm>
            <a:off x="4496400" y="527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4517784" y="524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5" name="Connector 364"/>
          <p:cNvCxnSpPr/>
          <p:nvPr/>
        </p:nvCxnSpPr>
        <p:spPr>
          <a:xfrm>
            <a:off x="4510800" y="538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66" name="Rectangle 365"/>
          <p:cNvSpPr/>
          <p:nvPr/>
        </p:nvSpPr>
        <p:spPr>
          <a:xfrm>
            <a:off x="4667400" y="529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4691700" y="526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8" name="Connector 367"/>
          <p:cNvCxnSpPr/>
          <p:nvPr/>
        </p:nvCxnSpPr>
        <p:spPr>
          <a:xfrm>
            <a:off x="4681800" y="539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69" name="Connector 368"/>
          <p:cNvCxnSpPr/>
          <p:nvPr/>
        </p:nvCxnSpPr>
        <p:spPr>
          <a:xfrm flipV="1">
            <a:off x="60192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70" name="Connector 369"/>
          <p:cNvCxnSpPr/>
          <p:nvPr/>
        </p:nvCxnSpPr>
        <p:spPr>
          <a:xfrm>
            <a:off x="59436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71" name="Rectangle 370"/>
          <p:cNvSpPr/>
          <p:nvPr/>
        </p:nvSpPr>
        <p:spPr>
          <a:xfrm>
            <a:off x="5691600" y="597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5721731" y="593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3" name="Connector 372"/>
          <p:cNvCxnSpPr/>
          <p:nvPr/>
        </p:nvCxnSpPr>
        <p:spPr>
          <a:xfrm>
            <a:off x="5706000" y="609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74" name="Rectangle 373"/>
          <p:cNvSpPr/>
          <p:nvPr/>
        </p:nvSpPr>
        <p:spPr>
          <a:xfrm>
            <a:off x="5862600" y="599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5883984" y="596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6" name="Connector 375"/>
          <p:cNvCxnSpPr/>
          <p:nvPr/>
        </p:nvCxnSpPr>
        <p:spPr>
          <a:xfrm>
            <a:off x="5877000" y="610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77" name="Rectangle 376"/>
          <p:cNvSpPr/>
          <p:nvPr/>
        </p:nvSpPr>
        <p:spPr>
          <a:xfrm>
            <a:off x="5691600" y="457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5715900" y="454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9" name="Connector 378"/>
          <p:cNvCxnSpPr/>
          <p:nvPr/>
        </p:nvCxnSpPr>
        <p:spPr>
          <a:xfrm>
            <a:off x="5706000" y="467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80" name="Rectangle 379"/>
          <p:cNvSpPr/>
          <p:nvPr/>
        </p:nvSpPr>
        <p:spPr>
          <a:xfrm>
            <a:off x="5862600" y="453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5892731" y="449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2" name="Connector 381"/>
          <p:cNvCxnSpPr/>
          <p:nvPr/>
        </p:nvCxnSpPr>
        <p:spPr>
          <a:xfrm>
            <a:off x="5877000" y="465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83" name="Connector 382"/>
          <p:cNvCxnSpPr/>
          <p:nvPr/>
        </p:nvCxnSpPr>
        <p:spPr>
          <a:xfrm>
            <a:off x="1881000" y="7893000"/>
            <a:ext cx="4690800" cy="0"/>
          </a:xfrm>
          <a:prstGeom prst="line">
            <a:avLst/>
          </a:prstGeom>
          <a:ln w="12700">
            <a:solidFill>
              <a:srgbClr val="9A825A"/>
            </a:solidFill>
          </a:ln>
          <a:effectLst/>
        </p:spPr>
      </p:cxnSp>
      <p:cxnSp>
        <p:nvCxnSpPr>
          <p:cNvPr id="384" name="Connector 383"/>
          <p:cNvCxnSpPr/>
          <p:nvPr/>
        </p:nvCxnSpPr>
        <p:spPr>
          <a:xfrm>
            <a:off x="1836000" y="7992000"/>
            <a:ext cx="0" cy="61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85" name="Connector 384"/>
          <p:cNvCxnSpPr/>
          <p:nvPr/>
        </p:nvCxnSpPr>
        <p:spPr>
          <a:xfrm>
            <a:off x="7426800" y="7992000"/>
            <a:ext cx="0" cy="61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86" name="Connector 385"/>
          <p:cNvCxnSpPr/>
          <p:nvPr/>
        </p:nvCxnSpPr>
        <p:spPr>
          <a:xfrm>
            <a:off x="1836000" y="8604000"/>
            <a:ext cx="55908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87" name="Connector 386"/>
          <p:cNvCxnSpPr/>
          <p:nvPr/>
        </p:nvCxnSpPr>
        <p:spPr>
          <a:xfrm flipV="1">
            <a:off x="1800000" y="856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88" name="Connector 387"/>
          <p:cNvCxnSpPr/>
          <p:nvPr/>
        </p:nvCxnSpPr>
        <p:spPr>
          <a:xfrm flipV="1">
            <a:off x="7390800" y="856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89" name="TextBox 388"/>
          <p:cNvSpPr txBox="1"/>
          <p:nvPr/>
        </p:nvSpPr>
        <p:spPr>
          <a:xfrm>
            <a:off x="4091400" y="8424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3106</a:t>
            </a:r>
          </a:p>
        </p:txBody>
      </p:sp>
      <p:cxnSp>
        <p:nvCxnSpPr>
          <p:cNvPr id="390" name="Connector 389"/>
          <p:cNvCxnSpPr/>
          <p:nvPr/>
        </p:nvCxnSpPr>
        <p:spPr>
          <a:xfrm flipH="1">
            <a:off x="1296000" y="7992000"/>
            <a:ext cx="54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1" name="Connector 390"/>
          <p:cNvCxnSpPr/>
          <p:nvPr/>
        </p:nvCxnSpPr>
        <p:spPr>
          <a:xfrm flipH="1">
            <a:off x="1296000" y="3312000"/>
            <a:ext cx="54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2" name="Connector 391"/>
          <p:cNvCxnSpPr/>
          <p:nvPr/>
        </p:nvCxnSpPr>
        <p:spPr>
          <a:xfrm flipV="1">
            <a:off x="1296000" y="3312000"/>
            <a:ext cx="0" cy="468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3" name="Connector 392"/>
          <p:cNvCxnSpPr/>
          <p:nvPr/>
        </p:nvCxnSpPr>
        <p:spPr>
          <a:xfrm flipV="1">
            <a:off x="1260000" y="79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4" name="Connector 393"/>
          <p:cNvCxnSpPr/>
          <p:nvPr/>
        </p:nvCxnSpPr>
        <p:spPr>
          <a:xfrm flipV="1">
            <a:off x="1260000" y="32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95" name="TextBox 394"/>
          <p:cNvSpPr txBox="1"/>
          <p:nvPr/>
        </p:nvSpPr>
        <p:spPr>
          <a:xfrm>
            <a:off x="864000" y="565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2600</a:t>
            </a:r>
          </a:p>
        </p:txBody>
      </p:sp>
      <p:cxnSp>
        <p:nvCxnSpPr>
          <p:cNvPr id="396" name="Connector 395"/>
          <p:cNvCxnSpPr/>
          <p:nvPr/>
        </p:nvCxnSpPr>
        <p:spPr>
          <a:xfrm>
            <a:off x="18360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7" name="Connector 396"/>
          <p:cNvCxnSpPr/>
          <p:nvPr/>
        </p:nvCxnSpPr>
        <p:spPr>
          <a:xfrm>
            <a:off x="30312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8" name="Connector 397"/>
          <p:cNvCxnSpPr/>
          <p:nvPr/>
        </p:nvCxnSpPr>
        <p:spPr>
          <a:xfrm>
            <a:off x="18360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9" name="Connector 398"/>
          <p:cNvCxnSpPr/>
          <p:nvPr/>
        </p:nvCxnSpPr>
        <p:spPr>
          <a:xfrm flipV="1">
            <a:off x="18000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00" name="Connector 399"/>
          <p:cNvCxnSpPr/>
          <p:nvPr/>
        </p:nvCxnSpPr>
        <p:spPr>
          <a:xfrm flipV="1">
            <a:off x="29952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01" name="TextBox 400"/>
          <p:cNvSpPr txBox="1"/>
          <p:nvPr/>
        </p:nvSpPr>
        <p:spPr>
          <a:xfrm>
            <a:off x="1893599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02" name="Connector 401"/>
          <p:cNvCxnSpPr/>
          <p:nvPr/>
        </p:nvCxnSpPr>
        <p:spPr>
          <a:xfrm>
            <a:off x="30312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03" name="Connector 402"/>
          <p:cNvCxnSpPr/>
          <p:nvPr/>
        </p:nvCxnSpPr>
        <p:spPr>
          <a:xfrm>
            <a:off x="42264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04" name="Connector 403"/>
          <p:cNvCxnSpPr/>
          <p:nvPr/>
        </p:nvCxnSpPr>
        <p:spPr>
          <a:xfrm>
            <a:off x="30312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05" name="Connector 404"/>
          <p:cNvCxnSpPr/>
          <p:nvPr/>
        </p:nvCxnSpPr>
        <p:spPr>
          <a:xfrm flipV="1">
            <a:off x="29952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06" name="Connector 405"/>
          <p:cNvCxnSpPr/>
          <p:nvPr/>
        </p:nvCxnSpPr>
        <p:spPr>
          <a:xfrm flipV="1">
            <a:off x="41904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07" name="TextBox 406"/>
          <p:cNvSpPr txBox="1"/>
          <p:nvPr/>
        </p:nvSpPr>
        <p:spPr>
          <a:xfrm>
            <a:off x="30888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08" name="Connector 407"/>
          <p:cNvCxnSpPr/>
          <p:nvPr/>
        </p:nvCxnSpPr>
        <p:spPr>
          <a:xfrm>
            <a:off x="42264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09" name="Connector 408"/>
          <p:cNvCxnSpPr/>
          <p:nvPr/>
        </p:nvCxnSpPr>
        <p:spPr>
          <a:xfrm>
            <a:off x="54216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10" name="Connector 409"/>
          <p:cNvCxnSpPr/>
          <p:nvPr/>
        </p:nvCxnSpPr>
        <p:spPr>
          <a:xfrm>
            <a:off x="42264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1" name="Connector 410"/>
          <p:cNvCxnSpPr/>
          <p:nvPr/>
        </p:nvCxnSpPr>
        <p:spPr>
          <a:xfrm flipV="1">
            <a:off x="41904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2" name="Connector 411"/>
          <p:cNvCxnSpPr/>
          <p:nvPr/>
        </p:nvCxnSpPr>
        <p:spPr>
          <a:xfrm flipV="1">
            <a:off x="53856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13" name="TextBox 412"/>
          <p:cNvSpPr txBox="1"/>
          <p:nvPr/>
        </p:nvSpPr>
        <p:spPr>
          <a:xfrm>
            <a:off x="42840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14" name="Connector 413"/>
          <p:cNvCxnSpPr/>
          <p:nvPr/>
        </p:nvCxnSpPr>
        <p:spPr>
          <a:xfrm>
            <a:off x="54216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15" name="Connector 414"/>
          <p:cNvCxnSpPr/>
          <p:nvPr/>
        </p:nvCxnSpPr>
        <p:spPr>
          <a:xfrm>
            <a:off x="66168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16" name="Connector 415"/>
          <p:cNvCxnSpPr/>
          <p:nvPr/>
        </p:nvCxnSpPr>
        <p:spPr>
          <a:xfrm>
            <a:off x="54216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7" name="Connector 416"/>
          <p:cNvCxnSpPr/>
          <p:nvPr/>
        </p:nvCxnSpPr>
        <p:spPr>
          <a:xfrm flipV="1">
            <a:off x="53856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8" name="Connector 417"/>
          <p:cNvCxnSpPr/>
          <p:nvPr/>
        </p:nvCxnSpPr>
        <p:spPr>
          <a:xfrm flipV="1">
            <a:off x="65808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19" name="TextBox 418"/>
          <p:cNvSpPr txBox="1"/>
          <p:nvPr/>
        </p:nvSpPr>
        <p:spPr>
          <a:xfrm>
            <a:off x="54792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20" name="Connector 419"/>
          <p:cNvCxnSpPr/>
          <p:nvPr/>
        </p:nvCxnSpPr>
        <p:spPr>
          <a:xfrm>
            <a:off x="7426800" y="799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1" name="Connector 420"/>
          <p:cNvCxnSpPr/>
          <p:nvPr/>
        </p:nvCxnSpPr>
        <p:spPr>
          <a:xfrm>
            <a:off x="7426800" y="78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2" name="Connector 421"/>
          <p:cNvCxnSpPr/>
          <p:nvPr/>
        </p:nvCxnSpPr>
        <p:spPr>
          <a:xfrm flipV="1">
            <a:off x="7750800" y="7812000"/>
            <a:ext cx="0" cy="18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23" name="Connector 422"/>
          <p:cNvCxnSpPr/>
          <p:nvPr/>
        </p:nvCxnSpPr>
        <p:spPr>
          <a:xfrm flipV="1">
            <a:off x="7714800" y="79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24" name="Connector 423"/>
          <p:cNvCxnSpPr/>
          <p:nvPr/>
        </p:nvCxnSpPr>
        <p:spPr>
          <a:xfrm flipV="1">
            <a:off x="7714800" y="77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25" name="TextBox 424"/>
          <p:cNvSpPr txBox="1"/>
          <p:nvPr/>
        </p:nvSpPr>
        <p:spPr>
          <a:xfrm>
            <a:off x="7794000" y="7902000"/>
            <a:ext cx="46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100</a:t>
            </a:r>
          </a:p>
        </p:txBody>
      </p:sp>
      <p:cxnSp>
        <p:nvCxnSpPr>
          <p:cNvPr id="426" name="Connector 425"/>
          <p:cNvCxnSpPr/>
          <p:nvPr/>
        </p:nvCxnSpPr>
        <p:spPr>
          <a:xfrm>
            <a:off x="7426800" y="78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7" name="Connector 426"/>
          <p:cNvCxnSpPr/>
          <p:nvPr/>
        </p:nvCxnSpPr>
        <p:spPr>
          <a:xfrm>
            <a:off x="7426800" y="69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8" name="Connector 427"/>
          <p:cNvCxnSpPr/>
          <p:nvPr/>
        </p:nvCxnSpPr>
        <p:spPr>
          <a:xfrm flipV="1">
            <a:off x="7750800" y="6912000"/>
            <a:ext cx="0" cy="90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29" name="Connector 428"/>
          <p:cNvCxnSpPr/>
          <p:nvPr/>
        </p:nvCxnSpPr>
        <p:spPr>
          <a:xfrm flipV="1">
            <a:off x="7714800" y="77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30" name="Connector 429"/>
          <p:cNvCxnSpPr/>
          <p:nvPr/>
        </p:nvCxnSpPr>
        <p:spPr>
          <a:xfrm flipV="1">
            <a:off x="7714800" y="68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31" name="TextBox 430"/>
          <p:cNvSpPr txBox="1"/>
          <p:nvPr/>
        </p:nvSpPr>
        <p:spPr>
          <a:xfrm>
            <a:off x="7794000" y="7362000"/>
            <a:ext cx="46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500</a:t>
            </a:r>
          </a:p>
        </p:txBody>
      </p:sp>
      <p:cxnSp>
        <p:nvCxnSpPr>
          <p:cNvPr id="432" name="Connector 431"/>
          <p:cNvCxnSpPr/>
          <p:nvPr/>
        </p:nvCxnSpPr>
        <p:spPr>
          <a:xfrm>
            <a:off x="7426800" y="69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33" name="Connector 432"/>
          <p:cNvCxnSpPr/>
          <p:nvPr/>
        </p:nvCxnSpPr>
        <p:spPr>
          <a:xfrm>
            <a:off x="7426800" y="619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34" name="Connector 433"/>
          <p:cNvCxnSpPr/>
          <p:nvPr/>
        </p:nvCxnSpPr>
        <p:spPr>
          <a:xfrm flipV="1">
            <a:off x="7750800" y="619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35" name="Connector 434"/>
          <p:cNvCxnSpPr/>
          <p:nvPr/>
        </p:nvCxnSpPr>
        <p:spPr>
          <a:xfrm flipV="1">
            <a:off x="7714800" y="68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36" name="Connector 435"/>
          <p:cNvCxnSpPr/>
          <p:nvPr/>
        </p:nvCxnSpPr>
        <p:spPr>
          <a:xfrm flipV="1">
            <a:off x="7714800" y="61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37" name="TextBox 436"/>
          <p:cNvSpPr txBox="1"/>
          <p:nvPr/>
        </p:nvSpPr>
        <p:spPr>
          <a:xfrm>
            <a:off x="7794000" y="6552000"/>
            <a:ext cx="46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38" name="Connector 437"/>
          <p:cNvCxnSpPr/>
          <p:nvPr/>
        </p:nvCxnSpPr>
        <p:spPr>
          <a:xfrm>
            <a:off x="7426800" y="619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39" name="Connector 438"/>
          <p:cNvCxnSpPr/>
          <p:nvPr/>
        </p:nvCxnSpPr>
        <p:spPr>
          <a:xfrm>
            <a:off x="7426800" y="547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40" name="Connector 439"/>
          <p:cNvCxnSpPr/>
          <p:nvPr/>
        </p:nvCxnSpPr>
        <p:spPr>
          <a:xfrm flipV="1">
            <a:off x="7750800" y="547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1" name="Connector 440"/>
          <p:cNvCxnSpPr/>
          <p:nvPr/>
        </p:nvCxnSpPr>
        <p:spPr>
          <a:xfrm flipV="1">
            <a:off x="7714800" y="61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2" name="Connector 441"/>
          <p:cNvCxnSpPr/>
          <p:nvPr/>
        </p:nvCxnSpPr>
        <p:spPr>
          <a:xfrm flipV="1">
            <a:off x="7714800" y="54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43" name="TextBox 442"/>
          <p:cNvSpPr txBox="1"/>
          <p:nvPr/>
        </p:nvSpPr>
        <p:spPr>
          <a:xfrm>
            <a:off x="7794000" y="5832000"/>
            <a:ext cx="46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44" name="Connector 443"/>
          <p:cNvCxnSpPr/>
          <p:nvPr/>
        </p:nvCxnSpPr>
        <p:spPr>
          <a:xfrm>
            <a:off x="7426800" y="547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45" name="Connector 444"/>
          <p:cNvCxnSpPr/>
          <p:nvPr/>
        </p:nvCxnSpPr>
        <p:spPr>
          <a:xfrm>
            <a:off x="7426800" y="475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46" name="Connector 445"/>
          <p:cNvCxnSpPr/>
          <p:nvPr/>
        </p:nvCxnSpPr>
        <p:spPr>
          <a:xfrm flipV="1">
            <a:off x="7750800" y="475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7" name="Connector 446"/>
          <p:cNvCxnSpPr/>
          <p:nvPr/>
        </p:nvCxnSpPr>
        <p:spPr>
          <a:xfrm flipV="1">
            <a:off x="7714800" y="54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8" name="Connector 447"/>
          <p:cNvCxnSpPr/>
          <p:nvPr/>
        </p:nvCxnSpPr>
        <p:spPr>
          <a:xfrm flipV="1">
            <a:off x="7714800" y="471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49" name="TextBox 448"/>
          <p:cNvSpPr txBox="1"/>
          <p:nvPr/>
        </p:nvSpPr>
        <p:spPr>
          <a:xfrm>
            <a:off x="7794000" y="5112000"/>
            <a:ext cx="46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50" name="Connector 449"/>
          <p:cNvCxnSpPr/>
          <p:nvPr/>
        </p:nvCxnSpPr>
        <p:spPr>
          <a:xfrm>
            <a:off x="7426800" y="475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1" name="Connector 450"/>
          <p:cNvCxnSpPr/>
          <p:nvPr/>
        </p:nvCxnSpPr>
        <p:spPr>
          <a:xfrm>
            <a:off x="7426800" y="403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2" name="Connector 451"/>
          <p:cNvCxnSpPr/>
          <p:nvPr/>
        </p:nvCxnSpPr>
        <p:spPr>
          <a:xfrm flipV="1">
            <a:off x="7750800" y="403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53" name="Connector 452"/>
          <p:cNvCxnSpPr/>
          <p:nvPr/>
        </p:nvCxnSpPr>
        <p:spPr>
          <a:xfrm flipV="1">
            <a:off x="7714800" y="471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54" name="Connector 453"/>
          <p:cNvCxnSpPr/>
          <p:nvPr/>
        </p:nvCxnSpPr>
        <p:spPr>
          <a:xfrm flipV="1">
            <a:off x="7714800" y="399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55" name="TextBox 454"/>
          <p:cNvSpPr txBox="1"/>
          <p:nvPr/>
        </p:nvSpPr>
        <p:spPr>
          <a:xfrm>
            <a:off x="7794000" y="4392000"/>
            <a:ext cx="46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56" name="Connector 455"/>
          <p:cNvCxnSpPr/>
          <p:nvPr/>
        </p:nvCxnSpPr>
        <p:spPr>
          <a:xfrm>
            <a:off x="7426800" y="403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7" name="Connector 456"/>
          <p:cNvCxnSpPr/>
          <p:nvPr/>
        </p:nvCxnSpPr>
        <p:spPr>
          <a:xfrm>
            <a:off x="7426800" y="33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8" name="Connector 457"/>
          <p:cNvCxnSpPr/>
          <p:nvPr/>
        </p:nvCxnSpPr>
        <p:spPr>
          <a:xfrm flipV="1">
            <a:off x="7750800" y="331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59" name="Connector 458"/>
          <p:cNvCxnSpPr/>
          <p:nvPr/>
        </p:nvCxnSpPr>
        <p:spPr>
          <a:xfrm flipV="1">
            <a:off x="7714800" y="399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60" name="Connector 459"/>
          <p:cNvCxnSpPr/>
          <p:nvPr/>
        </p:nvCxnSpPr>
        <p:spPr>
          <a:xfrm flipV="1">
            <a:off x="7714800" y="32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61" name="TextBox 460"/>
          <p:cNvSpPr txBox="1"/>
          <p:nvPr/>
        </p:nvSpPr>
        <p:spPr>
          <a:xfrm>
            <a:off x="7794000" y="3672000"/>
            <a:ext cx="46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sp>
        <p:nvSpPr>
          <p:cNvPr id="468" name="TextBox 467"/>
          <p:cNvSpPr txBox="1"/>
          <p:nvPr/>
        </p:nvSpPr>
        <p:spPr>
          <a:xfrm>
            <a:off x="792000" y="2196000"/>
            <a:ext cx="9360000" cy="3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9A825A"/>
                </a:solidFill>
                <a:latin typeface="Liberation Sans"/>
              </a:defRPr>
            </a:pPr>
            <a:r>
              <a:t>BLACK STEEL  /  NEUTRAL PPC  /  EXPANDED MESH  /  3000 K LED</a:t>
            </a:r>
          </a:p>
        </p:txBody>
      </p:sp>
      <p:cxnSp>
        <p:nvCxnSpPr>
          <p:cNvPr id="480" name="Connector 479"/>
          <p:cNvCxnSpPr/>
          <p:nvPr/>
        </p:nvCxnSpPr>
        <p:spPr>
          <a:xfrm>
            <a:off x="1836000" y="9252000"/>
            <a:ext cx="1800000" cy="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481" name="Connector 480"/>
          <p:cNvCxnSpPr/>
          <p:nvPr/>
        </p:nvCxnSpPr>
        <p:spPr>
          <a:xfrm>
            <a:off x="1836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482" name="Connector 481"/>
          <p:cNvCxnSpPr/>
          <p:nvPr/>
        </p:nvCxnSpPr>
        <p:spPr>
          <a:xfrm>
            <a:off x="2736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483" name="Connector 482"/>
          <p:cNvCxnSpPr/>
          <p:nvPr/>
        </p:nvCxnSpPr>
        <p:spPr>
          <a:xfrm>
            <a:off x="3636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484" name="TextBox 483"/>
          <p:cNvSpPr txBox="1"/>
          <p:nvPr/>
        </p:nvSpPr>
        <p:spPr>
          <a:xfrm>
            <a:off x="1836000" y="9324000"/>
            <a:ext cx="234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0                         1000 mm   |   1:20</a:t>
            </a:r>
          </a:p>
        </p:txBody>
      </p:sp>
      <p:sp>
        <p:nvSpPr>
          <p:cNvPr id="485" name="TextBox 484"/>
          <p:cNvSpPr txBox="1"/>
          <p:nvPr/>
        </p:nvSpPr>
        <p:spPr>
          <a:xfrm>
            <a:off x="1836000" y="9936000"/>
            <a:ext cx="7920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INDICATIVE BOTTLES · NOT A STOCK / CAPACITY SCHEDULE</a:t>
            </a:r>
          </a:p>
        </p:txBody>
      </p:sp>
      <p:sp>
        <p:nvSpPr>
          <p:cNvPr id="486" name="TextBox 485"/>
          <p:cNvSpPr txBox="1"/>
          <p:nvPr/>
        </p:nvSpPr>
        <p:spPr>
          <a:xfrm>
            <a:off x="10224000" y="2340000"/>
            <a:ext cx="4536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SHELF / FRONT EDGE</a:t>
            </a:r>
          </a:p>
        </p:txBody>
      </p:sp>
      <p:sp>
        <p:nvSpPr>
          <p:cNvPr id="487" name="TextBox 486"/>
          <p:cNvSpPr txBox="1"/>
          <p:nvPr/>
        </p:nvSpPr>
        <p:spPr>
          <a:xfrm>
            <a:off x="10224000" y="2628000"/>
            <a:ext cx="4536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SECTION 1:2</a:t>
            </a:r>
          </a:p>
        </p:txBody>
      </p:sp>
      <p:sp>
        <p:nvSpPr>
          <p:cNvPr id="488" name="Rectangle 487"/>
          <p:cNvSpPr/>
          <p:nvPr/>
        </p:nvSpPr>
        <p:spPr>
          <a:xfrm>
            <a:off x="10224000" y="4050000"/>
            <a:ext cx="4500000" cy="54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9" name="Rectangle 488"/>
          <p:cNvSpPr/>
          <p:nvPr/>
        </p:nvSpPr>
        <p:spPr>
          <a:xfrm>
            <a:off x="14670000" y="4050000"/>
            <a:ext cx="54000" cy="45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0" name="Rectangle 489"/>
          <p:cNvSpPr/>
          <p:nvPr/>
        </p:nvSpPr>
        <p:spPr>
          <a:xfrm>
            <a:off x="10494000" y="4104000"/>
            <a:ext cx="360000" cy="36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1" name="Rectangle 490"/>
          <p:cNvSpPr/>
          <p:nvPr/>
        </p:nvSpPr>
        <p:spPr>
          <a:xfrm>
            <a:off x="10522800" y="4132800"/>
            <a:ext cx="302400" cy="30240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92" name="Connector 491"/>
          <p:cNvCxnSpPr/>
          <p:nvPr/>
        </p:nvCxnSpPr>
        <p:spPr>
          <a:xfrm>
            <a:off x="14364000" y="4284000"/>
            <a:ext cx="270000" cy="0"/>
          </a:xfrm>
          <a:prstGeom prst="line">
            <a:avLst/>
          </a:prstGeom>
          <a:ln w="16510">
            <a:solidFill>
              <a:srgbClr val="9A825A"/>
            </a:solidFill>
          </a:ln>
          <a:effectLst/>
        </p:spPr>
      </p:cxnSp>
      <p:cxnSp>
        <p:nvCxnSpPr>
          <p:cNvPr id="493" name="Connector 492"/>
          <p:cNvCxnSpPr/>
          <p:nvPr/>
        </p:nvCxnSpPr>
        <p:spPr>
          <a:xfrm flipV="1">
            <a:off x="10224000" y="3726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94" name="Connector 493"/>
          <p:cNvCxnSpPr/>
          <p:nvPr/>
        </p:nvCxnSpPr>
        <p:spPr>
          <a:xfrm flipV="1">
            <a:off x="14724000" y="3726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95" name="Connector 494"/>
          <p:cNvCxnSpPr/>
          <p:nvPr/>
        </p:nvCxnSpPr>
        <p:spPr>
          <a:xfrm>
            <a:off x="10224000" y="3726000"/>
            <a:ext cx="45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96" name="Connector 495"/>
          <p:cNvCxnSpPr/>
          <p:nvPr/>
        </p:nvCxnSpPr>
        <p:spPr>
          <a:xfrm flipV="1">
            <a:off x="10188000" y="369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97" name="Connector 496"/>
          <p:cNvCxnSpPr/>
          <p:nvPr/>
        </p:nvCxnSpPr>
        <p:spPr>
          <a:xfrm flipV="1">
            <a:off x="14688000" y="369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98" name="TextBox 497"/>
          <p:cNvSpPr txBox="1"/>
          <p:nvPr/>
        </p:nvSpPr>
        <p:spPr>
          <a:xfrm>
            <a:off x="11934000" y="3546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sp>
        <p:nvSpPr>
          <p:cNvPr id="499" name="TextBox 498"/>
          <p:cNvSpPr txBox="1"/>
          <p:nvPr/>
        </p:nvSpPr>
        <p:spPr>
          <a:xfrm>
            <a:off x="10224000" y="4680000"/>
            <a:ext cx="4500000" cy="72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3 mm folded tray · 25 front downstand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20 × 20 × 1.6 support · LED profile TBC #16</a:t>
            </a:r>
          </a:p>
        </p:txBody>
      </p:sp>
      <p:sp>
        <p:nvSpPr>
          <p:cNvPr id="500" name="TextBox 499"/>
          <p:cNvSpPr txBox="1"/>
          <p:nvPr/>
        </p:nvSpPr>
        <p:spPr>
          <a:xfrm>
            <a:off x="10980000" y="6372000"/>
            <a:ext cx="360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CABINET / PLINTH</a:t>
            </a:r>
          </a:p>
        </p:txBody>
      </p:sp>
      <p:sp>
        <p:nvSpPr>
          <p:cNvPr id="501" name="TextBox 500"/>
          <p:cNvSpPr txBox="1"/>
          <p:nvPr/>
        </p:nvSpPr>
        <p:spPr>
          <a:xfrm>
            <a:off x="10980000" y="6660000"/>
            <a:ext cx="360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SECTION 1:5</a:t>
            </a:r>
          </a:p>
        </p:txBody>
      </p:sp>
      <p:sp>
        <p:nvSpPr>
          <p:cNvPr id="502" name="Rectangle 501"/>
          <p:cNvSpPr/>
          <p:nvPr/>
        </p:nvSpPr>
        <p:spPr>
          <a:xfrm>
            <a:off x="11340000" y="6912000"/>
            <a:ext cx="1800000" cy="1872000"/>
          </a:xfrm>
          <a:prstGeom prst="rect">
            <a:avLst/>
          </a:prstGeom>
          <a:solidFill>
            <a:srgbClr val="DED8CD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3" name="Rectangle 502"/>
          <p:cNvSpPr/>
          <p:nvPr/>
        </p:nvSpPr>
        <p:spPr>
          <a:xfrm>
            <a:off x="11340000" y="8784000"/>
            <a:ext cx="1440000" cy="720000"/>
          </a:xfrm>
          <a:prstGeom prst="rect">
            <a:avLst/>
          </a:prstGeom>
          <a:solidFill>
            <a:srgbClr val="51534E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04" name="Connector 503"/>
          <p:cNvCxnSpPr/>
          <p:nvPr/>
        </p:nvCxnSpPr>
        <p:spPr>
          <a:xfrm>
            <a:off x="12780000" y="9072000"/>
            <a:ext cx="324000" cy="0"/>
          </a:xfrm>
          <a:prstGeom prst="line">
            <a:avLst/>
          </a:prstGeom>
          <a:ln w="12700">
            <a:solidFill>
              <a:srgbClr val="9A825A"/>
            </a:solidFill>
          </a:ln>
          <a:effectLst/>
        </p:spPr>
      </p:cxnSp>
      <p:cxnSp>
        <p:nvCxnSpPr>
          <p:cNvPr id="505" name="Connector 504"/>
          <p:cNvCxnSpPr/>
          <p:nvPr/>
        </p:nvCxnSpPr>
        <p:spPr>
          <a:xfrm>
            <a:off x="12780000" y="9504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06" name="Connector 505"/>
          <p:cNvCxnSpPr/>
          <p:nvPr/>
        </p:nvCxnSpPr>
        <p:spPr>
          <a:xfrm>
            <a:off x="13140000" y="9504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07" name="Connector 506"/>
          <p:cNvCxnSpPr/>
          <p:nvPr/>
        </p:nvCxnSpPr>
        <p:spPr>
          <a:xfrm>
            <a:off x="12780000" y="9792000"/>
            <a:ext cx="36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08" name="Connector 507"/>
          <p:cNvCxnSpPr/>
          <p:nvPr/>
        </p:nvCxnSpPr>
        <p:spPr>
          <a:xfrm flipV="1">
            <a:off x="12744000" y="97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09" name="Connector 508"/>
          <p:cNvCxnSpPr/>
          <p:nvPr/>
        </p:nvCxnSpPr>
        <p:spPr>
          <a:xfrm flipV="1">
            <a:off x="13104000" y="97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510" name="TextBox 509"/>
          <p:cNvSpPr txBox="1"/>
          <p:nvPr/>
        </p:nvSpPr>
        <p:spPr>
          <a:xfrm>
            <a:off x="12420000" y="9612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50</a:t>
            </a:r>
          </a:p>
        </p:txBody>
      </p:sp>
      <p:cxnSp>
        <p:nvCxnSpPr>
          <p:cNvPr id="511" name="Connector 510"/>
          <p:cNvCxnSpPr/>
          <p:nvPr/>
        </p:nvCxnSpPr>
        <p:spPr>
          <a:xfrm>
            <a:off x="13140000" y="9504000"/>
            <a:ext cx="28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12" name="Connector 511"/>
          <p:cNvCxnSpPr/>
          <p:nvPr/>
        </p:nvCxnSpPr>
        <p:spPr>
          <a:xfrm>
            <a:off x="13140000" y="8784000"/>
            <a:ext cx="28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13" name="Connector 512"/>
          <p:cNvCxnSpPr/>
          <p:nvPr/>
        </p:nvCxnSpPr>
        <p:spPr>
          <a:xfrm flipV="1">
            <a:off x="13428000" y="8784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14" name="Connector 513"/>
          <p:cNvCxnSpPr/>
          <p:nvPr/>
        </p:nvCxnSpPr>
        <p:spPr>
          <a:xfrm flipV="1">
            <a:off x="13392000" y="946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15" name="Connector 514"/>
          <p:cNvCxnSpPr/>
          <p:nvPr/>
        </p:nvCxnSpPr>
        <p:spPr>
          <a:xfrm flipV="1">
            <a:off x="13392000" y="874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516" name="TextBox 515"/>
          <p:cNvSpPr txBox="1"/>
          <p:nvPr/>
        </p:nvSpPr>
        <p:spPr>
          <a:xfrm>
            <a:off x="12996000" y="9144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100</a:t>
            </a:r>
          </a:p>
        </p:txBody>
      </p:sp>
      <p:sp>
        <p:nvSpPr>
          <p:cNvPr id="517" name="TextBox 516"/>
          <p:cNvSpPr txBox="1"/>
          <p:nvPr/>
        </p:nvSpPr>
        <p:spPr>
          <a:xfrm>
            <a:off x="10980000" y="10116000"/>
            <a:ext cx="3780000" cy="3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100 high · 50 recess · warm toe-kick LED</a:t>
            </a:r>
          </a:p>
        </p:txBody>
      </p:sp>
      <p:cxnSp>
        <p:nvCxnSpPr>
          <p:cNvPr id="518" name="LEADER:EXPANDED MESH"/>
          <p:cNvCxnSpPr/>
          <p:nvPr/>
        </p:nvCxnSpPr>
        <p:spPr>
          <a:xfrm flipV="1">
            <a:off x="6570000" y="3240000"/>
            <a:ext cx="1638000" cy="252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LEADER:EXPANDED MESH"/>
          <p:cNvCxnSpPr/>
          <p:nvPr/>
        </p:nvCxnSpPr>
        <p:spPr>
          <a:xfrm>
            <a:off x="8208000" y="3240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0" name="Oval 519"/>
          <p:cNvSpPr/>
          <p:nvPr/>
        </p:nvSpPr>
        <p:spPr>
          <a:xfrm>
            <a:off x="6552000" y="3474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ANNOTATION:EXPANDED MESH title"/>
          <p:cNvSpPr txBox="1"/>
          <p:nvPr/>
        </p:nvSpPr>
        <p:spPr>
          <a:xfrm>
            <a:off x="8532000" y="3168000"/>
            <a:ext cx="1548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EXPANDED MESH</a:t>
            </a:r>
          </a:p>
        </p:txBody>
      </p:sp>
      <p:sp>
        <p:nvSpPr>
          <p:cNvPr id="522" name="ANNOTATION:EXPANDED MESH description"/>
          <p:cNvSpPr txBox="1"/>
          <p:nvPr/>
        </p:nvSpPr>
        <p:spPr>
          <a:xfrm>
            <a:off x="8532000" y="3456000"/>
            <a:ext cx="1548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Upper infill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2200–2600</a:t>
            </a:r>
          </a:p>
        </p:txBody>
      </p:sp>
      <p:cxnSp>
        <p:nvCxnSpPr>
          <p:cNvPr id="523" name="LEADER:BLACK STEEL TRAY"/>
          <p:cNvCxnSpPr/>
          <p:nvPr/>
        </p:nvCxnSpPr>
        <p:spPr>
          <a:xfrm flipV="1">
            <a:off x="6570000" y="5400000"/>
            <a:ext cx="1638000" cy="72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LEADER:BLACK STEEL TRAY"/>
          <p:cNvCxnSpPr/>
          <p:nvPr/>
        </p:nvCxnSpPr>
        <p:spPr>
          <a:xfrm>
            <a:off x="8208000" y="5400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5" name="Oval 524"/>
          <p:cNvSpPr/>
          <p:nvPr/>
        </p:nvSpPr>
        <p:spPr>
          <a:xfrm>
            <a:off x="6552000" y="5454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ANNOTATION:BLACK STEEL TRAY title"/>
          <p:cNvSpPr txBox="1"/>
          <p:nvPr/>
        </p:nvSpPr>
        <p:spPr>
          <a:xfrm>
            <a:off x="8532000" y="5328000"/>
            <a:ext cx="1548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BLACK STEEL TRAY</a:t>
            </a:r>
          </a:p>
        </p:txBody>
      </p:sp>
      <p:sp>
        <p:nvSpPr>
          <p:cNvPr id="527" name="ANNOTATION:BLACK STEEL TRAY description"/>
          <p:cNvSpPr txBox="1"/>
          <p:nvPr/>
        </p:nvSpPr>
        <p:spPr>
          <a:xfrm>
            <a:off x="8532000" y="5616000"/>
            <a:ext cx="1548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25 folded downstand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Concealed warm LED</a:t>
            </a:r>
          </a:p>
        </p:txBody>
      </p:sp>
      <p:cxnSp>
        <p:nvCxnSpPr>
          <p:cNvPr id="528" name="LEADER:RECESSED PLINTH"/>
          <p:cNvCxnSpPr/>
          <p:nvPr/>
        </p:nvCxnSpPr>
        <p:spPr>
          <a:xfrm flipV="1">
            <a:off x="6570000" y="7668000"/>
            <a:ext cx="1638000" cy="279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" name="LEADER:RECESSED PLINTH"/>
          <p:cNvCxnSpPr/>
          <p:nvPr/>
        </p:nvCxnSpPr>
        <p:spPr>
          <a:xfrm>
            <a:off x="8208000" y="7668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0" name="Oval 529"/>
          <p:cNvSpPr/>
          <p:nvPr/>
        </p:nvSpPr>
        <p:spPr>
          <a:xfrm>
            <a:off x="6552000" y="7929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ANNOTATION:RECESSED PLINTH title"/>
          <p:cNvSpPr txBox="1"/>
          <p:nvPr/>
        </p:nvSpPr>
        <p:spPr>
          <a:xfrm>
            <a:off x="8532000" y="7596000"/>
            <a:ext cx="1548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RECESSED PLINTH</a:t>
            </a:r>
          </a:p>
        </p:txBody>
      </p:sp>
      <p:sp>
        <p:nvSpPr>
          <p:cNvPr id="532" name="ANNOTATION:RECESSED PLINTH description"/>
          <p:cNvSpPr txBox="1"/>
          <p:nvPr/>
        </p:nvSpPr>
        <p:spPr>
          <a:xfrm>
            <a:off x="8532000" y="7884000"/>
            <a:ext cx="1548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100 high · 50 recess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Warm toe-kick light</a:t>
            </a:r>
          </a:p>
        </p:txBody>
      </p:sp>
      <p:sp>
        <p:nvSpPr>
          <p:cNvPr id="533" name="TextBox 532"/>
          <p:cNvSpPr txBox="1"/>
          <p:nvPr/>
        </p:nvSpPr>
        <p:spPr>
          <a:xfrm>
            <a:off x="6616800" y="2520000"/>
            <a:ext cx="972000" cy="6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SOLID COLUMN RETURN</a:t>
            </a:r>
          </a:p>
          <a:p>
            <a:pPr>
              <a:spcAft>
                <a:spcPts val="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Display faces street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062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BORN FRAGRANCE  /  ARCHITECTURE + INTERIOR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Spatial assembly / cutaway axonometric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Spatial cutaway · orthographic projection · direct material and interface annotations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48" name="TextBox 47"/>
          <p:cNvSpPr txBox="1"/>
          <p:nvPr/>
        </p:nvSpPr>
        <p:spPr>
          <a:xfrm>
            <a:off x="4932000" y="10152000"/>
            <a:ext cx="7308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ORTHOGRAPHIC CUTAWAY · NTS · ceiling plane removed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4"/>
          <a:srcRect l="1758" r="32812" t="2036" b="2036"/>
          <a:stretch>
            <a:fillRect/>
          </a:stretch>
        </p:blipFill>
        <p:spPr>
          <a:xfrm>
            <a:off x="3960000" y="2052000"/>
            <a:ext cx="6285990" cy="7956000"/>
          </a:xfrm>
          <a:prstGeom prst="rect">
            <a:avLst/>
          </a:prstGeom>
        </p:spPr>
      </p:pic>
      <p:cxnSp>
        <p:nvCxnSpPr>
          <p:cNvPr id="50" name="LEADER:EXPANDED MESH"/>
          <p:cNvCxnSpPr/>
          <p:nvPr/>
        </p:nvCxnSpPr>
        <p:spPr>
          <a:xfrm flipH="1" flipV="1">
            <a:off x="3708000" y="3564000"/>
            <a:ext cx="2416102" cy="623943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LEADER:EXPANDED MESH"/>
          <p:cNvCxnSpPr/>
          <p:nvPr/>
        </p:nvCxnSpPr>
        <p:spPr>
          <a:xfrm flipH="1">
            <a:off x="3492000" y="3564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6106102" y="4169943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ANNOTATION:EXPANDED MESH title"/>
          <p:cNvSpPr txBox="1"/>
          <p:nvPr/>
        </p:nvSpPr>
        <p:spPr>
          <a:xfrm>
            <a:off x="684000" y="3492000"/>
            <a:ext cx="27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EXPANDED MESH</a:t>
            </a:r>
          </a:p>
        </p:txBody>
      </p:sp>
      <p:sp>
        <p:nvSpPr>
          <p:cNvPr id="54" name="ANNOTATION:EXPANDED MESH description"/>
          <p:cNvSpPr txBox="1"/>
          <p:nvPr/>
        </p:nvSpPr>
        <p:spPr>
          <a:xfrm>
            <a:off x="684000" y="3780000"/>
            <a:ext cx="2700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Upper infill 2200–2600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Approx. 20 × 40 diamonds</a:t>
            </a:r>
          </a:p>
        </p:txBody>
      </p:sp>
      <p:cxnSp>
        <p:nvCxnSpPr>
          <p:cNvPr id="55" name="LEADER:BLACK STEEL TRAYS"/>
          <p:cNvCxnSpPr/>
          <p:nvPr/>
        </p:nvCxnSpPr>
        <p:spPr>
          <a:xfrm flipH="1" flipV="1">
            <a:off x="3708000" y="5688000"/>
            <a:ext cx="1680995" cy="507743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LEADER:BLACK STEEL TRAYS"/>
          <p:cNvCxnSpPr/>
          <p:nvPr/>
        </p:nvCxnSpPr>
        <p:spPr>
          <a:xfrm flipH="1">
            <a:off x="3492000" y="5688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5370995" y="6177743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ANNOTATION:BLACK STEEL TRAYS title"/>
          <p:cNvSpPr txBox="1"/>
          <p:nvPr/>
        </p:nvSpPr>
        <p:spPr>
          <a:xfrm>
            <a:off x="684000" y="5616000"/>
            <a:ext cx="27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BLACK STEEL TRAYS</a:t>
            </a:r>
          </a:p>
        </p:txBody>
      </p:sp>
      <p:sp>
        <p:nvSpPr>
          <p:cNvPr id="59" name="ANNOTATION:BLACK STEEL TRAYS description"/>
          <p:cNvSpPr txBox="1"/>
          <p:nvPr/>
        </p:nvSpPr>
        <p:spPr>
          <a:xfrm>
            <a:off x="684000" y="5904000"/>
            <a:ext cx="2700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250 deep · 3 mm steel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25 folded front downstand</a:t>
            </a:r>
          </a:p>
        </p:txBody>
      </p:sp>
      <p:cxnSp>
        <p:nvCxnSpPr>
          <p:cNvPr id="60" name="LEADER:NEUTRAL BASE DOORS"/>
          <p:cNvCxnSpPr/>
          <p:nvPr/>
        </p:nvCxnSpPr>
        <p:spPr>
          <a:xfrm flipH="1" flipV="1">
            <a:off x="3708000" y="7524000"/>
            <a:ext cx="1682376" cy="12536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LEADER:NEUTRAL BASE DOORS"/>
          <p:cNvCxnSpPr/>
          <p:nvPr/>
        </p:nvCxnSpPr>
        <p:spPr>
          <a:xfrm flipH="1">
            <a:off x="3492000" y="7524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5372376" y="763136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ANNOTATION:NEUTRAL BASE DOORS title"/>
          <p:cNvSpPr txBox="1"/>
          <p:nvPr/>
        </p:nvSpPr>
        <p:spPr>
          <a:xfrm>
            <a:off x="684000" y="7452000"/>
            <a:ext cx="27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NEUTRAL BASE DOORS</a:t>
            </a:r>
          </a:p>
        </p:txBody>
      </p:sp>
      <p:sp>
        <p:nvSpPr>
          <p:cNvPr id="64" name="ANNOTATION:NEUTRAL BASE DOORS description"/>
          <p:cNvSpPr txBox="1"/>
          <p:nvPr/>
        </p:nvSpPr>
        <p:spPr>
          <a:xfrm>
            <a:off x="684000" y="7740000"/>
            <a:ext cx="2700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1.5 mm PPC steel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600 base incl. 100 plinth</a:t>
            </a:r>
          </a:p>
        </p:txBody>
      </p:sp>
      <p:cxnSp>
        <p:nvCxnSpPr>
          <p:cNvPr id="65" name="LEADER:STREET DISPLAY CUT"/>
          <p:cNvCxnSpPr/>
          <p:nvPr/>
        </p:nvCxnSpPr>
        <p:spPr>
          <a:xfrm flipH="1">
            <a:off x="3708000" y="7994771"/>
            <a:ext cx="783251" cy="1041229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LEADER:STREET DISPLAY CUT"/>
          <p:cNvCxnSpPr/>
          <p:nvPr/>
        </p:nvCxnSpPr>
        <p:spPr>
          <a:xfrm flipH="1">
            <a:off x="3492000" y="9036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4473251" y="7976771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ANNOTATION:STREET DISPLAY CUT title"/>
          <p:cNvSpPr txBox="1"/>
          <p:nvPr/>
        </p:nvSpPr>
        <p:spPr>
          <a:xfrm>
            <a:off x="684000" y="8964000"/>
            <a:ext cx="27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STREET DISPLAY CUT</a:t>
            </a:r>
          </a:p>
        </p:txBody>
      </p:sp>
      <p:sp>
        <p:nvSpPr>
          <p:cNvPr id="69" name="ANNOTATION:STREET DISPLAY CUT description"/>
          <p:cNvSpPr txBox="1"/>
          <p:nvPr/>
        </p:nvSpPr>
        <p:spPr>
          <a:xfrm>
            <a:off x="684000" y="9252000"/>
            <a:ext cx="2700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Upper column removed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1500 clear entrance</a:t>
            </a:r>
          </a:p>
        </p:txBody>
      </p:sp>
      <p:cxnSp>
        <p:nvCxnSpPr>
          <p:cNvPr id="70" name="LEADER:CEILING TRACKS"/>
          <p:cNvCxnSpPr/>
          <p:nvPr/>
        </p:nvCxnSpPr>
        <p:spPr>
          <a:xfrm flipV="1">
            <a:off x="8065372" y="2412000"/>
            <a:ext cx="2950628" cy="879557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LEADER:CEILING TRACKS"/>
          <p:cNvCxnSpPr/>
          <p:nvPr/>
        </p:nvCxnSpPr>
        <p:spPr>
          <a:xfrm>
            <a:off x="11016000" y="2412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8047372" y="3273557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ANNOTATION:CEILING TRACKS title"/>
          <p:cNvSpPr txBox="1"/>
          <p:nvPr/>
        </p:nvSpPr>
        <p:spPr>
          <a:xfrm>
            <a:off x="11340000" y="2340000"/>
            <a:ext cx="306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CEILING TRACKS</a:t>
            </a:r>
          </a:p>
        </p:txBody>
      </p:sp>
      <p:sp>
        <p:nvSpPr>
          <p:cNvPr id="74" name="ANNOTATION:CEILING TRACKS description"/>
          <p:cNvSpPr txBox="1"/>
          <p:nvPr/>
        </p:nvSpPr>
        <p:spPr>
          <a:xfrm>
            <a:off x="11340000" y="2628000"/>
            <a:ext cx="3060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Exploded above room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Installed at 2600 · 3000 K</a:t>
            </a:r>
          </a:p>
        </p:txBody>
      </p:sp>
      <p:cxnSp>
        <p:nvCxnSpPr>
          <p:cNvPr id="75" name="LEADER:REAR BRAND WALL"/>
          <p:cNvCxnSpPr/>
          <p:nvPr/>
        </p:nvCxnSpPr>
        <p:spPr>
          <a:xfrm flipV="1">
            <a:off x="8432076" y="4428000"/>
            <a:ext cx="2583924" cy="110157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LEADER:REAR BRAND WALL"/>
          <p:cNvCxnSpPr/>
          <p:nvPr/>
        </p:nvCxnSpPr>
        <p:spPr>
          <a:xfrm>
            <a:off x="11016000" y="4428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8414076" y="4520157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ANNOTATION:REAR BRAND WALL title"/>
          <p:cNvSpPr txBox="1"/>
          <p:nvPr/>
        </p:nvSpPr>
        <p:spPr>
          <a:xfrm>
            <a:off x="11340000" y="4356000"/>
            <a:ext cx="306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REAR BRAND WALL</a:t>
            </a:r>
          </a:p>
        </p:txBody>
      </p:sp>
      <p:sp>
        <p:nvSpPr>
          <p:cNvPr id="79" name="ANNOTATION:REAR BRAND WALL description"/>
          <p:cNvSpPr txBox="1"/>
          <p:nvPr/>
        </p:nvSpPr>
        <p:spPr>
          <a:xfrm>
            <a:off x="11340000" y="4644000"/>
            <a:ext cx="3060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Light plaster finish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600-wide unlit native logo</a:t>
            </a:r>
          </a:p>
        </p:txBody>
      </p:sp>
      <p:cxnSp>
        <p:nvCxnSpPr>
          <p:cNvPr id="80" name="LEADER:COUNTER"/>
          <p:cNvCxnSpPr/>
          <p:nvPr/>
        </p:nvCxnSpPr>
        <p:spPr>
          <a:xfrm flipV="1">
            <a:off x="7538722" y="6984000"/>
            <a:ext cx="3477278" cy="584622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LEADER:COUNTER"/>
          <p:cNvCxnSpPr/>
          <p:nvPr/>
        </p:nvCxnSpPr>
        <p:spPr>
          <a:xfrm>
            <a:off x="11016000" y="6984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7520722" y="7550622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ANNOTATION:COUNTER title"/>
          <p:cNvSpPr txBox="1"/>
          <p:nvPr/>
        </p:nvSpPr>
        <p:spPr>
          <a:xfrm>
            <a:off x="11340000" y="6912000"/>
            <a:ext cx="306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COUNTER</a:t>
            </a:r>
          </a:p>
        </p:txBody>
      </p:sp>
      <p:sp>
        <p:nvSpPr>
          <p:cNvPr id="84" name="ANNOTATION:COUNTER description"/>
          <p:cNvSpPr txBox="1"/>
          <p:nvPr/>
        </p:nvSpPr>
        <p:spPr>
          <a:xfrm>
            <a:off x="11340000" y="7200000"/>
            <a:ext cx="3060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1000 × 450 × 900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Mesh left / neutral panel right</a:t>
            </a:r>
          </a:p>
        </p:txBody>
      </p:sp>
      <p:cxnSp>
        <p:nvCxnSpPr>
          <p:cNvPr id="85" name="LEADER:NEAR-SIDE CUTAWAY"/>
          <p:cNvCxnSpPr/>
          <p:nvPr/>
        </p:nvCxnSpPr>
        <p:spPr>
          <a:xfrm>
            <a:off x="8281318" y="8072031"/>
            <a:ext cx="2734682" cy="783969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LEADER:NEAR-SIDE CUTAWAY"/>
          <p:cNvCxnSpPr/>
          <p:nvPr/>
        </p:nvCxnSpPr>
        <p:spPr>
          <a:xfrm>
            <a:off x="11016000" y="8856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Oval 86"/>
          <p:cNvSpPr/>
          <p:nvPr/>
        </p:nvSpPr>
        <p:spPr>
          <a:xfrm>
            <a:off x="8263318" y="8054031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ANNOTATION:NEAR-SIDE CUTAWAY title"/>
          <p:cNvSpPr txBox="1"/>
          <p:nvPr/>
        </p:nvSpPr>
        <p:spPr>
          <a:xfrm>
            <a:off x="11340000" y="8784000"/>
            <a:ext cx="306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NEAR-SIDE CUTAWAY</a:t>
            </a:r>
          </a:p>
        </p:txBody>
      </p:sp>
      <p:sp>
        <p:nvSpPr>
          <p:cNvPr id="89" name="ANNOTATION:NEAR-SIDE CUTAWAY description"/>
          <p:cNvSpPr txBox="1"/>
          <p:nvPr/>
        </p:nvSpPr>
        <p:spPr>
          <a:xfrm>
            <a:off x="11340000" y="9072000"/>
            <a:ext cx="3060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Upper joinery omitted at 600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Full run shown in elevations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BORN FRAGRANCE | Architectural Interior Presentation</dc:title>
  <dc:subject>Client and consultant coordination; proposed technical details</dc:subject>
  <dc:creator>ChatGPT / 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