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Design intent, measured geometry and assembly strategies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internal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2600 ceiling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steel / plaster / stone-look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ISSUE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Client review and consultant coordination. Detailed strategies are preliminary pending the stated confirmations.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DRAWING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Geometry follows approved Rev A. Render conveys material and lighting character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READING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Layout → elevations → materials → assembly details → coordination decisions.</a:t>
            </a:r>
          </a:p>
        </p:txBody>
      </p:sp>
      <p:pic>
        <p:nvPicPr>
          <p:cNvPr id="20" name="Picture 19" descr="born-fragrance-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052000"/>
            <a:ext cx="8231202" cy="720000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92000" y="9360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REFERENCE RENDER · NOT TO SCALE · styling props excluded from technical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C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01 / FRAME + SETTING-OUT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250 deep side units. Four 664 modules from y=450 to 3106. 25 main uprights shown; shelf/support lines distinguished.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02 / COUNTER + REAR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1000 × 450 counter; x=700–1700, y=1706–2156. 700 to rear-unit face. Side routes remain 450 / 450.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03 / GLAZED ENTRANCE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488 fixed pane + 1000 pivot leaf + three 4 gaps = 1500. Pivot 100 from right edge; inward sweep shown.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04 / COORDINATION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LOD 350 development target: interfaces shown, not certified complete. Anchors, hardware, substrate and access remain TBC #16/#26.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cxnSp>
        <p:nvCxnSpPr>
          <p:cNvPr id="245" name="Connector 244"/>
          <p:cNvCxnSpPr/>
          <p:nvPr/>
        </p:nvCxnSpPr>
        <p:spPr>
          <a:xfrm flipH="1" flipV="1">
            <a:off x="1656000" y="4932000"/>
            <a:ext cx="1989000" cy="39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6" name="Oval 245"/>
          <p:cNvSpPr/>
          <p:nvPr/>
        </p:nvSpPr>
        <p:spPr>
          <a:xfrm>
            <a:off x="1681200" y="4813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728000" y="4874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01</a:t>
            </a:r>
          </a:p>
        </p:txBody>
      </p:sp>
      <p:cxnSp>
        <p:nvCxnSpPr>
          <p:cNvPr id="248" name="Connector 247"/>
          <p:cNvCxnSpPr/>
          <p:nvPr/>
        </p:nvCxnSpPr>
        <p:spPr>
          <a:xfrm flipV="1">
            <a:off x="5580000" y="5040000"/>
            <a:ext cx="3204000" cy="10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49" name="Oval 248"/>
          <p:cNvSpPr/>
          <p:nvPr/>
        </p:nvSpPr>
        <p:spPr>
          <a:xfrm>
            <a:off x="8809200" y="4921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856000" y="4982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02</a:t>
            </a:r>
          </a:p>
        </p:txBody>
      </p:sp>
      <p:cxnSp>
        <p:nvCxnSpPr>
          <p:cNvPr id="251" name="Connector 250"/>
          <p:cNvCxnSpPr/>
          <p:nvPr/>
        </p:nvCxnSpPr>
        <p:spPr>
          <a:xfrm flipV="1">
            <a:off x="6562800" y="8388000"/>
            <a:ext cx="2221200" cy="180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252" name="Oval 251"/>
          <p:cNvSpPr/>
          <p:nvPr/>
        </p:nvSpPr>
        <p:spPr>
          <a:xfrm>
            <a:off x="8809200" y="8269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856000" y="8330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8092800" y="5932800"/>
            <a:ext cx="2174400" cy="1346400"/>
          </a:xfrm>
          <a:custGeom>
            <a:avLst/>
            <a:gdLst/>
            <a:ahLst/>
            <a:cxnLst/>
            <a:rect l="l" t="t" r="r" b="b"/>
            <a:pathLst>
              <a:path w="2174400" h="1346400">
                <a:moveTo>
                  <a:pt x="43200" y="43200"/>
                </a:moveTo>
                <a:lnTo>
                  <a:pt x="64950" y="26668"/>
                </a:lnTo>
                <a:lnTo>
                  <a:pt x="86700" y="12652"/>
                </a:lnTo>
                <a:lnTo>
                  <a:pt x="108450" y="3288"/>
                </a:lnTo>
                <a:lnTo>
                  <a:pt x="130200" y="0"/>
                </a:lnTo>
                <a:lnTo>
                  <a:pt x="151950" y="3288"/>
                </a:lnTo>
                <a:lnTo>
                  <a:pt x="173700" y="12652"/>
                </a:lnTo>
                <a:lnTo>
                  <a:pt x="195450" y="26668"/>
                </a:lnTo>
                <a:lnTo>
                  <a:pt x="217200" y="43200"/>
                </a:lnTo>
                <a:lnTo>
                  <a:pt x="217200" y="43200"/>
                </a:lnTo>
                <a:lnTo>
                  <a:pt x="238950" y="26668"/>
                </a:lnTo>
                <a:lnTo>
                  <a:pt x="260700" y="12652"/>
                </a:lnTo>
                <a:lnTo>
                  <a:pt x="282450" y="3288"/>
                </a:lnTo>
                <a:lnTo>
                  <a:pt x="304200" y="0"/>
                </a:lnTo>
                <a:lnTo>
                  <a:pt x="325950" y="3288"/>
                </a:lnTo>
                <a:lnTo>
                  <a:pt x="347700" y="12652"/>
                </a:lnTo>
                <a:lnTo>
                  <a:pt x="369450" y="26668"/>
                </a:lnTo>
                <a:lnTo>
                  <a:pt x="391200" y="43200"/>
                </a:lnTo>
                <a:lnTo>
                  <a:pt x="391200" y="43200"/>
                </a:lnTo>
                <a:lnTo>
                  <a:pt x="412950" y="26668"/>
                </a:lnTo>
                <a:lnTo>
                  <a:pt x="434700" y="12652"/>
                </a:lnTo>
                <a:lnTo>
                  <a:pt x="456450" y="3288"/>
                </a:lnTo>
                <a:lnTo>
                  <a:pt x="478200" y="0"/>
                </a:lnTo>
                <a:lnTo>
                  <a:pt x="499950" y="3288"/>
                </a:lnTo>
                <a:lnTo>
                  <a:pt x="521700" y="12652"/>
                </a:lnTo>
                <a:lnTo>
                  <a:pt x="543450" y="26668"/>
                </a:lnTo>
                <a:lnTo>
                  <a:pt x="565200" y="43200"/>
                </a:lnTo>
                <a:lnTo>
                  <a:pt x="565200" y="43200"/>
                </a:lnTo>
                <a:lnTo>
                  <a:pt x="586950" y="26668"/>
                </a:lnTo>
                <a:lnTo>
                  <a:pt x="608700" y="12652"/>
                </a:lnTo>
                <a:lnTo>
                  <a:pt x="630450" y="3288"/>
                </a:lnTo>
                <a:lnTo>
                  <a:pt x="652200" y="0"/>
                </a:lnTo>
                <a:lnTo>
                  <a:pt x="673950" y="3288"/>
                </a:lnTo>
                <a:lnTo>
                  <a:pt x="695700" y="12652"/>
                </a:lnTo>
                <a:lnTo>
                  <a:pt x="717450" y="26668"/>
                </a:lnTo>
                <a:lnTo>
                  <a:pt x="739200" y="43200"/>
                </a:lnTo>
                <a:lnTo>
                  <a:pt x="739200" y="43200"/>
                </a:lnTo>
                <a:lnTo>
                  <a:pt x="760950" y="26668"/>
                </a:lnTo>
                <a:lnTo>
                  <a:pt x="782700" y="12652"/>
                </a:lnTo>
                <a:lnTo>
                  <a:pt x="804450" y="3288"/>
                </a:lnTo>
                <a:lnTo>
                  <a:pt x="826200" y="0"/>
                </a:lnTo>
                <a:lnTo>
                  <a:pt x="847950" y="3288"/>
                </a:lnTo>
                <a:lnTo>
                  <a:pt x="869700" y="12652"/>
                </a:lnTo>
                <a:lnTo>
                  <a:pt x="891450" y="26668"/>
                </a:lnTo>
                <a:lnTo>
                  <a:pt x="913200" y="43200"/>
                </a:lnTo>
                <a:lnTo>
                  <a:pt x="913200" y="43200"/>
                </a:lnTo>
                <a:lnTo>
                  <a:pt x="934950" y="26668"/>
                </a:lnTo>
                <a:lnTo>
                  <a:pt x="956700" y="12652"/>
                </a:lnTo>
                <a:lnTo>
                  <a:pt x="978450" y="3288"/>
                </a:lnTo>
                <a:lnTo>
                  <a:pt x="1000200" y="0"/>
                </a:lnTo>
                <a:lnTo>
                  <a:pt x="1021950" y="3288"/>
                </a:lnTo>
                <a:lnTo>
                  <a:pt x="1043700" y="12652"/>
                </a:lnTo>
                <a:lnTo>
                  <a:pt x="1065450" y="26668"/>
                </a:lnTo>
                <a:lnTo>
                  <a:pt x="1087200" y="43200"/>
                </a:lnTo>
                <a:lnTo>
                  <a:pt x="1087200" y="43200"/>
                </a:lnTo>
                <a:lnTo>
                  <a:pt x="1108950" y="26668"/>
                </a:lnTo>
                <a:lnTo>
                  <a:pt x="1130700" y="12652"/>
                </a:lnTo>
                <a:lnTo>
                  <a:pt x="1152450" y="3288"/>
                </a:lnTo>
                <a:lnTo>
                  <a:pt x="1174200" y="0"/>
                </a:lnTo>
                <a:lnTo>
                  <a:pt x="1195950" y="3288"/>
                </a:lnTo>
                <a:lnTo>
                  <a:pt x="1217700" y="12652"/>
                </a:lnTo>
                <a:lnTo>
                  <a:pt x="1239450" y="26668"/>
                </a:lnTo>
                <a:lnTo>
                  <a:pt x="1261200" y="43200"/>
                </a:lnTo>
                <a:lnTo>
                  <a:pt x="1261200" y="43200"/>
                </a:lnTo>
                <a:lnTo>
                  <a:pt x="1282950" y="26668"/>
                </a:lnTo>
                <a:lnTo>
                  <a:pt x="1304700" y="12652"/>
                </a:lnTo>
                <a:lnTo>
                  <a:pt x="1326450" y="3288"/>
                </a:lnTo>
                <a:lnTo>
                  <a:pt x="1348200" y="0"/>
                </a:lnTo>
                <a:lnTo>
                  <a:pt x="1369950" y="3288"/>
                </a:lnTo>
                <a:lnTo>
                  <a:pt x="1391700" y="12652"/>
                </a:lnTo>
                <a:lnTo>
                  <a:pt x="1413450" y="26668"/>
                </a:lnTo>
                <a:lnTo>
                  <a:pt x="1435200" y="43200"/>
                </a:lnTo>
                <a:lnTo>
                  <a:pt x="1435200" y="43200"/>
                </a:lnTo>
                <a:lnTo>
                  <a:pt x="1456950" y="26668"/>
                </a:lnTo>
                <a:lnTo>
                  <a:pt x="1478700" y="12652"/>
                </a:lnTo>
                <a:lnTo>
                  <a:pt x="1500450" y="3288"/>
                </a:lnTo>
                <a:lnTo>
                  <a:pt x="1522200" y="0"/>
                </a:lnTo>
                <a:lnTo>
                  <a:pt x="1543950" y="3288"/>
                </a:lnTo>
                <a:lnTo>
                  <a:pt x="1565700" y="12652"/>
                </a:lnTo>
                <a:lnTo>
                  <a:pt x="1587450" y="26668"/>
                </a:lnTo>
                <a:lnTo>
                  <a:pt x="1609200" y="43200"/>
                </a:lnTo>
                <a:lnTo>
                  <a:pt x="1609200" y="43200"/>
                </a:lnTo>
                <a:lnTo>
                  <a:pt x="1630950" y="26668"/>
                </a:lnTo>
                <a:lnTo>
                  <a:pt x="1652700" y="12652"/>
                </a:lnTo>
                <a:lnTo>
                  <a:pt x="1674450" y="3288"/>
                </a:lnTo>
                <a:lnTo>
                  <a:pt x="1696200" y="0"/>
                </a:lnTo>
                <a:lnTo>
                  <a:pt x="1717950" y="3288"/>
                </a:lnTo>
                <a:lnTo>
                  <a:pt x="1739700" y="12652"/>
                </a:lnTo>
                <a:lnTo>
                  <a:pt x="1761450" y="26668"/>
                </a:lnTo>
                <a:lnTo>
                  <a:pt x="1783200" y="43200"/>
                </a:lnTo>
                <a:lnTo>
                  <a:pt x="1783200" y="43200"/>
                </a:lnTo>
                <a:lnTo>
                  <a:pt x="1804950" y="26668"/>
                </a:lnTo>
                <a:lnTo>
                  <a:pt x="1826700" y="12652"/>
                </a:lnTo>
                <a:lnTo>
                  <a:pt x="1848450" y="3288"/>
                </a:lnTo>
                <a:lnTo>
                  <a:pt x="1870200" y="0"/>
                </a:lnTo>
                <a:lnTo>
                  <a:pt x="1891950" y="3288"/>
                </a:lnTo>
                <a:lnTo>
                  <a:pt x="1913700" y="12652"/>
                </a:lnTo>
                <a:lnTo>
                  <a:pt x="1935450" y="26668"/>
                </a:lnTo>
                <a:lnTo>
                  <a:pt x="1957200" y="43200"/>
                </a:lnTo>
                <a:lnTo>
                  <a:pt x="1957200" y="43200"/>
                </a:lnTo>
                <a:lnTo>
                  <a:pt x="1978950" y="26668"/>
                </a:lnTo>
                <a:lnTo>
                  <a:pt x="2000700" y="12652"/>
                </a:lnTo>
                <a:lnTo>
                  <a:pt x="2022450" y="3288"/>
                </a:lnTo>
                <a:lnTo>
                  <a:pt x="2044200" y="0"/>
                </a:lnTo>
                <a:lnTo>
                  <a:pt x="2065950" y="3288"/>
                </a:lnTo>
                <a:lnTo>
                  <a:pt x="2087700" y="12652"/>
                </a:lnTo>
                <a:lnTo>
                  <a:pt x="2109450" y="26668"/>
                </a:lnTo>
                <a:lnTo>
                  <a:pt x="2131200" y="43200"/>
                </a:lnTo>
                <a:lnTo>
                  <a:pt x="2131200" y="43200"/>
                </a:lnTo>
                <a:lnTo>
                  <a:pt x="2147731" y="65700"/>
                </a:lnTo>
                <a:lnTo>
                  <a:pt x="2161747" y="88200"/>
                </a:lnTo>
                <a:lnTo>
                  <a:pt x="2171111" y="110700"/>
                </a:lnTo>
                <a:lnTo>
                  <a:pt x="2174400" y="133200"/>
                </a:lnTo>
                <a:lnTo>
                  <a:pt x="2171111" y="155700"/>
                </a:lnTo>
                <a:lnTo>
                  <a:pt x="2161747" y="178200"/>
                </a:lnTo>
                <a:lnTo>
                  <a:pt x="2147731" y="200700"/>
                </a:lnTo>
                <a:lnTo>
                  <a:pt x="2131200" y="223200"/>
                </a:lnTo>
                <a:lnTo>
                  <a:pt x="2131200" y="223200"/>
                </a:lnTo>
                <a:lnTo>
                  <a:pt x="2147731" y="245700"/>
                </a:lnTo>
                <a:lnTo>
                  <a:pt x="2161747" y="268200"/>
                </a:lnTo>
                <a:lnTo>
                  <a:pt x="2171111" y="290700"/>
                </a:lnTo>
                <a:lnTo>
                  <a:pt x="2174400" y="313200"/>
                </a:lnTo>
                <a:lnTo>
                  <a:pt x="2171111" y="335700"/>
                </a:lnTo>
                <a:lnTo>
                  <a:pt x="2161747" y="358200"/>
                </a:lnTo>
                <a:lnTo>
                  <a:pt x="2147731" y="380700"/>
                </a:lnTo>
                <a:lnTo>
                  <a:pt x="2131200" y="403200"/>
                </a:lnTo>
                <a:lnTo>
                  <a:pt x="2131200" y="403200"/>
                </a:lnTo>
                <a:lnTo>
                  <a:pt x="2147731" y="425700"/>
                </a:lnTo>
                <a:lnTo>
                  <a:pt x="2161747" y="448200"/>
                </a:lnTo>
                <a:lnTo>
                  <a:pt x="2171111" y="470700"/>
                </a:lnTo>
                <a:lnTo>
                  <a:pt x="2174400" y="493200"/>
                </a:lnTo>
                <a:lnTo>
                  <a:pt x="2171111" y="515700"/>
                </a:lnTo>
                <a:lnTo>
                  <a:pt x="2161747" y="538200"/>
                </a:lnTo>
                <a:lnTo>
                  <a:pt x="2147731" y="560700"/>
                </a:lnTo>
                <a:lnTo>
                  <a:pt x="2131200" y="583200"/>
                </a:lnTo>
                <a:lnTo>
                  <a:pt x="2131200" y="583200"/>
                </a:lnTo>
                <a:lnTo>
                  <a:pt x="2147731" y="605700"/>
                </a:lnTo>
                <a:lnTo>
                  <a:pt x="2161747" y="628200"/>
                </a:lnTo>
                <a:lnTo>
                  <a:pt x="2171111" y="650700"/>
                </a:lnTo>
                <a:lnTo>
                  <a:pt x="2174400" y="673200"/>
                </a:lnTo>
                <a:lnTo>
                  <a:pt x="2171111" y="695700"/>
                </a:lnTo>
                <a:lnTo>
                  <a:pt x="2161747" y="718200"/>
                </a:lnTo>
                <a:lnTo>
                  <a:pt x="2147731" y="740700"/>
                </a:lnTo>
                <a:lnTo>
                  <a:pt x="2131200" y="763200"/>
                </a:lnTo>
                <a:lnTo>
                  <a:pt x="2131200" y="763200"/>
                </a:lnTo>
                <a:lnTo>
                  <a:pt x="2147731" y="785700"/>
                </a:lnTo>
                <a:lnTo>
                  <a:pt x="2161747" y="808200"/>
                </a:lnTo>
                <a:lnTo>
                  <a:pt x="2171111" y="830700"/>
                </a:lnTo>
                <a:lnTo>
                  <a:pt x="2174400" y="853200"/>
                </a:lnTo>
                <a:lnTo>
                  <a:pt x="2171111" y="875700"/>
                </a:lnTo>
                <a:lnTo>
                  <a:pt x="2161747" y="898200"/>
                </a:lnTo>
                <a:lnTo>
                  <a:pt x="2147731" y="920700"/>
                </a:lnTo>
                <a:lnTo>
                  <a:pt x="2131200" y="943200"/>
                </a:lnTo>
                <a:lnTo>
                  <a:pt x="2131200" y="943200"/>
                </a:lnTo>
                <a:lnTo>
                  <a:pt x="2147731" y="965700"/>
                </a:lnTo>
                <a:lnTo>
                  <a:pt x="2161747" y="988200"/>
                </a:lnTo>
                <a:lnTo>
                  <a:pt x="2171111" y="1010700"/>
                </a:lnTo>
                <a:lnTo>
                  <a:pt x="2174400" y="1033200"/>
                </a:lnTo>
                <a:lnTo>
                  <a:pt x="2171111" y="1055700"/>
                </a:lnTo>
                <a:lnTo>
                  <a:pt x="2161747" y="1078200"/>
                </a:lnTo>
                <a:lnTo>
                  <a:pt x="2147731" y="1100700"/>
                </a:lnTo>
                <a:lnTo>
                  <a:pt x="2131200" y="1123200"/>
                </a:lnTo>
                <a:lnTo>
                  <a:pt x="2131200" y="1123200"/>
                </a:lnTo>
                <a:lnTo>
                  <a:pt x="2147731" y="1145700"/>
                </a:lnTo>
                <a:lnTo>
                  <a:pt x="2161747" y="1168200"/>
                </a:lnTo>
                <a:lnTo>
                  <a:pt x="2171111" y="1190700"/>
                </a:lnTo>
                <a:lnTo>
                  <a:pt x="2174400" y="1213200"/>
                </a:lnTo>
                <a:lnTo>
                  <a:pt x="2171111" y="1235700"/>
                </a:lnTo>
                <a:lnTo>
                  <a:pt x="2161747" y="1258200"/>
                </a:lnTo>
                <a:lnTo>
                  <a:pt x="2147731" y="1280700"/>
                </a:lnTo>
                <a:lnTo>
                  <a:pt x="2131200" y="1303200"/>
                </a:lnTo>
                <a:lnTo>
                  <a:pt x="2131200" y="1303200"/>
                </a:lnTo>
                <a:lnTo>
                  <a:pt x="2109450" y="1319731"/>
                </a:lnTo>
                <a:lnTo>
                  <a:pt x="2087700" y="1333747"/>
                </a:lnTo>
                <a:lnTo>
                  <a:pt x="2065950" y="1343111"/>
                </a:lnTo>
                <a:lnTo>
                  <a:pt x="2044200" y="1346400"/>
                </a:lnTo>
                <a:lnTo>
                  <a:pt x="2022450" y="1343111"/>
                </a:lnTo>
                <a:lnTo>
                  <a:pt x="2000700" y="1333747"/>
                </a:lnTo>
                <a:lnTo>
                  <a:pt x="1978950" y="1319731"/>
                </a:lnTo>
                <a:lnTo>
                  <a:pt x="1957200" y="1303200"/>
                </a:lnTo>
                <a:lnTo>
                  <a:pt x="1957200" y="1303200"/>
                </a:lnTo>
                <a:lnTo>
                  <a:pt x="1935450" y="1319731"/>
                </a:lnTo>
                <a:lnTo>
                  <a:pt x="1913700" y="1333747"/>
                </a:lnTo>
                <a:lnTo>
                  <a:pt x="1891950" y="1343111"/>
                </a:lnTo>
                <a:lnTo>
                  <a:pt x="1870200" y="1346400"/>
                </a:lnTo>
                <a:lnTo>
                  <a:pt x="1848450" y="1343111"/>
                </a:lnTo>
                <a:lnTo>
                  <a:pt x="1826700" y="1333747"/>
                </a:lnTo>
                <a:lnTo>
                  <a:pt x="1804950" y="1319731"/>
                </a:lnTo>
                <a:lnTo>
                  <a:pt x="1783200" y="1303200"/>
                </a:lnTo>
                <a:lnTo>
                  <a:pt x="1783200" y="1303200"/>
                </a:lnTo>
                <a:lnTo>
                  <a:pt x="1761450" y="1319731"/>
                </a:lnTo>
                <a:lnTo>
                  <a:pt x="1739700" y="1333747"/>
                </a:lnTo>
                <a:lnTo>
                  <a:pt x="1717950" y="1343111"/>
                </a:lnTo>
                <a:lnTo>
                  <a:pt x="1696200" y="1346400"/>
                </a:lnTo>
                <a:lnTo>
                  <a:pt x="1674450" y="1343111"/>
                </a:lnTo>
                <a:lnTo>
                  <a:pt x="1652700" y="1333747"/>
                </a:lnTo>
                <a:lnTo>
                  <a:pt x="1630950" y="1319731"/>
                </a:lnTo>
                <a:lnTo>
                  <a:pt x="1609200" y="1303200"/>
                </a:lnTo>
                <a:lnTo>
                  <a:pt x="1609200" y="1303200"/>
                </a:lnTo>
                <a:lnTo>
                  <a:pt x="1587450" y="1319731"/>
                </a:lnTo>
                <a:lnTo>
                  <a:pt x="1565700" y="1333747"/>
                </a:lnTo>
                <a:lnTo>
                  <a:pt x="1543950" y="1343111"/>
                </a:lnTo>
                <a:lnTo>
                  <a:pt x="1522200" y="1346400"/>
                </a:lnTo>
                <a:lnTo>
                  <a:pt x="1500450" y="1343111"/>
                </a:lnTo>
                <a:lnTo>
                  <a:pt x="1478700" y="1333747"/>
                </a:lnTo>
                <a:lnTo>
                  <a:pt x="1456950" y="1319731"/>
                </a:lnTo>
                <a:lnTo>
                  <a:pt x="1435200" y="1303200"/>
                </a:lnTo>
                <a:lnTo>
                  <a:pt x="1435200" y="1303200"/>
                </a:lnTo>
                <a:lnTo>
                  <a:pt x="1413450" y="1319731"/>
                </a:lnTo>
                <a:lnTo>
                  <a:pt x="1391700" y="1333747"/>
                </a:lnTo>
                <a:lnTo>
                  <a:pt x="1369950" y="1343111"/>
                </a:lnTo>
                <a:lnTo>
                  <a:pt x="1348200" y="1346400"/>
                </a:lnTo>
                <a:lnTo>
                  <a:pt x="1326450" y="1343111"/>
                </a:lnTo>
                <a:lnTo>
                  <a:pt x="1304700" y="1333747"/>
                </a:lnTo>
                <a:lnTo>
                  <a:pt x="1282950" y="1319731"/>
                </a:lnTo>
                <a:lnTo>
                  <a:pt x="1261200" y="1303200"/>
                </a:lnTo>
                <a:lnTo>
                  <a:pt x="1261200" y="1303200"/>
                </a:lnTo>
                <a:lnTo>
                  <a:pt x="1239450" y="1319731"/>
                </a:lnTo>
                <a:lnTo>
                  <a:pt x="1217700" y="1333747"/>
                </a:lnTo>
                <a:lnTo>
                  <a:pt x="1195950" y="1343111"/>
                </a:lnTo>
                <a:lnTo>
                  <a:pt x="1174200" y="1346400"/>
                </a:lnTo>
                <a:lnTo>
                  <a:pt x="1152450" y="1343111"/>
                </a:lnTo>
                <a:lnTo>
                  <a:pt x="1130700" y="1333747"/>
                </a:lnTo>
                <a:lnTo>
                  <a:pt x="1108950" y="1319731"/>
                </a:lnTo>
                <a:lnTo>
                  <a:pt x="1087200" y="1303200"/>
                </a:lnTo>
                <a:lnTo>
                  <a:pt x="1087200" y="1303200"/>
                </a:lnTo>
                <a:lnTo>
                  <a:pt x="1065450" y="1319731"/>
                </a:lnTo>
                <a:lnTo>
                  <a:pt x="1043700" y="1333747"/>
                </a:lnTo>
                <a:lnTo>
                  <a:pt x="1021950" y="1343111"/>
                </a:lnTo>
                <a:lnTo>
                  <a:pt x="1000200" y="1346400"/>
                </a:lnTo>
                <a:lnTo>
                  <a:pt x="978450" y="1343111"/>
                </a:lnTo>
                <a:lnTo>
                  <a:pt x="956700" y="1333747"/>
                </a:lnTo>
                <a:lnTo>
                  <a:pt x="934950" y="1319731"/>
                </a:lnTo>
                <a:lnTo>
                  <a:pt x="913200" y="1303200"/>
                </a:lnTo>
                <a:lnTo>
                  <a:pt x="913200" y="1303200"/>
                </a:lnTo>
                <a:lnTo>
                  <a:pt x="891450" y="1319731"/>
                </a:lnTo>
                <a:lnTo>
                  <a:pt x="869700" y="1333747"/>
                </a:lnTo>
                <a:lnTo>
                  <a:pt x="847950" y="1343111"/>
                </a:lnTo>
                <a:lnTo>
                  <a:pt x="826200" y="1346400"/>
                </a:lnTo>
                <a:lnTo>
                  <a:pt x="804450" y="1343111"/>
                </a:lnTo>
                <a:lnTo>
                  <a:pt x="782700" y="1333747"/>
                </a:lnTo>
                <a:lnTo>
                  <a:pt x="760950" y="1319731"/>
                </a:lnTo>
                <a:lnTo>
                  <a:pt x="739200" y="1303200"/>
                </a:lnTo>
                <a:lnTo>
                  <a:pt x="739200" y="1303200"/>
                </a:lnTo>
                <a:lnTo>
                  <a:pt x="717450" y="1319731"/>
                </a:lnTo>
                <a:lnTo>
                  <a:pt x="695700" y="1333747"/>
                </a:lnTo>
                <a:lnTo>
                  <a:pt x="673950" y="1343111"/>
                </a:lnTo>
                <a:lnTo>
                  <a:pt x="652200" y="1346400"/>
                </a:lnTo>
                <a:lnTo>
                  <a:pt x="630450" y="1343111"/>
                </a:lnTo>
                <a:lnTo>
                  <a:pt x="608700" y="1333747"/>
                </a:lnTo>
                <a:lnTo>
                  <a:pt x="586950" y="1319731"/>
                </a:lnTo>
                <a:lnTo>
                  <a:pt x="565200" y="1303200"/>
                </a:lnTo>
                <a:lnTo>
                  <a:pt x="565200" y="1303200"/>
                </a:lnTo>
                <a:lnTo>
                  <a:pt x="543450" y="1319731"/>
                </a:lnTo>
                <a:lnTo>
                  <a:pt x="521700" y="1333747"/>
                </a:lnTo>
                <a:lnTo>
                  <a:pt x="499950" y="1343111"/>
                </a:lnTo>
                <a:lnTo>
                  <a:pt x="478200" y="1346400"/>
                </a:lnTo>
                <a:lnTo>
                  <a:pt x="456450" y="1343111"/>
                </a:lnTo>
                <a:lnTo>
                  <a:pt x="434700" y="1333747"/>
                </a:lnTo>
                <a:lnTo>
                  <a:pt x="412950" y="1319731"/>
                </a:lnTo>
                <a:lnTo>
                  <a:pt x="391200" y="1303200"/>
                </a:lnTo>
                <a:lnTo>
                  <a:pt x="391200" y="1303200"/>
                </a:lnTo>
                <a:lnTo>
                  <a:pt x="369450" y="1319731"/>
                </a:lnTo>
                <a:lnTo>
                  <a:pt x="347700" y="1333747"/>
                </a:lnTo>
                <a:lnTo>
                  <a:pt x="325950" y="1343111"/>
                </a:lnTo>
                <a:lnTo>
                  <a:pt x="304200" y="1346400"/>
                </a:lnTo>
                <a:lnTo>
                  <a:pt x="282450" y="1343111"/>
                </a:lnTo>
                <a:lnTo>
                  <a:pt x="260700" y="1333747"/>
                </a:lnTo>
                <a:lnTo>
                  <a:pt x="238950" y="1319731"/>
                </a:lnTo>
                <a:lnTo>
                  <a:pt x="217200" y="1303200"/>
                </a:lnTo>
                <a:lnTo>
                  <a:pt x="217200" y="1303200"/>
                </a:lnTo>
                <a:lnTo>
                  <a:pt x="195450" y="1319731"/>
                </a:lnTo>
                <a:lnTo>
                  <a:pt x="173700" y="1333747"/>
                </a:lnTo>
                <a:lnTo>
                  <a:pt x="151950" y="1343111"/>
                </a:lnTo>
                <a:lnTo>
                  <a:pt x="130200" y="1346400"/>
                </a:lnTo>
                <a:lnTo>
                  <a:pt x="108450" y="1343111"/>
                </a:lnTo>
                <a:lnTo>
                  <a:pt x="86700" y="1333747"/>
                </a:lnTo>
                <a:lnTo>
                  <a:pt x="64950" y="1319731"/>
                </a:lnTo>
                <a:lnTo>
                  <a:pt x="43200" y="1303200"/>
                </a:lnTo>
                <a:lnTo>
                  <a:pt x="43200" y="1303200"/>
                </a:lnTo>
                <a:lnTo>
                  <a:pt x="26668" y="1280700"/>
                </a:lnTo>
                <a:lnTo>
                  <a:pt x="12652" y="1258200"/>
                </a:lnTo>
                <a:lnTo>
                  <a:pt x="3288" y="1235700"/>
                </a:lnTo>
                <a:lnTo>
                  <a:pt x="0" y="1213200"/>
                </a:lnTo>
                <a:lnTo>
                  <a:pt x="3288" y="1190700"/>
                </a:lnTo>
                <a:lnTo>
                  <a:pt x="12652" y="1168200"/>
                </a:lnTo>
                <a:lnTo>
                  <a:pt x="26668" y="1145700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244000" y="6084000"/>
            <a:ext cx="1872000" cy="10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450 side routes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Access / escape unresolved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4" name="TextBox 263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Floor finish / module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AP-04 · porcelain extent includes floor beneath units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M04 / PORCELAIN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 stone-look porcelain. Option A: long side across shop. Joint = 2; perimeter =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WIDTH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5 + 1194 + 2 + 1194 + 5 = 2400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DEPTH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5 + 343 + (4 × 600) + (5 × 2) + 343 + 5 = 3106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FLOOR BUILD-UP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Tile, adhesive and substrate thicknesses TBC #26. Flush threshold detail on AP-17; no step introduced.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520000" y="3049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29000" y="3058199"/>
            <a:ext cx="4302000" cy="55728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4680000" y="3058199"/>
            <a:ext cx="0" cy="5572801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2529000" y="80118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529000" y="69282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529000" y="58446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529000" y="47610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529000" y="3677400"/>
            <a:ext cx="4302000" cy="0"/>
          </a:xfrm>
          <a:prstGeom prst="line">
            <a:avLst/>
          </a:prstGeom>
          <a:ln w="5715">
            <a:solidFill>
              <a:srgbClr val="73787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252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84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252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24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680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14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52000" y="86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2052000" y="3049199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052000" y="3049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2016000" y="86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016000" y="301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1620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529000" y="2770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4678200" y="2770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529000" y="2770199"/>
            <a:ext cx="2149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493000" y="2734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4642200" y="2734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3063600" y="2590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1194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2304000" y="8631000"/>
            <a:ext cx="21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H="1">
            <a:off x="2304000" y="8013600"/>
            <a:ext cx="21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304000" y="8013600"/>
            <a:ext cx="0" cy="6174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268000" y="8595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268000" y="7977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872000" y="83223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343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20000" y="950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5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43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61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520000" y="957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  <p:sp>
        <p:nvSpPr>
          <p:cNvPr id="57" name="Freeform 56"/>
          <p:cNvSpPr/>
          <p:nvPr/>
        </p:nvSpPr>
        <p:spPr>
          <a:xfrm>
            <a:off x="7408800" y="6652800"/>
            <a:ext cx="2606400" cy="1454400"/>
          </a:xfrm>
          <a:custGeom>
            <a:avLst/>
            <a:gdLst/>
            <a:ahLst/>
            <a:cxnLst/>
            <a:rect l="l" t="t" r="r" b="b"/>
            <a:pathLst>
              <a:path w="2606400" h="1454400">
                <a:moveTo>
                  <a:pt x="43200" y="43200"/>
                </a:moveTo>
                <a:lnTo>
                  <a:pt x="65700" y="26668"/>
                </a:lnTo>
                <a:lnTo>
                  <a:pt x="88200" y="12652"/>
                </a:lnTo>
                <a:lnTo>
                  <a:pt x="110700" y="3288"/>
                </a:lnTo>
                <a:lnTo>
                  <a:pt x="133200" y="0"/>
                </a:lnTo>
                <a:lnTo>
                  <a:pt x="155700" y="3288"/>
                </a:lnTo>
                <a:lnTo>
                  <a:pt x="178200" y="12652"/>
                </a:lnTo>
                <a:lnTo>
                  <a:pt x="200700" y="26668"/>
                </a:lnTo>
                <a:lnTo>
                  <a:pt x="223200" y="43200"/>
                </a:lnTo>
                <a:lnTo>
                  <a:pt x="223200" y="43200"/>
                </a:lnTo>
                <a:lnTo>
                  <a:pt x="245700" y="26668"/>
                </a:lnTo>
                <a:lnTo>
                  <a:pt x="268200" y="12652"/>
                </a:lnTo>
                <a:lnTo>
                  <a:pt x="290700" y="3288"/>
                </a:lnTo>
                <a:lnTo>
                  <a:pt x="313200" y="0"/>
                </a:lnTo>
                <a:lnTo>
                  <a:pt x="335700" y="3288"/>
                </a:lnTo>
                <a:lnTo>
                  <a:pt x="358200" y="12652"/>
                </a:lnTo>
                <a:lnTo>
                  <a:pt x="380700" y="26668"/>
                </a:lnTo>
                <a:lnTo>
                  <a:pt x="403200" y="43200"/>
                </a:lnTo>
                <a:lnTo>
                  <a:pt x="403200" y="43200"/>
                </a:lnTo>
                <a:lnTo>
                  <a:pt x="425700" y="26668"/>
                </a:lnTo>
                <a:lnTo>
                  <a:pt x="448200" y="12652"/>
                </a:lnTo>
                <a:lnTo>
                  <a:pt x="470700" y="3288"/>
                </a:lnTo>
                <a:lnTo>
                  <a:pt x="493200" y="0"/>
                </a:lnTo>
                <a:lnTo>
                  <a:pt x="515700" y="3288"/>
                </a:lnTo>
                <a:lnTo>
                  <a:pt x="538200" y="12652"/>
                </a:lnTo>
                <a:lnTo>
                  <a:pt x="560700" y="26668"/>
                </a:lnTo>
                <a:lnTo>
                  <a:pt x="583200" y="43200"/>
                </a:lnTo>
                <a:lnTo>
                  <a:pt x="583200" y="43200"/>
                </a:lnTo>
                <a:lnTo>
                  <a:pt x="605700" y="26668"/>
                </a:lnTo>
                <a:lnTo>
                  <a:pt x="628200" y="12652"/>
                </a:lnTo>
                <a:lnTo>
                  <a:pt x="650700" y="3288"/>
                </a:lnTo>
                <a:lnTo>
                  <a:pt x="673200" y="0"/>
                </a:lnTo>
                <a:lnTo>
                  <a:pt x="695700" y="3288"/>
                </a:lnTo>
                <a:lnTo>
                  <a:pt x="718200" y="12652"/>
                </a:lnTo>
                <a:lnTo>
                  <a:pt x="740700" y="26668"/>
                </a:lnTo>
                <a:lnTo>
                  <a:pt x="763200" y="43200"/>
                </a:lnTo>
                <a:lnTo>
                  <a:pt x="763200" y="43200"/>
                </a:lnTo>
                <a:lnTo>
                  <a:pt x="785700" y="26668"/>
                </a:lnTo>
                <a:lnTo>
                  <a:pt x="808200" y="12652"/>
                </a:lnTo>
                <a:lnTo>
                  <a:pt x="830700" y="3288"/>
                </a:lnTo>
                <a:lnTo>
                  <a:pt x="853200" y="0"/>
                </a:lnTo>
                <a:lnTo>
                  <a:pt x="875700" y="3288"/>
                </a:lnTo>
                <a:lnTo>
                  <a:pt x="898200" y="12652"/>
                </a:lnTo>
                <a:lnTo>
                  <a:pt x="920700" y="26668"/>
                </a:lnTo>
                <a:lnTo>
                  <a:pt x="943200" y="43200"/>
                </a:lnTo>
                <a:lnTo>
                  <a:pt x="943200" y="43200"/>
                </a:lnTo>
                <a:lnTo>
                  <a:pt x="965700" y="26668"/>
                </a:lnTo>
                <a:lnTo>
                  <a:pt x="988200" y="12652"/>
                </a:lnTo>
                <a:lnTo>
                  <a:pt x="1010700" y="3288"/>
                </a:lnTo>
                <a:lnTo>
                  <a:pt x="1033200" y="0"/>
                </a:lnTo>
                <a:lnTo>
                  <a:pt x="1055700" y="3288"/>
                </a:lnTo>
                <a:lnTo>
                  <a:pt x="1078200" y="12652"/>
                </a:lnTo>
                <a:lnTo>
                  <a:pt x="1100700" y="26668"/>
                </a:lnTo>
                <a:lnTo>
                  <a:pt x="1123200" y="43200"/>
                </a:lnTo>
                <a:lnTo>
                  <a:pt x="1123200" y="43200"/>
                </a:lnTo>
                <a:lnTo>
                  <a:pt x="1145700" y="26668"/>
                </a:lnTo>
                <a:lnTo>
                  <a:pt x="1168200" y="12652"/>
                </a:lnTo>
                <a:lnTo>
                  <a:pt x="1190700" y="3288"/>
                </a:lnTo>
                <a:lnTo>
                  <a:pt x="1213200" y="0"/>
                </a:lnTo>
                <a:lnTo>
                  <a:pt x="1235700" y="3288"/>
                </a:lnTo>
                <a:lnTo>
                  <a:pt x="1258200" y="12652"/>
                </a:lnTo>
                <a:lnTo>
                  <a:pt x="1280700" y="26668"/>
                </a:lnTo>
                <a:lnTo>
                  <a:pt x="1303200" y="43200"/>
                </a:lnTo>
                <a:lnTo>
                  <a:pt x="1303200" y="43200"/>
                </a:lnTo>
                <a:lnTo>
                  <a:pt x="1325700" y="26668"/>
                </a:lnTo>
                <a:lnTo>
                  <a:pt x="1348200" y="12652"/>
                </a:lnTo>
                <a:lnTo>
                  <a:pt x="1370700" y="3288"/>
                </a:lnTo>
                <a:lnTo>
                  <a:pt x="1393200" y="0"/>
                </a:lnTo>
                <a:lnTo>
                  <a:pt x="1415700" y="3288"/>
                </a:lnTo>
                <a:lnTo>
                  <a:pt x="1438200" y="12652"/>
                </a:lnTo>
                <a:lnTo>
                  <a:pt x="1460700" y="26668"/>
                </a:lnTo>
                <a:lnTo>
                  <a:pt x="1483200" y="43200"/>
                </a:lnTo>
                <a:lnTo>
                  <a:pt x="1483200" y="43200"/>
                </a:lnTo>
                <a:lnTo>
                  <a:pt x="1505700" y="26668"/>
                </a:lnTo>
                <a:lnTo>
                  <a:pt x="1528200" y="12652"/>
                </a:lnTo>
                <a:lnTo>
                  <a:pt x="1550700" y="3288"/>
                </a:lnTo>
                <a:lnTo>
                  <a:pt x="1573200" y="0"/>
                </a:lnTo>
                <a:lnTo>
                  <a:pt x="1595700" y="3288"/>
                </a:lnTo>
                <a:lnTo>
                  <a:pt x="1618200" y="12652"/>
                </a:lnTo>
                <a:lnTo>
                  <a:pt x="1640700" y="26668"/>
                </a:lnTo>
                <a:lnTo>
                  <a:pt x="1663200" y="43200"/>
                </a:lnTo>
                <a:lnTo>
                  <a:pt x="1663200" y="43200"/>
                </a:lnTo>
                <a:lnTo>
                  <a:pt x="1685700" y="26668"/>
                </a:lnTo>
                <a:lnTo>
                  <a:pt x="1708200" y="12652"/>
                </a:lnTo>
                <a:lnTo>
                  <a:pt x="1730700" y="3288"/>
                </a:lnTo>
                <a:lnTo>
                  <a:pt x="1753200" y="0"/>
                </a:lnTo>
                <a:lnTo>
                  <a:pt x="1775700" y="3288"/>
                </a:lnTo>
                <a:lnTo>
                  <a:pt x="1798200" y="12652"/>
                </a:lnTo>
                <a:lnTo>
                  <a:pt x="1820700" y="26668"/>
                </a:lnTo>
                <a:lnTo>
                  <a:pt x="1843200" y="43200"/>
                </a:lnTo>
                <a:lnTo>
                  <a:pt x="1843200" y="43200"/>
                </a:lnTo>
                <a:lnTo>
                  <a:pt x="1865700" y="26668"/>
                </a:lnTo>
                <a:lnTo>
                  <a:pt x="1888200" y="12652"/>
                </a:lnTo>
                <a:lnTo>
                  <a:pt x="1910700" y="3288"/>
                </a:lnTo>
                <a:lnTo>
                  <a:pt x="1933200" y="0"/>
                </a:lnTo>
                <a:lnTo>
                  <a:pt x="1955700" y="3288"/>
                </a:lnTo>
                <a:lnTo>
                  <a:pt x="1978200" y="12652"/>
                </a:lnTo>
                <a:lnTo>
                  <a:pt x="2000700" y="26668"/>
                </a:lnTo>
                <a:lnTo>
                  <a:pt x="2023200" y="43200"/>
                </a:lnTo>
                <a:lnTo>
                  <a:pt x="2023200" y="43200"/>
                </a:lnTo>
                <a:lnTo>
                  <a:pt x="2045700" y="26668"/>
                </a:lnTo>
                <a:lnTo>
                  <a:pt x="2068200" y="12652"/>
                </a:lnTo>
                <a:lnTo>
                  <a:pt x="2090700" y="3288"/>
                </a:lnTo>
                <a:lnTo>
                  <a:pt x="2113200" y="0"/>
                </a:lnTo>
                <a:lnTo>
                  <a:pt x="2135700" y="3288"/>
                </a:lnTo>
                <a:lnTo>
                  <a:pt x="2158200" y="12652"/>
                </a:lnTo>
                <a:lnTo>
                  <a:pt x="2180700" y="26668"/>
                </a:lnTo>
                <a:lnTo>
                  <a:pt x="2203200" y="43200"/>
                </a:lnTo>
                <a:lnTo>
                  <a:pt x="2203200" y="43200"/>
                </a:lnTo>
                <a:lnTo>
                  <a:pt x="2225700" y="26668"/>
                </a:lnTo>
                <a:lnTo>
                  <a:pt x="2248200" y="12652"/>
                </a:lnTo>
                <a:lnTo>
                  <a:pt x="2270700" y="3288"/>
                </a:lnTo>
                <a:lnTo>
                  <a:pt x="2293200" y="0"/>
                </a:lnTo>
                <a:lnTo>
                  <a:pt x="2315700" y="3288"/>
                </a:lnTo>
                <a:lnTo>
                  <a:pt x="2338200" y="12652"/>
                </a:lnTo>
                <a:lnTo>
                  <a:pt x="2360700" y="26668"/>
                </a:lnTo>
                <a:lnTo>
                  <a:pt x="2383200" y="43200"/>
                </a:lnTo>
                <a:lnTo>
                  <a:pt x="2383200" y="43200"/>
                </a:lnTo>
                <a:lnTo>
                  <a:pt x="2405700" y="26668"/>
                </a:lnTo>
                <a:lnTo>
                  <a:pt x="2428200" y="12652"/>
                </a:lnTo>
                <a:lnTo>
                  <a:pt x="2450700" y="3288"/>
                </a:lnTo>
                <a:lnTo>
                  <a:pt x="2473200" y="0"/>
                </a:lnTo>
                <a:lnTo>
                  <a:pt x="2495700" y="3288"/>
                </a:lnTo>
                <a:lnTo>
                  <a:pt x="2518200" y="12652"/>
                </a:lnTo>
                <a:lnTo>
                  <a:pt x="2540700" y="26668"/>
                </a:lnTo>
                <a:lnTo>
                  <a:pt x="2563200" y="43200"/>
                </a:lnTo>
                <a:lnTo>
                  <a:pt x="2563200" y="43200"/>
                </a:lnTo>
                <a:lnTo>
                  <a:pt x="2579731" y="64575"/>
                </a:lnTo>
                <a:lnTo>
                  <a:pt x="2593747" y="85950"/>
                </a:lnTo>
                <a:lnTo>
                  <a:pt x="2603111" y="107325"/>
                </a:lnTo>
                <a:lnTo>
                  <a:pt x="2606400" y="128700"/>
                </a:lnTo>
                <a:lnTo>
                  <a:pt x="2603111" y="150075"/>
                </a:lnTo>
                <a:lnTo>
                  <a:pt x="2593747" y="171450"/>
                </a:lnTo>
                <a:lnTo>
                  <a:pt x="2579731" y="192825"/>
                </a:lnTo>
                <a:lnTo>
                  <a:pt x="2563200" y="214200"/>
                </a:lnTo>
                <a:lnTo>
                  <a:pt x="2563200" y="214200"/>
                </a:lnTo>
                <a:lnTo>
                  <a:pt x="2579731" y="235575"/>
                </a:lnTo>
                <a:lnTo>
                  <a:pt x="2593747" y="256950"/>
                </a:lnTo>
                <a:lnTo>
                  <a:pt x="2603111" y="278325"/>
                </a:lnTo>
                <a:lnTo>
                  <a:pt x="2606400" y="299700"/>
                </a:lnTo>
                <a:lnTo>
                  <a:pt x="2603111" y="321075"/>
                </a:lnTo>
                <a:lnTo>
                  <a:pt x="2593747" y="342450"/>
                </a:lnTo>
                <a:lnTo>
                  <a:pt x="2579731" y="363825"/>
                </a:lnTo>
                <a:lnTo>
                  <a:pt x="2563200" y="385200"/>
                </a:lnTo>
                <a:lnTo>
                  <a:pt x="2563200" y="385200"/>
                </a:lnTo>
                <a:lnTo>
                  <a:pt x="2579731" y="406575"/>
                </a:lnTo>
                <a:lnTo>
                  <a:pt x="2593747" y="427950"/>
                </a:lnTo>
                <a:lnTo>
                  <a:pt x="2603111" y="449325"/>
                </a:lnTo>
                <a:lnTo>
                  <a:pt x="2606400" y="470700"/>
                </a:lnTo>
                <a:lnTo>
                  <a:pt x="2603111" y="492075"/>
                </a:lnTo>
                <a:lnTo>
                  <a:pt x="2593747" y="513450"/>
                </a:lnTo>
                <a:lnTo>
                  <a:pt x="2579731" y="534825"/>
                </a:lnTo>
                <a:lnTo>
                  <a:pt x="2563200" y="556200"/>
                </a:lnTo>
                <a:lnTo>
                  <a:pt x="2563200" y="556200"/>
                </a:lnTo>
                <a:lnTo>
                  <a:pt x="2579731" y="577575"/>
                </a:lnTo>
                <a:lnTo>
                  <a:pt x="2593747" y="598950"/>
                </a:lnTo>
                <a:lnTo>
                  <a:pt x="2603111" y="620325"/>
                </a:lnTo>
                <a:lnTo>
                  <a:pt x="2606400" y="641700"/>
                </a:lnTo>
                <a:lnTo>
                  <a:pt x="2603111" y="663075"/>
                </a:lnTo>
                <a:lnTo>
                  <a:pt x="2593747" y="684450"/>
                </a:lnTo>
                <a:lnTo>
                  <a:pt x="2579731" y="705825"/>
                </a:lnTo>
                <a:lnTo>
                  <a:pt x="2563200" y="727200"/>
                </a:lnTo>
                <a:lnTo>
                  <a:pt x="2563200" y="727200"/>
                </a:lnTo>
                <a:lnTo>
                  <a:pt x="2579731" y="748575"/>
                </a:lnTo>
                <a:lnTo>
                  <a:pt x="2593747" y="769950"/>
                </a:lnTo>
                <a:lnTo>
                  <a:pt x="2603111" y="791325"/>
                </a:lnTo>
                <a:lnTo>
                  <a:pt x="2606400" y="812700"/>
                </a:lnTo>
                <a:lnTo>
                  <a:pt x="2603111" y="834075"/>
                </a:lnTo>
                <a:lnTo>
                  <a:pt x="2593747" y="855450"/>
                </a:lnTo>
                <a:lnTo>
                  <a:pt x="2579731" y="876825"/>
                </a:lnTo>
                <a:lnTo>
                  <a:pt x="2563200" y="898200"/>
                </a:lnTo>
                <a:lnTo>
                  <a:pt x="2563200" y="898200"/>
                </a:lnTo>
                <a:lnTo>
                  <a:pt x="2579731" y="919575"/>
                </a:lnTo>
                <a:lnTo>
                  <a:pt x="2593747" y="940950"/>
                </a:lnTo>
                <a:lnTo>
                  <a:pt x="2603111" y="962325"/>
                </a:lnTo>
                <a:lnTo>
                  <a:pt x="2606400" y="983700"/>
                </a:lnTo>
                <a:lnTo>
                  <a:pt x="2603111" y="1005075"/>
                </a:lnTo>
                <a:lnTo>
                  <a:pt x="2593747" y="1026450"/>
                </a:lnTo>
                <a:lnTo>
                  <a:pt x="2579731" y="1047825"/>
                </a:lnTo>
                <a:lnTo>
                  <a:pt x="2563200" y="1069200"/>
                </a:lnTo>
                <a:lnTo>
                  <a:pt x="2563200" y="1069200"/>
                </a:lnTo>
                <a:lnTo>
                  <a:pt x="2579731" y="1090575"/>
                </a:lnTo>
                <a:lnTo>
                  <a:pt x="2593747" y="1111950"/>
                </a:lnTo>
                <a:lnTo>
                  <a:pt x="2603111" y="1133325"/>
                </a:lnTo>
                <a:lnTo>
                  <a:pt x="2606400" y="1154700"/>
                </a:lnTo>
                <a:lnTo>
                  <a:pt x="2603111" y="1176075"/>
                </a:lnTo>
                <a:lnTo>
                  <a:pt x="2593747" y="1197450"/>
                </a:lnTo>
                <a:lnTo>
                  <a:pt x="2579731" y="1218825"/>
                </a:lnTo>
                <a:lnTo>
                  <a:pt x="2563200" y="1240200"/>
                </a:lnTo>
                <a:lnTo>
                  <a:pt x="2563200" y="1240200"/>
                </a:lnTo>
                <a:lnTo>
                  <a:pt x="2579731" y="1261575"/>
                </a:lnTo>
                <a:lnTo>
                  <a:pt x="2593747" y="1282950"/>
                </a:lnTo>
                <a:lnTo>
                  <a:pt x="2603111" y="1304325"/>
                </a:lnTo>
                <a:lnTo>
                  <a:pt x="2606400" y="1325700"/>
                </a:lnTo>
                <a:lnTo>
                  <a:pt x="2603111" y="1347075"/>
                </a:lnTo>
                <a:lnTo>
                  <a:pt x="2593747" y="1368450"/>
                </a:lnTo>
                <a:lnTo>
                  <a:pt x="2579731" y="1389825"/>
                </a:lnTo>
                <a:lnTo>
                  <a:pt x="2563200" y="1411200"/>
                </a:lnTo>
                <a:lnTo>
                  <a:pt x="2563200" y="1411200"/>
                </a:lnTo>
                <a:lnTo>
                  <a:pt x="2540700" y="1427731"/>
                </a:lnTo>
                <a:lnTo>
                  <a:pt x="2518200" y="1441747"/>
                </a:lnTo>
                <a:lnTo>
                  <a:pt x="2495700" y="1451111"/>
                </a:lnTo>
                <a:lnTo>
                  <a:pt x="2473200" y="1454400"/>
                </a:lnTo>
                <a:lnTo>
                  <a:pt x="2450700" y="1451111"/>
                </a:lnTo>
                <a:lnTo>
                  <a:pt x="2428200" y="1441747"/>
                </a:lnTo>
                <a:lnTo>
                  <a:pt x="2405700" y="1427731"/>
                </a:lnTo>
                <a:lnTo>
                  <a:pt x="2383200" y="1411200"/>
                </a:lnTo>
                <a:lnTo>
                  <a:pt x="2383200" y="1411200"/>
                </a:lnTo>
                <a:lnTo>
                  <a:pt x="2360700" y="1427731"/>
                </a:lnTo>
                <a:lnTo>
                  <a:pt x="2338200" y="1441747"/>
                </a:lnTo>
                <a:lnTo>
                  <a:pt x="2315700" y="1451111"/>
                </a:lnTo>
                <a:lnTo>
                  <a:pt x="2293200" y="1454400"/>
                </a:lnTo>
                <a:lnTo>
                  <a:pt x="2270700" y="1451111"/>
                </a:lnTo>
                <a:lnTo>
                  <a:pt x="2248200" y="1441747"/>
                </a:lnTo>
                <a:lnTo>
                  <a:pt x="2225700" y="1427731"/>
                </a:lnTo>
                <a:lnTo>
                  <a:pt x="2203200" y="1411200"/>
                </a:lnTo>
                <a:lnTo>
                  <a:pt x="2203200" y="1411200"/>
                </a:lnTo>
                <a:lnTo>
                  <a:pt x="2180700" y="1427731"/>
                </a:lnTo>
                <a:lnTo>
                  <a:pt x="2158200" y="1441747"/>
                </a:lnTo>
                <a:lnTo>
                  <a:pt x="2135700" y="1451111"/>
                </a:lnTo>
                <a:lnTo>
                  <a:pt x="2113200" y="1454400"/>
                </a:lnTo>
                <a:lnTo>
                  <a:pt x="2090700" y="1451111"/>
                </a:lnTo>
                <a:lnTo>
                  <a:pt x="2068200" y="1441747"/>
                </a:lnTo>
                <a:lnTo>
                  <a:pt x="2045700" y="1427731"/>
                </a:lnTo>
                <a:lnTo>
                  <a:pt x="2023200" y="1411200"/>
                </a:lnTo>
                <a:lnTo>
                  <a:pt x="2023200" y="1411200"/>
                </a:lnTo>
                <a:lnTo>
                  <a:pt x="2000700" y="1427731"/>
                </a:lnTo>
                <a:lnTo>
                  <a:pt x="1978200" y="1441747"/>
                </a:lnTo>
                <a:lnTo>
                  <a:pt x="1955700" y="1451111"/>
                </a:lnTo>
                <a:lnTo>
                  <a:pt x="1933200" y="1454400"/>
                </a:lnTo>
                <a:lnTo>
                  <a:pt x="1910700" y="1451111"/>
                </a:lnTo>
                <a:lnTo>
                  <a:pt x="1888200" y="1441747"/>
                </a:lnTo>
                <a:lnTo>
                  <a:pt x="1865700" y="1427731"/>
                </a:lnTo>
                <a:lnTo>
                  <a:pt x="1843200" y="1411200"/>
                </a:lnTo>
                <a:lnTo>
                  <a:pt x="1843200" y="1411200"/>
                </a:lnTo>
                <a:lnTo>
                  <a:pt x="1820700" y="1427731"/>
                </a:lnTo>
                <a:lnTo>
                  <a:pt x="1798200" y="1441747"/>
                </a:lnTo>
                <a:lnTo>
                  <a:pt x="1775700" y="1451111"/>
                </a:lnTo>
                <a:lnTo>
                  <a:pt x="1753200" y="1454400"/>
                </a:lnTo>
                <a:lnTo>
                  <a:pt x="1730700" y="1451111"/>
                </a:lnTo>
                <a:lnTo>
                  <a:pt x="1708200" y="1441747"/>
                </a:lnTo>
                <a:lnTo>
                  <a:pt x="1685700" y="1427731"/>
                </a:lnTo>
                <a:lnTo>
                  <a:pt x="1663200" y="1411200"/>
                </a:lnTo>
                <a:lnTo>
                  <a:pt x="1663200" y="1411200"/>
                </a:lnTo>
                <a:lnTo>
                  <a:pt x="1640700" y="1427731"/>
                </a:lnTo>
                <a:lnTo>
                  <a:pt x="1618200" y="1441747"/>
                </a:lnTo>
                <a:lnTo>
                  <a:pt x="1595700" y="1451111"/>
                </a:lnTo>
                <a:lnTo>
                  <a:pt x="1573200" y="1454400"/>
                </a:lnTo>
                <a:lnTo>
                  <a:pt x="1550700" y="1451111"/>
                </a:lnTo>
                <a:lnTo>
                  <a:pt x="1528200" y="1441747"/>
                </a:lnTo>
                <a:lnTo>
                  <a:pt x="1505700" y="1427731"/>
                </a:lnTo>
                <a:lnTo>
                  <a:pt x="1483200" y="1411200"/>
                </a:lnTo>
                <a:lnTo>
                  <a:pt x="1483200" y="1411200"/>
                </a:lnTo>
                <a:lnTo>
                  <a:pt x="1460700" y="1427731"/>
                </a:lnTo>
                <a:lnTo>
                  <a:pt x="1438200" y="1441747"/>
                </a:lnTo>
                <a:lnTo>
                  <a:pt x="1415700" y="1451111"/>
                </a:lnTo>
                <a:lnTo>
                  <a:pt x="1393200" y="1454400"/>
                </a:lnTo>
                <a:lnTo>
                  <a:pt x="1370700" y="1451111"/>
                </a:lnTo>
                <a:lnTo>
                  <a:pt x="1348200" y="1441747"/>
                </a:lnTo>
                <a:lnTo>
                  <a:pt x="1325700" y="1427731"/>
                </a:lnTo>
                <a:lnTo>
                  <a:pt x="1303200" y="1411200"/>
                </a:lnTo>
                <a:lnTo>
                  <a:pt x="1303200" y="1411200"/>
                </a:lnTo>
                <a:lnTo>
                  <a:pt x="1280700" y="1427731"/>
                </a:lnTo>
                <a:lnTo>
                  <a:pt x="1258200" y="1441747"/>
                </a:lnTo>
                <a:lnTo>
                  <a:pt x="1235700" y="1451111"/>
                </a:lnTo>
                <a:lnTo>
                  <a:pt x="1213200" y="1454400"/>
                </a:lnTo>
                <a:lnTo>
                  <a:pt x="1190700" y="1451111"/>
                </a:lnTo>
                <a:lnTo>
                  <a:pt x="1168200" y="1441747"/>
                </a:lnTo>
                <a:lnTo>
                  <a:pt x="1145700" y="1427731"/>
                </a:lnTo>
                <a:lnTo>
                  <a:pt x="1123200" y="1411200"/>
                </a:lnTo>
                <a:lnTo>
                  <a:pt x="1123200" y="1411200"/>
                </a:lnTo>
                <a:lnTo>
                  <a:pt x="1100700" y="1427731"/>
                </a:lnTo>
                <a:lnTo>
                  <a:pt x="1078200" y="1441747"/>
                </a:lnTo>
                <a:lnTo>
                  <a:pt x="1055700" y="1451111"/>
                </a:lnTo>
                <a:lnTo>
                  <a:pt x="1033200" y="1454400"/>
                </a:lnTo>
                <a:lnTo>
                  <a:pt x="1010700" y="1451111"/>
                </a:lnTo>
                <a:lnTo>
                  <a:pt x="988200" y="1441747"/>
                </a:lnTo>
                <a:lnTo>
                  <a:pt x="965700" y="1427731"/>
                </a:lnTo>
                <a:lnTo>
                  <a:pt x="943200" y="1411200"/>
                </a:lnTo>
                <a:lnTo>
                  <a:pt x="943200" y="1411200"/>
                </a:lnTo>
                <a:lnTo>
                  <a:pt x="920700" y="1427731"/>
                </a:lnTo>
                <a:lnTo>
                  <a:pt x="898200" y="1441747"/>
                </a:lnTo>
                <a:lnTo>
                  <a:pt x="875700" y="1451111"/>
                </a:lnTo>
                <a:lnTo>
                  <a:pt x="853200" y="1454400"/>
                </a:lnTo>
                <a:lnTo>
                  <a:pt x="830700" y="1451111"/>
                </a:lnTo>
                <a:lnTo>
                  <a:pt x="808200" y="1441747"/>
                </a:lnTo>
                <a:lnTo>
                  <a:pt x="785700" y="1427731"/>
                </a:lnTo>
                <a:lnTo>
                  <a:pt x="763200" y="1411200"/>
                </a:lnTo>
                <a:lnTo>
                  <a:pt x="763200" y="1411200"/>
                </a:lnTo>
                <a:lnTo>
                  <a:pt x="740700" y="1427731"/>
                </a:lnTo>
                <a:lnTo>
                  <a:pt x="718200" y="1441747"/>
                </a:lnTo>
                <a:lnTo>
                  <a:pt x="695700" y="1451111"/>
                </a:lnTo>
                <a:lnTo>
                  <a:pt x="673200" y="1454400"/>
                </a:lnTo>
                <a:lnTo>
                  <a:pt x="650700" y="1451111"/>
                </a:lnTo>
                <a:lnTo>
                  <a:pt x="628200" y="1441747"/>
                </a:lnTo>
                <a:lnTo>
                  <a:pt x="605700" y="1427731"/>
                </a:lnTo>
                <a:lnTo>
                  <a:pt x="583200" y="1411200"/>
                </a:lnTo>
                <a:lnTo>
                  <a:pt x="583200" y="1411200"/>
                </a:lnTo>
                <a:lnTo>
                  <a:pt x="560700" y="1427731"/>
                </a:lnTo>
                <a:lnTo>
                  <a:pt x="538200" y="1441747"/>
                </a:lnTo>
                <a:lnTo>
                  <a:pt x="515700" y="1451111"/>
                </a:lnTo>
                <a:lnTo>
                  <a:pt x="493200" y="1454400"/>
                </a:lnTo>
                <a:lnTo>
                  <a:pt x="470700" y="1451111"/>
                </a:lnTo>
                <a:lnTo>
                  <a:pt x="448200" y="1441747"/>
                </a:lnTo>
                <a:lnTo>
                  <a:pt x="425700" y="1427731"/>
                </a:lnTo>
                <a:lnTo>
                  <a:pt x="403200" y="1411200"/>
                </a:lnTo>
                <a:lnTo>
                  <a:pt x="403200" y="1411200"/>
                </a:lnTo>
                <a:lnTo>
                  <a:pt x="380700" y="1427731"/>
                </a:lnTo>
                <a:lnTo>
                  <a:pt x="358200" y="1441747"/>
                </a:lnTo>
                <a:lnTo>
                  <a:pt x="335700" y="1451111"/>
                </a:lnTo>
                <a:lnTo>
                  <a:pt x="313200" y="1454400"/>
                </a:lnTo>
                <a:lnTo>
                  <a:pt x="290700" y="1451111"/>
                </a:lnTo>
                <a:lnTo>
                  <a:pt x="268200" y="1441747"/>
                </a:lnTo>
                <a:lnTo>
                  <a:pt x="245700" y="1427731"/>
                </a:lnTo>
                <a:lnTo>
                  <a:pt x="223200" y="1411200"/>
                </a:lnTo>
                <a:lnTo>
                  <a:pt x="223200" y="1411200"/>
                </a:lnTo>
                <a:lnTo>
                  <a:pt x="200700" y="1427731"/>
                </a:lnTo>
                <a:lnTo>
                  <a:pt x="178200" y="1441747"/>
                </a:lnTo>
                <a:lnTo>
                  <a:pt x="155700" y="1451111"/>
                </a:lnTo>
                <a:lnTo>
                  <a:pt x="133200" y="1454400"/>
                </a:lnTo>
                <a:lnTo>
                  <a:pt x="110700" y="1451111"/>
                </a:lnTo>
                <a:lnTo>
                  <a:pt x="88200" y="1441747"/>
                </a:lnTo>
                <a:lnTo>
                  <a:pt x="65700" y="1427731"/>
                </a:lnTo>
                <a:lnTo>
                  <a:pt x="43200" y="1411200"/>
                </a:lnTo>
                <a:lnTo>
                  <a:pt x="43200" y="1411200"/>
                </a:lnTo>
                <a:lnTo>
                  <a:pt x="26668" y="1389825"/>
                </a:lnTo>
                <a:lnTo>
                  <a:pt x="12652" y="1368450"/>
                </a:lnTo>
                <a:lnTo>
                  <a:pt x="3288" y="1347075"/>
                </a:lnTo>
                <a:lnTo>
                  <a:pt x="0" y="1325700"/>
                </a:lnTo>
                <a:lnTo>
                  <a:pt x="3288" y="1304325"/>
                </a:lnTo>
                <a:lnTo>
                  <a:pt x="12652" y="1282950"/>
                </a:lnTo>
                <a:lnTo>
                  <a:pt x="26668" y="1261575"/>
                </a:lnTo>
                <a:lnTo>
                  <a:pt x="43200" y="1240200"/>
                </a:lnTo>
                <a:lnTo>
                  <a:pt x="43200" y="1240200"/>
                </a:lnTo>
                <a:lnTo>
                  <a:pt x="26668" y="1218825"/>
                </a:lnTo>
                <a:lnTo>
                  <a:pt x="12652" y="1197450"/>
                </a:lnTo>
                <a:lnTo>
                  <a:pt x="3288" y="1176075"/>
                </a:lnTo>
                <a:lnTo>
                  <a:pt x="0" y="1154700"/>
                </a:lnTo>
                <a:lnTo>
                  <a:pt x="3288" y="1133325"/>
                </a:lnTo>
                <a:lnTo>
                  <a:pt x="12652" y="1111950"/>
                </a:lnTo>
                <a:lnTo>
                  <a:pt x="26668" y="1090575"/>
                </a:lnTo>
                <a:lnTo>
                  <a:pt x="43200" y="1069200"/>
                </a:lnTo>
                <a:lnTo>
                  <a:pt x="43200" y="1069200"/>
                </a:lnTo>
                <a:lnTo>
                  <a:pt x="26668" y="1047825"/>
                </a:lnTo>
                <a:lnTo>
                  <a:pt x="12652" y="1026450"/>
                </a:lnTo>
                <a:lnTo>
                  <a:pt x="3288" y="1005075"/>
                </a:lnTo>
                <a:lnTo>
                  <a:pt x="0" y="983700"/>
                </a:lnTo>
                <a:lnTo>
                  <a:pt x="3288" y="962325"/>
                </a:lnTo>
                <a:lnTo>
                  <a:pt x="12652" y="940950"/>
                </a:lnTo>
                <a:lnTo>
                  <a:pt x="26668" y="919575"/>
                </a:lnTo>
                <a:lnTo>
                  <a:pt x="43200" y="898200"/>
                </a:lnTo>
                <a:lnTo>
                  <a:pt x="43200" y="898200"/>
                </a:lnTo>
                <a:lnTo>
                  <a:pt x="26668" y="876825"/>
                </a:lnTo>
                <a:lnTo>
                  <a:pt x="12652" y="855450"/>
                </a:lnTo>
                <a:lnTo>
                  <a:pt x="3288" y="834075"/>
                </a:lnTo>
                <a:lnTo>
                  <a:pt x="0" y="812700"/>
                </a:lnTo>
                <a:lnTo>
                  <a:pt x="3288" y="791325"/>
                </a:lnTo>
                <a:lnTo>
                  <a:pt x="12652" y="769950"/>
                </a:lnTo>
                <a:lnTo>
                  <a:pt x="26668" y="748575"/>
                </a:lnTo>
                <a:lnTo>
                  <a:pt x="43200" y="727200"/>
                </a:lnTo>
                <a:lnTo>
                  <a:pt x="43200" y="727200"/>
                </a:lnTo>
                <a:lnTo>
                  <a:pt x="26668" y="705825"/>
                </a:lnTo>
                <a:lnTo>
                  <a:pt x="12652" y="684450"/>
                </a:lnTo>
                <a:lnTo>
                  <a:pt x="3288" y="663075"/>
                </a:lnTo>
                <a:lnTo>
                  <a:pt x="0" y="641700"/>
                </a:lnTo>
                <a:lnTo>
                  <a:pt x="3288" y="620325"/>
                </a:lnTo>
                <a:lnTo>
                  <a:pt x="12652" y="598950"/>
                </a:lnTo>
                <a:lnTo>
                  <a:pt x="26668" y="577575"/>
                </a:lnTo>
                <a:lnTo>
                  <a:pt x="43200" y="556200"/>
                </a:lnTo>
                <a:lnTo>
                  <a:pt x="43200" y="556200"/>
                </a:lnTo>
                <a:lnTo>
                  <a:pt x="26668" y="534825"/>
                </a:lnTo>
                <a:lnTo>
                  <a:pt x="12652" y="513450"/>
                </a:lnTo>
                <a:lnTo>
                  <a:pt x="3288" y="492075"/>
                </a:lnTo>
                <a:lnTo>
                  <a:pt x="0" y="470700"/>
                </a:lnTo>
                <a:lnTo>
                  <a:pt x="3288" y="449325"/>
                </a:lnTo>
                <a:lnTo>
                  <a:pt x="12652" y="427950"/>
                </a:lnTo>
                <a:lnTo>
                  <a:pt x="26668" y="406575"/>
                </a:lnTo>
                <a:lnTo>
                  <a:pt x="43200" y="385200"/>
                </a:lnTo>
                <a:lnTo>
                  <a:pt x="43200" y="385200"/>
                </a:lnTo>
                <a:lnTo>
                  <a:pt x="26668" y="363825"/>
                </a:lnTo>
                <a:lnTo>
                  <a:pt x="12652" y="342450"/>
                </a:lnTo>
                <a:lnTo>
                  <a:pt x="3288" y="321075"/>
                </a:lnTo>
                <a:lnTo>
                  <a:pt x="0" y="299700"/>
                </a:lnTo>
                <a:lnTo>
                  <a:pt x="3288" y="278325"/>
                </a:lnTo>
                <a:lnTo>
                  <a:pt x="12652" y="256950"/>
                </a:lnTo>
                <a:lnTo>
                  <a:pt x="26668" y="235575"/>
                </a:lnTo>
                <a:lnTo>
                  <a:pt x="43200" y="214200"/>
                </a:lnTo>
                <a:lnTo>
                  <a:pt x="43200" y="214200"/>
                </a:lnTo>
                <a:lnTo>
                  <a:pt x="26668" y="192825"/>
                </a:lnTo>
                <a:lnTo>
                  <a:pt x="12652" y="171450"/>
                </a:lnTo>
                <a:lnTo>
                  <a:pt x="3288" y="150075"/>
                </a:lnTo>
                <a:lnTo>
                  <a:pt x="0" y="128700"/>
                </a:lnTo>
                <a:lnTo>
                  <a:pt x="3288" y="107325"/>
                </a:lnTo>
                <a:lnTo>
                  <a:pt x="12652" y="85950"/>
                </a:lnTo>
                <a:lnTo>
                  <a:pt x="26668" y="64575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0000" y="6804000"/>
            <a:ext cx="2304000" cy="11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#4 / #26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Survey before tile ordering.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Cuts exclude fabrication tolerances.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AP-05 · lighting positions follow confirmed Rev A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L01 / 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Two black tracks: x=650 / 1750, y=450–2656. Four adjustable cylindrical spots per track. All lighting 3000 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L02 / DOWNLIGHTS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Three fittings at x=700 / 1200 / 1700; y=225. Spacing retained from approved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L03 / SHELF + PLINTH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Concealed under-shelf LEDs; toe-kick LEDs 2 × 2656. Access and wiring strategy AP-14.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CEILING / MEP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Smooth gypsum, warm off-white. Ceiling support, fire/MEP devices and driver ventilation require consultant coordination #16.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520000" y="3049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690000" y="3859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2" name="Oval 21"/>
          <p:cNvSpPr/>
          <p:nvPr/>
        </p:nvSpPr>
        <p:spPr>
          <a:xfrm>
            <a:off x="3625200" y="749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25200" y="641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25200" y="533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25200" y="425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5670000" y="3859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7" name="Oval 26"/>
          <p:cNvSpPr/>
          <p:nvPr/>
        </p:nvSpPr>
        <p:spPr>
          <a:xfrm>
            <a:off x="5605200" y="749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05200" y="641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05200" y="533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05200" y="4255200"/>
            <a:ext cx="129600" cy="129600"/>
          </a:xfrm>
          <a:prstGeom prst="ellipse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8000" y="8163000"/>
            <a:ext cx="144000" cy="1440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2916000" y="3049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6444000" y="3049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252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6840000" y="864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52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4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80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414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052000" y="86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H="1">
            <a:off x="2052000" y="3049199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052000" y="3049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016000" y="86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016000" y="301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620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90000" y="783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3690000" y="3859199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3978000" y="3859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3942000" y="779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942000" y="382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3546000" y="5844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520000" y="9504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5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43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6120000" y="9468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2520000" y="9576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AP-06 · glazed entrance and halo-lit fascia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FRONTAGE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450 + 1500 + 450 = 2400. The 450 × 450 display columns face the street; shelf depth remains 250.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G01 / GLAZING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Door 1000 × 2580 × 12 toughened glass. Fixed pane 488 W. Three nominal 4 gaps: 488 + 1000 + 12 = 1500.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SIGN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high above 2600 ceiling datum; total storefront height 3200. Exterior logo 1000 W, uniformly scaled.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DETAIL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Head AP-15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Jamb / pivot AP-16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 threshold AP-17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Sign backing AP-18</a:t>
            </a:r>
          </a:p>
        </p:txBody>
      </p:sp>
      <p:sp>
        <p:nvSpPr>
          <p:cNvPr id="20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40000" y="745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340000" y="673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340000" y="601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340000" y="529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340000" y="457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850000" y="745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850000" y="673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850000" y="601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850000" y="529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850000" y="4572000"/>
            <a:ext cx="81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cxnSp>
        <p:nvCxnSpPr>
          <p:cNvPr id="37" name="Connector 36"/>
          <p:cNvCxnSpPr/>
          <p:nvPr/>
        </p:nvCxnSpPr>
        <p:spPr>
          <a:xfrm>
            <a:off x="2340000" y="853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6660000" y="8532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340000" y="896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304000" y="89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6624000" y="892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3960000" y="878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842800" y="851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5842800" y="387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6130800" y="3870000"/>
            <a:ext cx="0" cy="4644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6094800" y="847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6094800" y="383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698800" y="61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2580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60000" y="3852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6660000" y="2772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7020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6984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6984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6588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30000" y="6282000"/>
            <a:ext cx="198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52725"/>
                </a:solidFill>
                <a:latin typeface="Liberation Sans"/>
              </a:defRPr>
            </a:pPr>
            <a:r>
              <a:t>12 mm GLASS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340000" y="9342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3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41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940000" y="930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2340000" y="9414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  <p:sp>
        <p:nvSpPr>
          <p:cNvPr id="67" name="Freeform 66"/>
          <p:cNvSpPr/>
          <p:nvPr/>
        </p:nvSpPr>
        <p:spPr>
          <a:xfrm>
            <a:off x="7336800" y="6868800"/>
            <a:ext cx="2750400" cy="1166400"/>
          </a:xfrm>
          <a:custGeom>
            <a:avLst/>
            <a:gdLst/>
            <a:ahLst/>
            <a:cxnLst/>
            <a:rect l="l" t="t" r="r" b="b"/>
            <a:pathLst>
              <a:path w="2750400" h="1166400">
                <a:moveTo>
                  <a:pt x="43200" y="43200"/>
                </a:moveTo>
                <a:lnTo>
                  <a:pt x="65400" y="26668"/>
                </a:lnTo>
                <a:lnTo>
                  <a:pt x="87599" y="12652"/>
                </a:lnTo>
                <a:lnTo>
                  <a:pt x="109800" y="3288"/>
                </a:lnTo>
                <a:lnTo>
                  <a:pt x="132000" y="0"/>
                </a:lnTo>
                <a:lnTo>
                  <a:pt x="154200" y="3288"/>
                </a:lnTo>
                <a:lnTo>
                  <a:pt x="176400" y="12652"/>
                </a:lnTo>
                <a:lnTo>
                  <a:pt x="198600" y="26668"/>
                </a:lnTo>
                <a:lnTo>
                  <a:pt x="220800" y="43200"/>
                </a:lnTo>
                <a:lnTo>
                  <a:pt x="220800" y="43200"/>
                </a:lnTo>
                <a:lnTo>
                  <a:pt x="243000" y="26668"/>
                </a:lnTo>
                <a:lnTo>
                  <a:pt x="265200" y="12652"/>
                </a:lnTo>
                <a:lnTo>
                  <a:pt x="287400" y="3288"/>
                </a:lnTo>
                <a:lnTo>
                  <a:pt x="309600" y="0"/>
                </a:lnTo>
                <a:lnTo>
                  <a:pt x="331800" y="3288"/>
                </a:lnTo>
                <a:lnTo>
                  <a:pt x="354000" y="12652"/>
                </a:lnTo>
                <a:lnTo>
                  <a:pt x="376200" y="26668"/>
                </a:lnTo>
                <a:lnTo>
                  <a:pt x="398400" y="43200"/>
                </a:lnTo>
                <a:lnTo>
                  <a:pt x="398400" y="43200"/>
                </a:lnTo>
                <a:lnTo>
                  <a:pt x="420599" y="26668"/>
                </a:lnTo>
                <a:lnTo>
                  <a:pt x="442800" y="12652"/>
                </a:lnTo>
                <a:lnTo>
                  <a:pt x="465000" y="3288"/>
                </a:lnTo>
                <a:lnTo>
                  <a:pt x="487200" y="0"/>
                </a:lnTo>
                <a:lnTo>
                  <a:pt x="509400" y="3288"/>
                </a:lnTo>
                <a:lnTo>
                  <a:pt x="531600" y="12652"/>
                </a:lnTo>
                <a:lnTo>
                  <a:pt x="553800" y="26668"/>
                </a:lnTo>
                <a:lnTo>
                  <a:pt x="576000" y="43200"/>
                </a:lnTo>
                <a:lnTo>
                  <a:pt x="576000" y="43200"/>
                </a:lnTo>
                <a:lnTo>
                  <a:pt x="598200" y="26668"/>
                </a:lnTo>
                <a:lnTo>
                  <a:pt x="620400" y="12652"/>
                </a:lnTo>
                <a:lnTo>
                  <a:pt x="642600" y="3288"/>
                </a:lnTo>
                <a:lnTo>
                  <a:pt x="664799" y="0"/>
                </a:lnTo>
                <a:lnTo>
                  <a:pt x="687000" y="3288"/>
                </a:lnTo>
                <a:lnTo>
                  <a:pt x="709200" y="12652"/>
                </a:lnTo>
                <a:lnTo>
                  <a:pt x="731400" y="26668"/>
                </a:lnTo>
                <a:lnTo>
                  <a:pt x="753600" y="43200"/>
                </a:lnTo>
                <a:lnTo>
                  <a:pt x="753600" y="43200"/>
                </a:lnTo>
                <a:lnTo>
                  <a:pt x="775800" y="26668"/>
                </a:lnTo>
                <a:lnTo>
                  <a:pt x="798000" y="12652"/>
                </a:lnTo>
                <a:lnTo>
                  <a:pt x="820200" y="3288"/>
                </a:lnTo>
                <a:lnTo>
                  <a:pt x="842400" y="0"/>
                </a:lnTo>
                <a:lnTo>
                  <a:pt x="864600" y="3288"/>
                </a:lnTo>
                <a:lnTo>
                  <a:pt x="886800" y="12652"/>
                </a:lnTo>
                <a:lnTo>
                  <a:pt x="909000" y="26668"/>
                </a:lnTo>
                <a:lnTo>
                  <a:pt x="931200" y="43200"/>
                </a:lnTo>
                <a:lnTo>
                  <a:pt x="931200" y="43200"/>
                </a:lnTo>
                <a:lnTo>
                  <a:pt x="953400" y="26668"/>
                </a:lnTo>
                <a:lnTo>
                  <a:pt x="975600" y="12652"/>
                </a:lnTo>
                <a:lnTo>
                  <a:pt x="997799" y="3288"/>
                </a:lnTo>
                <a:lnTo>
                  <a:pt x="1020000" y="0"/>
                </a:lnTo>
                <a:lnTo>
                  <a:pt x="1042200" y="3288"/>
                </a:lnTo>
                <a:lnTo>
                  <a:pt x="1064400" y="12652"/>
                </a:lnTo>
                <a:lnTo>
                  <a:pt x="1086600" y="26668"/>
                </a:lnTo>
                <a:lnTo>
                  <a:pt x="1108800" y="43200"/>
                </a:lnTo>
                <a:lnTo>
                  <a:pt x="1108800" y="43200"/>
                </a:lnTo>
                <a:lnTo>
                  <a:pt x="1131000" y="26668"/>
                </a:lnTo>
                <a:lnTo>
                  <a:pt x="1153200" y="12652"/>
                </a:lnTo>
                <a:lnTo>
                  <a:pt x="1175400" y="3288"/>
                </a:lnTo>
                <a:lnTo>
                  <a:pt x="1197600" y="0"/>
                </a:lnTo>
                <a:lnTo>
                  <a:pt x="1219800" y="3288"/>
                </a:lnTo>
                <a:lnTo>
                  <a:pt x="1242000" y="12652"/>
                </a:lnTo>
                <a:lnTo>
                  <a:pt x="1264200" y="26668"/>
                </a:lnTo>
                <a:lnTo>
                  <a:pt x="1286400" y="43200"/>
                </a:lnTo>
                <a:lnTo>
                  <a:pt x="1286400" y="43200"/>
                </a:lnTo>
                <a:lnTo>
                  <a:pt x="1308600" y="26668"/>
                </a:lnTo>
                <a:lnTo>
                  <a:pt x="1330800" y="12652"/>
                </a:lnTo>
                <a:lnTo>
                  <a:pt x="1353000" y="3288"/>
                </a:lnTo>
                <a:lnTo>
                  <a:pt x="1375200" y="0"/>
                </a:lnTo>
                <a:lnTo>
                  <a:pt x="1397400" y="3288"/>
                </a:lnTo>
                <a:lnTo>
                  <a:pt x="1419600" y="12652"/>
                </a:lnTo>
                <a:lnTo>
                  <a:pt x="1441800" y="26668"/>
                </a:lnTo>
                <a:lnTo>
                  <a:pt x="1464000" y="43200"/>
                </a:lnTo>
                <a:lnTo>
                  <a:pt x="1464000" y="43200"/>
                </a:lnTo>
                <a:lnTo>
                  <a:pt x="1486200" y="26668"/>
                </a:lnTo>
                <a:lnTo>
                  <a:pt x="1508400" y="12652"/>
                </a:lnTo>
                <a:lnTo>
                  <a:pt x="1530600" y="3288"/>
                </a:lnTo>
                <a:lnTo>
                  <a:pt x="1552800" y="0"/>
                </a:lnTo>
                <a:lnTo>
                  <a:pt x="1575000" y="3288"/>
                </a:lnTo>
                <a:lnTo>
                  <a:pt x="1597200" y="12652"/>
                </a:lnTo>
                <a:lnTo>
                  <a:pt x="1619400" y="26668"/>
                </a:lnTo>
                <a:lnTo>
                  <a:pt x="1641600" y="43200"/>
                </a:lnTo>
                <a:lnTo>
                  <a:pt x="1641600" y="43200"/>
                </a:lnTo>
                <a:lnTo>
                  <a:pt x="1663800" y="26668"/>
                </a:lnTo>
                <a:lnTo>
                  <a:pt x="1686000" y="12652"/>
                </a:lnTo>
                <a:lnTo>
                  <a:pt x="1708200" y="3288"/>
                </a:lnTo>
                <a:lnTo>
                  <a:pt x="1730400" y="0"/>
                </a:lnTo>
                <a:lnTo>
                  <a:pt x="1752600" y="3288"/>
                </a:lnTo>
                <a:lnTo>
                  <a:pt x="1774800" y="12652"/>
                </a:lnTo>
                <a:lnTo>
                  <a:pt x="1797000" y="26668"/>
                </a:lnTo>
                <a:lnTo>
                  <a:pt x="1819200" y="43200"/>
                </a:lnTo>
                <a:lnTo>
                  <a:pt x="1819200" y="43200"/>
                </a:lnTo>
                <a:lnTo>
                  <a:pt x="1841400" y="26668"/>
                </a:lnTo>
                <a:lnTo>
                  <a:pt x="1863600" y="12652"/>
                </a:lnTo>
                <a:lnTo>
                  <a:pt x="1885800" y="3288"/>
                </a:lnTo>
                <a:lnTo>
                  <a:pt x="1908000" y="0"/>
                </a:lnTo>
                <a:lnTo>
                  <a:pt x="1930200" y="3288"/>
                </a:lnTo>
                <a:lnTo>
                  <a:pt x="1952399" y="12652"/>
                </a:lnTo>
                <a:lnTo>
                  <a:pt x="1974600" y="26668"/>
                </a:lnTo>
                <a:lnTo>
                  <a:pt x="1996800" y="43200"/>
                </a:lnTo>
                <a:lnTo>
                  <a:pt x="1996800" y="43200"/>
                </a:lnTo>
                <a:lnTo>
                  <a:pt x="2019000" y="26668"/>
                </a:lnTo>
                <a:lnTo>
                  <a:pt x="2041200" y="12652"/>
                </a:lnTo>
                <a:lnTo>
                  <a:pt x="2063400" y="3288"/>
                </a:lnTo>
                <a:lnTo>
                  <a:pt x="2085600" y="0"/>
                </a:lnTo>
                <a:lnTo>
                  <a:pt x="2107800" y="3288"/>
                </a:lnTo>
                <a:lnTo>
                  <a:pt x="2130000" y="12652"/>
                </a:lnTo>
                <a:lnTo>
                  <a:pt x="2152200" y="26668"/>
                </a:lnTo>
                <a:lnTo>
                  <a:pt x="2174400" y="43200"/>
                </a:lnTo>
                <a:lnTo>
                  <a:pt x="2174400" y="43200"/>
                </a:lnTo>
                <a:lnTo>
                  <a:pt x="2196600" y="26668"/>
                </a:lnTo>
                <a:lnTo>
                  <a:pt x="2218800" y="12652"/>
                </a:lnTo>
                <a:lnTo>
                  <a:pt x="2241000" y="3288"/>
                </a:lnTo>
                <a:lnTo>
                  <a:pt x="2263200" y="0"/>
                </a:lnTo>
                <a:lnTo>
                  <a:pt x="2285399" y="3288"/>
                </a:lnTo>
                <a:lnTo>
                  <a:pt x="2307600" y="12652"/>
                </a:lnTo>
                <a:lnTo>
                  <a:pt x="2329800" y="26668"/>
                </a:lnTo>
                <a:lnTo>
                  <a:pt x="2352000" y="43200"/>
                </a:lnTo>
                <a:lnTo>
                  <a:pt x="2352000" y="43200"/>
                </a:lnTo>
                <a:lnTo>
                  <a:pt x="2374200" y="26668"/>
                </a:lnTo>
                <a:lnTo>
                  <a:pt x="2396400" y="12652"/>
                </a:lnTo>
                <a:lnTo>
                  <a:pt x="2418600" y="3288"/>
                </a:lnTo>
                <a:lnTo>
                  <a:pt x="2440800" y="0"/>
                </a:lnTo>
                <a:lnTo>
                  <a:pt x="2463000" y="3288"/>
                </a:lnTo>
                <a:lnTo>
                  <a:pt x="2485200" y="12652"/>
                </a:lnTo>
                <a:lnTo>
                  <a:pt x="2507400" y="26668"/>
                </a:lnTo>
                <a:lnTo>
                  <a:pt x="2529600" y="43200"/>
                </a:lnTo>
                <a:lnTo>
                  <a:pt x="2529600" y="43200"/>
                </a:lnTo>
                <a:lnTo>
                  <a:pt x="2551800" y="26668"/>
                </a:lnTo>
                <a:lnTo>
                  <a:pt x="2574000" y="12652"/>
                </a:lnTo>
                <a:lnTo>
                  <a:pt x="2596200" y="3288"/>
                </a:lnTo>
                <a:lnTo>
                  <a:pt x="2618399" y="0"/>
                </a:lnTo>
                <a:lnTo>
                  <a:pt x="2640600" y="3288"/>
                </a:lnTo>
                <a:lnTo>
                  <a:pt x="2662800" y="12652"/>
                </a:lnTo>
                <a:lnTo>
                  <a:pt x="2685000" y="26668"/>
                </a:lnTo>
                <a:lnTo>
                  <a:pt x="2707200" y="43200"/>
                </a:lnTo>
                <a:lnTo>
                  <a:pt x="2707200" y="43200"/>
                </a:lnTo>
                <a:lnTo>
                  <a:pt x="2723731" y="65700"/>
                </a:lnTo>
                <a:lnTo>
                  <a:pt x="2737747" y="88200"/>
                </a:lnTo>
                <a:lnTo>
                  <a:pt x="2747111" y="110700"/>
                </a:lnTo>
                <a:lnTo>
                  <a:pt x="2750400" y="133200"/>
                </a:lnTo>
                <a:lnTo>
                  <a:pt x="2747111" y="155700"/>
                </a:lnTo>
                <a:lnTo>
                  <a:pt x="2737747" y="178200"/>
                </a:lnTo>
                <a:lnTo>
                  <a:pt x="2723731" y="200700"/>
                </a:lnTo>
                <a:lnTo>
                  <a:pt x="2707200" y="223200"/>
                </a:lnTo>
                <a:lnTo>
                  <a:pt x="2707200" y="223200"/>
                </a:lnTo>
                <a:lnTo>
                  <a:pt x="2723731" y="245700"/>
                </a:lnTo>
                <a:lnTo>
                  <a:pt x="2737747" y="268200"/>
                </a:lnTo>
                <a:lnTo>
                  <a:pt x="2747111" y="290700"/>
                </a:lnTo>
                <a:lnTo>
                  <a:pt x="2750400" y="313200"/>
                </a:lnTo>
                <a:lnTo>
                  <a:pt x="2747111" y="335700"/>
                </a:lnTo>
                <a:lnTo>
                  <a:pt x="2737747" y="358200"/>
                </a:lnTo>
                <a:lnTo>
                  <a:pt x="2723731" y="380700"/>
                </a:lnTo>
                <a:lnTo>
                  <a:pt x="2707200" y="403200"/>
                </a:lnTo>
                <a:lnTo>
                  <a:pt x="2707200" y="403200"/>
                </a:lnTo>
                <a:lnTo>
                  <a:pt x="2723731" y="425700"/>
                </a:lnTo>
                <a:lnTo>
                  <a:pt x="2737747" y="448200"/>
                </a:lnTo>
                <a:lnTo>
                  <a:pt x="2747111" y="470700"/>
                </a:lnTo>
                <a:lnTo>
                  <a:pt x="2750400" y="493200"/>
                </a:lnTo>
                <a:lnTo>
                  <a:pt x="2747111" y="515700"/>
                </a:lnTo>
                <a:lnTo>
                  <a:pt x="2737747" y="538200"/>
                </a:lnTo>
                <a:lnTo>
                  <a:pt x="2723731" y="560700"/>
                </a:lnTo>
                <a:lnTo>
                  <a:pt x="2707200" y="583200"/>
                </a:lnTo>
                <a:lnTo>
                  <a:pt x="2707200" y="583200"/>
                </a:lnTo>
                <a:lnTo>
                  <a:pt x="2723731" y="605700"/>
                </a:lnTo>
                <a:lnTo>
                  <a:pt x="2737747" y="628200"/>
                </a:lnTo>
                <a:lnTo>
                  <a:pt x="2747111" y="650700"/>
                </a:lnTo>
                <a:lnTo>
                  <a:pt x="2750400" y="673200"/>
                </a:lnTo>
                <a:lnTo>
                  <a:pt x="2747111" y="695700"/>
                </a:lnTo>
                <a:lnTo>
                  <a:pt x="2737747" y="718200"/>
                </a:lnTo>
                <a:lnTo>
                  <a:pt x="2723731" y="740700"/>
                </a:lnTo>
                <a:lnTo>
                  <a:pt x="2707200" y="763200"/>
                </a:lnTo>
                <a:lnTo>
                  <a:pt x="2707200" y="763200"/>
                </a:lnTo>
                <a:lnTo>
                  <a:pt x="2723731" y="785700"/>
                </a:lnTo>
                <a:lnTo>
                  <a:pt x="2737747" y="808200"/>
                </a:lnTo>
                <a:lnTo>
                  <a:pt x="2747111" y="830700"/>
                </a:lnTo>
                <a:lnTo>
                  <a:pt x="2750400" y="853200"/>
                </a:lnTo>
                <a:lnTo>
                  <a:pt x="2747111" y="875700"/>
                </a:lnTo>
                <a:lnTo>
                  <a:pt x="2737747" y="898200"/>
                </a:lnTo>
                <a:lnTo>
                  <a:pt x="2723731" y="920700"/>
                </a:lnTo>
                <a:lnTo>
                  <a:pt x="2707200" y="943200"/>
                </a:lnTo>
                <a:lnTo>
                  <a:pt x="2707200" y="943200"/>
                </a:lnTo>
                <a:lnTo>
                  <a:pt x="2723731" y="965700"/>
                </a:lnTo>
                <a:lnTo>
                  <a:pt x="2737747" y="988200"/>
                </a:lnTo>
                <a:lnTo>
                  <a:pt x="2747111" y="1010700"/>
                </a:lnTo>
                <a:lnTo>
                  <a:pt x="2750400" y="1033200"/>
                </a:lnTo>
                <a:lnTo>
                  <a:pt x="2747111" y="1055700"/>
                </a:lnTo>
                <a:lnTo>
                  <a:pt x="2737747" y="1078200"/>
                </a:lnTo>
                <a:lnTo>
                  <a:pt x="2723731" y="1100700"/>
                </a:lnTo>
                <a:lnTo>
                  <a:pt x="2707200" y="1123200"/>
                </a:lnTo>
                <a:lnTo>
                  <a:pt x="2707200" y="1123200"/>
                </a:lnTo>
                <a:lnTo>
                  <a:pt x="2685000" y="1139731"/>
                </a:lnTo>
                <a:lnTo>
                  <a:pt x="2662800" y="1153747"/>
                </a:lnTo>
                <a:lnTo>
                  <a:pt x="2640600" y="1163111"/>
                </a:lnTo>
                <a:lnTo>
                  <a:pt x="2618400" y="1166400"/>
                </a:lnTo>
                <a:lnTo>
                  <a:pt x="2596200" y="1163111"/>
                </a:lnTo>
                <a:lnTo>
                  <a:pt x="2574000" y="1153747"/>
                </a:lnTo>
                <a:lnTo>
                  <a:pt x="2551800" y="1139731"/>
                </a:lnTo>
                <a:lnTo>
                  <a:pt x="2529600" y="1123200"/>
                </a:lnTo>
                <a:lnTo>
                  <a:pt x="2529600" y="1123200"/>
                </a:lnTo>
                <a:lnTo>
                  <a:pt x="2507400" y="1139731"/>
                </a:lnTo>
                <a:lnTo>
                  <a:pt x="2485200" y="1153747"/>
                </a:lnTo>
                <a:lnTo>
                  <a:pt x="2462999" y="1163111"/>
                </a:lnTo>
                <a:lnTo>
                  <a:pt x="2440800" y="1166400"/>
                </a:lnTo>
                <a:lnTo>
                  <a:pt x="2418600" y="1163111"/>
                </a:lnTo>
                <a:lnTo>
                  <a:pt x="2396400" y="1153747"/>
                </a:lnTo>
                <a:lnTo>
                  <a:pt x="2374200" y="1139731"/>
                </a:lnTo>
                <a:lnTo>
                  <a:pt x="2352000" y="1123200"/>
                </a:lnTo>
                <a:lnTo>
                  <a:pt x="2352000" y="1123200"/>
                </a:lnTo>
                <a:lnTo>
                  <a:pt x="2329800" y="1139731"/>
                </a:lnTo>
                <a:lnTo>
                  <a:pt x="2307600" y="1153747"/>
                </a:lnTo>
                <a:lnTo>
                  <a:pt x="2285400" y="1163111"/>
                </a:lnTo>
                <a:lnTo>
                  <a:pt x="2263200" y="1166400"/>
                </a:lnTo>
                <a:lnTo>
                  <a:pt x="2241000" y="1163111"/>
                </a:lnTo>
                <a:lnTo>
                  <a:pt x="2218800" y="1153747"/>
                </a:lnTo>
                <a:lnTo>
                  <a:pt x="2196600" y="1139731"/>
                </a:lnTo>
                <a:lnTo>
                  <a:pt x="2174400" y="1123200"/>
                </a:lnTo>
                <a:lnTo>
                  <a:pt x="2174400" y="1123200"/>
                </a:lnTo>
                <a:lnTo>
                  <a:pt x="2152200" y="1139731"/>
                </a:lnTo>
                <a:lnTo>
                  <a:pt x="2129999" y="1153747"/>
                </a:lnTo>
                <a:lnTo>
                  <a:pt x="2107800" y="1163111"/>
                </a:lnTo>
                <a:lnTo>
                  <a:pt x="2085600" y="1166400"/>
                </a:lnTo>
                <a:lnTo>
                  <a:pt x="2063400" y="1163111"/>
                </a:lnTo>
                <a:lnTo>
                  <a:pt x="2041200" y="1153747"/>
                </a:lnTo>
                <a:lnTo>
                  <a:pt x="2019000" y="1139731"/>
                </a:lnTo>
                <a:lnTo>
                  <a:pt x="1996800" y="1123200"/>
                </a:lnTo>
                <a:lnTo>
                  <a:pt x="1996800" y="1123200"/>
                </a:lnTo>
                <a:lnTo>
                  <a:pt x="1974600" y="1139731"/>
                </a:lnTo>
                <a:lnTo>
                  <a:pt x="1952400" y="1153747"/>
                </a:lnTo>
                <a:lnTo>
                  <a:pt x="1930200" y="1163111"/>
                </a:lnTo>
                <a:lnTo>
                  <a:pt x="1908000" y="1166400"/>
                </a:lnTo>
                <a:lnTo>
                  <a:pt x="1885800" y="1163111"/>
                </a:lnTo>
                <a:lnTo>
                  <a:pt x="1863600" y="1153747"/>
                </a:lnTo>
                <a:lnTo>
                  <a:pt x="1841400" y="1139731"/>
                </a:lnTo>
                <a:lnTo>
                  <a:pt x="1819200" y="1123200"/>
                </a:lnTo>
                <a:lnTo>
                  <a:pt x="1819200" y="1123200"/>
                </a:lnTo>
                <a:lnTo>
                  <a:pt x="1797000" y="1139731"/>
                </a:lnTo>
                <a:lnTo>
                  <a:pt x="1774800" y="1153747"/>
                </a:lnTo>
                <a:lnTo>
                  <a:pt x="1752600" y="1163111"/>
                </a:lnTo>
                <a:lnTo>
                  <a:pt x="1730400" y="1166400"/>
                </a:lnTo>
                <a:lnTo>
                  <a:pt x="1708200" y="1163111"/>
                </a:lnTo>
                <a:lnTo>
                  <a:pt x="1686000" y="1153747"/>
                </a:lnTo>
                <a:lnTo>
                  <a:pt x="1663800" y="1139731"/>
                </a:lnTo>
                <a:lnTo>
                  <a:pt x="1641600" y="1123200"/>
                </a:lnTo>
                <a:lnTo>
                  <a:pt x="1641600" y="1123200"/>
                </a:lnTo>
                <a:lnTo>
                  <a:pt x="1619400" y="1139731"/>
                </a:lnTo>
                <a:lnTo>
                  <a:pt x="1597200" y="1153747"/>
                </a:lnTo>
                <a:lnTo>
                  <a:pt x="1575000" y="1163111"/>
                </a:lnTo>
                <a:lnTo>
                  <a:pt x="1552800" y="1166400"/>
                </a:lnTo>
                <a:lnTo>
                  <a:pt x="1530600" y="1163111"/>
                </a:lnTo>
                <a:lnTo>
                  <a:pt x="1508400" y="1153747"/>
                </a:lnTo>
                <a:lnTo>
                  <a:pt x="1486200" y="1139731"/>
                </a:lnTo>
                <a:lnTo>
                  <a:pt x="1464000" y="1123200"/>
                </a:lnTo>
                <a:lnTo>
                  <a:pt x="1464000" y="1123200"/>
                </a:lnTo>
                <a:lnTo>
                  <a:pt x="1441800" y="1139731"/>
                </a:lnTo>
                <a:lnTo>
                  <a:pt x="1419600" y="1153747"/>
                </a:lnTo>
                <a:lnTo>
                  <a:pt x="1397400" y="1163111"/>
                </a:lnTo>
                <a:lnTo>
                  <a:pt x="1375200" y="1166400"/>
                </a:lnTo>
                <a:lnTo>
                  <a:pt x="1353000" y="1163111"/>
                </a:lnTo>
                <a:lnTo>
                  <a:pt x="1330800" y="1153747"/>
                </a:lnTo>
                <a:lnTo>
                  <a:pt x="1308600" y="1139731"/>
                </a:lnTo>
                <a:lnTo>
                  <a:pt x="1286400" y="1123200"/>
                </a:lnTo>
                <a:lnTo>
                  <a:pt x="1286400" y="1123200"/>
                </a:lnTo>
                <a:lnTo>
                  <a:pt x="1264200" y="1139731"/>
                </a:lnTo>
                <a:lnTo>
                  <a:pt x="1242000" y="1153747"/>
                </a:lnTo>
                <a:lnTo>
                  <a:pt x="1219800" y="1163111"/>
                </a:lnTo>
                <a:lnTo>
                  <a:pt x="1197600" y="1166400"/>
                </a:lnTo>
                <a:lnTo>
                  <a:pt x="1175400" y="1163111"/>
                </a:lnTo>
                <a:lnTo>
                  <a:pt x="1153200" y="1153747"/>
                </a:lnTo>
                <a:lnTo>
                  <a:pt x="1131000" y="1139731"/>
                </a:lnTo>
                <a:lnTo>
                  <a:pt x="1108800" y="1123200"/>
                </a:lnTo>
                <a:lnTo>
                  <a:pt x="1108800" y="1123200"/>
                </a:lnTo>
                <a:lnTo>
                  <a:pt x="1086600" y="1139731"/>
                </a:lnTo>
                <a:lnTo>
                  <a:pt x="1064400" y="1153747"/>
                </a:lnTo>
                <a:lnTo>
                  <a:pt x="1042200" y="1163111"/>
                </a:lnTo>
                <a:lnTo>
                  <a:pt x="1020000" y="1166400"/>
                </a:lnTo>
                <a:lnTo>
                  <a:pt x="997799" y="1163111"/>
                </a:lnTo>
                <a:lnTo>
                  <a:pt x="975600" y="1153747"/>
                </a:lnTo>
                <a:lnTo>
                  <a:pt x="953400" y="1139731"/>
                </a:lnTo>
                <a:lnTo>
                  <a:pt x="931200" y="1123200"/>
                </a:lnTo>
                <a:lnTo>
                  <a:pt x="931200" y="1123200"/>
                </a:lnTo>
                <a:lnTo>
                  <a:pt x="909000" y="1139731"/>
                </a:lnTo>
                <a:lnTo>
                  <a:pt x="886800" y="1153747"/>
                </a:lnTo>
                <a:lnTo>
                  <a:pt x="864600" y="1163111"/>
                </a:lnTo>
                <a:lnTo>
                  <a:pt x="842400" y="1166400"/>
                </a:lnTo>
                <a:lnTo>
                  <a:pt x="820199" y="1163111"/>
                </a:lnTo>
                <a:lnTo>
                  <a:pt x="798000" y="1153747"/>
                </a:lnTo>
                <a:lnTo>
                  <a:pt x="775800" y="1139731"/>
                </a:lnTo>
                <a:lnTo>
                  <a:pt x="753600" y="1123200"/>
                </a:lnTo>
                <a:lnTo>
                  <a:pt x="753600" y="1123200"/>
                </a:lnTo>
                <a:lnTo>
                  <a:pt x="731400" y="1139731"/>
                </a:lnTo>
                <a:lnTo>
                  <a:pt x="709200" y="1153747"/>
                </a:lnTo>
                <a:lnTo>
                  <a:pt x="687000" y="1163111"/>
                </a:lnTo>
                <a:lnTo>
                  <a:pt x="664799" y="1166400"/>
                </a:lnTo>
                <a:lnTo>
                  <a:pt x="642600" y="1163111"/>
                </a:lnTo>
                <a:lnTo>
                  <a:pt x="620400" y="1153747"/>
                </a:lnTo>
                <a:lnTo>
                  <a:pt x="598200" y="1139731"/>
                </a:lnTo>
                <a:lnTo>
                  <a:pt x="576000" y="1123200"/>
                </a:lnTo>
                <a:lnTo>
                  <a:pt x="576000" y="1123200"/>
                </a:lnTo>
                <a:lnTo>
                  <a:pt x="553800" y="1139731"/>
                </a:lnTo>
                <a:lnTo>
                  <a:pt x="531600" y="1153747"/>
                </a:lnTo>
                <a:lnTo>
                  <a:pt x="509400" y="1163111"/>
                </a:lnTo>
                <a:lnTo>
                  <a:pt x="487199" y="1166400"/>
                </a:lnTo>
                <a:lnTo>
                  <a:pt x="465000" y="1163111"/>
                </a:lnTo>
                <a:lnTo>
                  <a:pt x="442800" y="1153747"/>
                </a:lnTo>
                <a:lnTo>
                  <a:pt x="420600" y="1139731"/>
                </a:lnTo>
                <a:lnTo>
                  <a:pt x="398400" y="1123200"/>
                </a:lnTo>
                <a:lnTo>
                  <a:pt x="398400" y="1123200"/>
                </a:lnTo>
                <a:lnTo>
                  <a:pt x="376200" y="1139731"/>
                </a:lnTo>
                <a:lnTo>
                  <a:pt x="354000" y="1153747"/>
                </a:lnTo>
                <a:lnTo>
                  <a:pt x="331799" y="1163111"/>
                </a:lnTo>
                <a:lnTo>
                  <a:pt x="309599" y="1166400"/>
                </a:lnTo>
                <a:lnTo>
                  <a:pt x="287400" y="1163111"/>
                </a:lnTo>
                <a:lnTo>
                  <a:pt x="265200" y="1153747"/>
                </a:lnTo>
                <a:lnTo>
                  <a:pt x="243000" y="1139731"/>
                </a:lnTo>
                <a:lnTo>
                  <a:pt x="220800" y="1123200"/>
                </a:lnTo>
                <a:lnTo>
                  <a:pt x="220800" y="1123200"/>
                </a:lnTo>
                <a:lnTo>
                  <a:pt x="198600" y="1139731"/>
                </a:lnTo>
                <a:lnTo>
                  <a:pt x="176400" y="1153747"/>
                </a:lnTo>
                <a:lnTo>
                  <a:pt x="154199" y="1163111"/>
                </a:lnTo>
                <a:lnTo>
                  <a:pt x="132000" y="1166400"/>
                </a:lnTo>
                <a:lnTo>
                  <a:pt x="109800" y="1163111"/>
                </a:lnTo>
                <a:lnTo>
                  <a:pt x="87600" y="1153747"/>
                </a:lnTo>
                <a:lnTo>
                  <a:pt x="65400" y="1139731"/>
                </a:lnTo>
                <a:lnTo>
                  <a:pt x="43200" y="1123200"/>
                </a:lnTo>
                <a:lnTo>
                  <a:pt x="43200" y="1123200"/>
                </a:lnTo>
                <a:lnTo>
                  <a:pt x="26668" y="1100700"/>
                </a:lnTo>
                <a:lnTo>
                  <a:pt x="12652" y="1078200"/>
                </a:lnTo>
                <a:lnTo>
                  <a:pt x="3288" y="1055700"/>
                </a:lnTo>
                <a:lnTo>
                  <a:pt x="0" y="1033200"/>
                </a:lnTo>
                <a:lnTo>
                  <a:pt x="3288" y="1010700"/>
                </a:lnTo>
                <a:lnTo>
                  <a:pt x="12652" y="988200"/>
                </a:lnTo>
                <a:lnTo>
                  <a:pt x="26668" y="965700"/>
                </a:lnTo>
                <a:lnTo>
                  <a:pt x="43200" y="943200"/>
                </a:lnTo>
                <a:lnTo>
                  <a:pt x="43200" y="943200"/>
                </a:lnTo>
                <a:lnTo>
                  <a:pt x="26668" y="920700"/>
                </a:lnTo>
                <a:lnTo>
                  <a:pt x="12652" y="898200"/>
                </a:lnTo>
                <a:lnTo>
                  <a:pt x="3288" y="875700"/>
                </a:lnTo>
                <a:lnTo>
                  <a:pt x="0" y="853200"/>
                </a:lnTo>
                <a:lnTo>
                  <a:pt x="3288" y="830700"/>
                </a:lnTo>
                <a:lnTo>
                  <a:pt x="12652" y="808200"/>
                </a:lnTo>
                <a:lnTo>
                  <a:pt x="26668" y="785700"/>
                </a:lnTo>
                <a:lnTo>
                  <a:pt x="43200" y="763200"/>
                </a:lnTo>
                <a:lnTo>
                  <a:pt x="43200" y="763200"/>
                </a:lnTo>
                <a:lnTo>
                  <a:pt x="26668" y="740700"/>
                </a:lnTo>
                <a:lnTo>
                  <a:pt x="12652" y="718200"/>
                </a:lnTo>
                <a:lnTo>
                  <a:pt x="3288" y="695700"/>
                </a:lnTo>
                <a:lnTo>
                  <a:pt x="0" y="673200"/>
                </a:lnTo>
                <a:lnTo>
                  <a:pt x="3288" y="650700"/>
                </a:lnTo>
                <a:lnTo>
                  <a:pt x="12652" y="628200"/>
                </a:lnTo>
                <a:lnTo>
                  <a:pt x="26668" y="605700"/>
                </a:lnTo>
                <a:lnTo>
                  <a:pt x="43200" y="583200"/>
                </a:lnTo>
                <a:lnTo>
                  <a:pt x="43200" y="583200"/>
                </a:lnTo>
                <a:lnTo>
                  <a:pt x="26668" y="560700"/>
                </a:lnTo>
                <a:lnTo>
                  <a:pt x="12652" y="538200"/>
                </a:lnTo>
                <a:lnTo>
                  <a:pt x="3288" y="515700"/>
                </a:lnTo>
                <a:lnTo>
                  <a:pt x="0" y="493200"/>
                </a:lnTo>
                <a:lnTo>
                  <a:pt x="3288" y="470700"/>
                </a:lnTo>
                <a:lnTo>
                  <a:pt x="12652" y="448200"/>
                </a:lnTo>
                <a:lnTo>
                  <a:pt x="26668" y="425700"/>
                </a:lnTo>
                <a:lnTo>
                  <a:pt x="43200" y="403200"/>
                </a:lnTo>
                <a:lnTo>
                  <a:pt x="43200" y="403200"/>
                </a:lnTo>
                <a:lnTo>
                  <a:pt x="26668" y="380700"/>
                </a:lnTo>
                <a:lnTo>
                  <a:pt x="12652" y="358200"/>
                </a:lnTo>
                <a:lnTo>
                  <a:pt x="3288" y="335700"/>
                </a:lnTo>
                <a:lnTo>
                  <a:pt x="0" y="313200"/>
                </a:lnTo>
                <a:lnTo>
                  <a:pt x="3288" y="290700"/>
                </a:lnTo>
                <a:lnTo>
                  <a:pt x="12652" y="268200"/>
                </a:lnTo>
                <a:lnTo>
                  <a:pt x="26668" y="245700"/>
                </a:lnTo>
                <a:lnTo>
                  <a:pt x="43200" y="223200"/>
                </a:lnTo>
                <a:lnTo>
                  <a:pt x="43200" y="223200"/>
                </a:lnTo>
                <a:lnTo>
                  <a:pt x="26668" y="200700"/>
                </a:lnTo>
                <a:lnTo>
                  <a:pt x="12652" y="178200"/>
                </a:lnTo>
                <a:lnTo>
                  <a:pt x="3288" y="155700"/>
                </a:lnTo>
                <a:lnTo>
                  <a:pt x="0" y="133200"/>
                </a:lnTo>
                <a:lnTo>
                  <a:pt x="3288" y="110700"/>
                </a:lnTo>
                <a:lnTo>
                  <a:pt x="12652" y="88200"/>
                </a:lnTo>
                <a:lnTo>
                  <a:pt x="26668" y="65700"/>
                </a:lnTo>
                <a:lnTo>
                  <a:pt x="43200" y="43200"/>
                </a:lnTo>
                <a:close/>
              </a:path>
            </a:pathLst>
          </a:custGeom>
          <a:noFill/>
          <a:ln w="7620">
            <a:solidFill>
              <a:srgbClr val="A443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88000" y="7020000"/>
            <a:ext cx="2448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#16 — top/bottom clearance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10 + 2580 + 10 = 2600</a:t>
            </a:r>
          </a:p>
          <a:p>
            <a:pPr>
              <a:spcAft>
                <a:spcPts val="400"/>
              </a:spcAft>
              <a:defRPr sz="850" b="0">
                <a:solidFill>
                  <a:srgbClr val="A44338"/>
                </a:solidFill>
                <a:latin typeface="Liberation Sans"/>
              </a:defRPr>
            </a:pPr>
            <a:r>
              <a:t>PROPOSED split; glazier to confirm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AP-07 · wall-mounted non-illuminated brand mark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8000" y="2052000"/>
            <a:ext cx="0" cy="7308000"/>
          </a:xfrm>
          <a:prstGeom prst="line">
            <a:avLst/>
          </a:prstGeom>
          <a:ln w="7620">
            <a:solidFill>
              <a:srgbClr val="E8E1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REAR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250 side + 500 display + 900 logo zone + 500 display + 250 side = 2400. Rear display depth 250.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W logo at centre z=1900. Native asset ratio retained; approximately 271.8 H. No illumination or rear mesh.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DISPLAY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/ 1000 / 1400 / 1800 / 2200 AFFL. Frame 2600; top mesh is confined to side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ASSEMBLY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Removable central back panel and wall fixing strategy AP-19. Rear shelf LEDs return into accessible service routes.</a:t>
            </a:r>
          </a:p>
        </p:txBody>
      </p:sp>
      <p:sp>
        <p:nvSpPr>
          <p:cNvPr id="20" name="GEOM:internal-envelope"/>
          <p:cNvSpPr/>
          <p:nvPr/>
        </p:nvSpPr>
        <p:spPr>
          <a:xfrm>
            <a:off x="2340000" y="3240000"/>
            <a:ext cx="4320000" cy="468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40000" y="3240000"/>
            <a:ext cx="45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240000"/>
            <a:ext cx="450000" cy="46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0000" y="6840000"/>
            <a:ext cx="90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790000" y="684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2790000" y="612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2790000" y="540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2790000" y="468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2790000" y="396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279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369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1" name="Rectangle 30"/>
          <p:cNvSpPr/>
          <p:nvPr/>
        </p:nvSpPr>
        <p:spPr>
          <a:xfrm>
            <a:off x="5310000" y="6840000"/>
            <a:ext cx="90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310000" y="684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612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5310000" y="540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5310000" y="468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5310000" y="3960000"/>
            <a:ext cx="90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531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6210000" y="3240000"/>
            <a:ext cx="0" cy="4680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pic>
        <p:nvPicPr>
          <p:cNvPr id="39" name="Picture 3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255392"/>
            <a:ext cx="1080000" cy="489214"/>
          </a:xfrm>
          <a:prstGeom prst="rect">
            <a:avLst/>
          </a:prstGeom>
          <a:effectLst/>
        </p:spPr>
      </p:pic>
      <p:sp>
        <p:nvSpPr>
          <p:cNvPr id="40" name="GEOM:counter-elevation"/>
          <p:cNvSpPr/>
          <p:nvPr/>
        </p:nvSpPr>
        <p:spPr>
          <a:xfrm>
            <a:off x="3600000" y="6300000"/>
            <a:ext cx="1800000" cy="1620000"/>
          </a:xfrm>
          <a:prstGeom prst="rect">
            <a:avLst/>
          </a:prstGeom>
          <a:solidFill>
            <a:srgbClr val="DDD7CC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30000" y="6840000"/>
            <a:ext cx="540000" cy="81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40000" y="792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6660000" y="7920000"/>
            <a:ext cx="0" cy="43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835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04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6624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3960000" y="817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872000" y="792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H="1">
            <a:off x="1872000" y="3240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872000" y="3240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1836000" y="78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836000" y="32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440000" y="558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00000" y="792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5400000" y="6300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5688000" y="6300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5652000" y="788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652000" y="626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5256000" y="711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340000" y="8820000"/>
            <a:ext cx="36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3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41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5940000" y="8784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2340000" y="8892000"/>
            <a:ext cx="41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2000 mm   |   1:20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C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01 / STEEL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SHS; 20 × 20 × 1.6 secondary supports. 664 module is not a fabrication cut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02 / SHELF +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3 mm tray / 25 downstand / 250 depth. Concealed 3000 K LED behind front edge; see section inset.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03 / BASE +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base includes 100 recessed plinth. 1.5 PPC doors. Mesh at 2200–2600; approximate 20 × 40 diamonds.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04 / INDICATIVE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Sparse fragrance bottles added at owner request for visual scale only. Excluded from dimensions and schedules. Fixings and cable routing #16 remain open.</a:t>
            </a:r>
          </a:p>
        </p:txBody>
      </p: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881000" y="691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881000" y="619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881000" y="547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881000" y="475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881000" y="403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3" name="Connector 312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4" name="Rectangle 313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7" name="Rectangle 326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9" name="Connector 328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30" name="Connector 329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31" name="Rectangle 330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4" name="Rectangle 333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7" name="Rectangle 336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0" name="Rectangle 339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2" name="Connector 341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3" name="Connector 342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4" name="Connector 343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5" name="Rectangle 344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8" name="Rectangle 347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1" name="Rectangle 350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4" name="Rectangle 353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7" name="Connector 356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8" name="Connector 357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9" name="Rectangle 358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1" name="Connector 360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2" name="Rectangle 361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5" name="Rectangle 364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8" name="Rectangle 367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71" name="Connector 370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2" name="Connector 371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3" name="Rectangle 372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6" name="Rectangle 375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9" name="Rectangle 378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2" name="Rectangle 381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4" name="Connector 383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1" name="TextBox 390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2" name="Connector 391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7" name="TextBox 396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1" name="Connector 400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2" name="Connector 401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3" name="TextBox 402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7" name="Connector 406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8" name="Connector 407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9" name="TextBox 408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3" name="Connector 412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4" name="Connector 413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5" name="TextBox 414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9" name="Connector 418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0" name="Connector 419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1" name="TextBox 420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5" name="Connector 424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6" name="Connector 425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7" name="TextBox 426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1" name="Connector 430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2" name="Connector 431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3" name="TextBox 432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4" name="Connector 433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7" name="Connector 436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8" name="Connector 437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9" name="TextBox 438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3" name="Connector 442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4" name="Connector 443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5" name="TextBox 444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9" name="Connector 448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0" name="Connector 449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1" name="TextBox 450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2" name="Connector 451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5" name="Connector 454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6" name="Connector 455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7" name="TextBox 456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8" name="Connector 457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1" name="Connector 460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2" name="Connector 461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5036400" y="3456000"/>
            <a:ext cx="453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Oval 464"/>
          <p:cNvSpPr/>
          <p:nvPr/>
        </p:nvSpPr>
        <p:spPr>
          <a:xfrm>
            <a:off x="9601200" y="3337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9648000" y="3398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03</a:t>
            </a:r>
          </a:p>
        </p:txBody>
      </p:sp>
      <p:cxnSp>
        <p:nvCxnSpPr>
          <p:cNvPr id="467" name="Connector 466"/>
          <p:cNvCxnSpPr/>
          <p:nvPr/>
        </p:nvCxnSpPr>
        <p:spPr>
          <a:xfrm flipV="1">
            <a:off x="6066000" y="5004000"/>
            <a:ext cx="351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8" name="Oval 467"/>
          <p:cNvSpPr/>
          <p:nvPr/>
        </p:nvSpPr>
        <p:spPr>
          <a:xfrm>
            <a:off x="9601200" y="4885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9648000" y="4946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02</a:t>
            </a:r>
          </a:p>
        </p:txBody>
      </p:sp>
      <p:cxnSp>
        <p:nvCxnSpPr>
          <p:cNvPr id="470" name="Connector 469"/>
          <p:cNvCxnSpPr/>
          <p:nvPr/>
        </p:nvCxnSpPr>
        <p:spPr>
          <a:xfrm flipV="1">
            <a:off x="5036400" y="7524000"/>
            <a:ext cx="453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71" name="Oval 470"/>
          <p:cNvSpPr/>
          <p:nvPr/>
        </p:nvSpPr>
        <p:spPr>
          <a:xfrm>
            <a:off x="9601200" y="7405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9648000" y="7466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M01 / BLACK STEEL    M02 / NEUTRAL PPC    M05 / MESH    L03 / 3000 K LED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8424000" y="663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0202400" y="663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8532000" y="6660000"/>
            <a:ext cx="144000" cy="144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84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8" name="Connector 477"/>
          <p:cNvCxnSpPr/>
          <p:nvPr/>
        </p:nvCxnSpPr>
        <p:spPr>
          <a:xfrm flipV="1">
            <a:off x="102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9" name="Connector 478"/>
          <p:cNvCxnSpPr/>
          <p:nvPr/>
        </p:nvCxnSpPr>
        <p:spPr>
          <a:xfrm>
            <a:off x="8424000" y="64224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80" name="Connector 479"/>
          <p:cNvCxnSpPr/>
          <p:nvPr/>
        </p:nvCxnSpPr>
        <p:spPr>
          <a:xfrm flipV="1">
            <a:off x="83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 flipV="1">
            <a:off x="101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82" name="TextBox 481"/>
          <p:cNvSpPr txBox="1"/>
          <p:nvPr/>
        </p:nvSpPr>
        <p:spPr>
          <a:xfrm>
            <a:off x="8784000" y="62424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8424000" y="6912000"/>
            <a:ext cx="19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SHELF SECTION 1:5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5" name="Connector 484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6" name="Connector 485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7" name="Connector 486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8" name="TextBox 487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C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1:20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01 / STEEL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SHS; 20 × 20 × 1.6 secondary supports. 664 module is not a fabrication cut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02 / SHELF +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3 mm tray / 25 downstand / 250 depth. Concealed 3000 K LED behind front edge; see section inset.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03 / BASE +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600 base includes 100 recessed plinth. 1.5 PPC doors. Mesh at 2200–2600; approximate 20 × 40 diamonds.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04 / INDICATIVE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Sparse fragrance bottles added at owner request for visual scale only. Excluded from dimensions and schedules. Fixings and cable routing #16 remain open.</a:t>
            </a:r>
          </a:p>
        </p:txBody>
      </p: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661800" y="691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6661800" y="619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6661800" y="547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661800" y="475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6661800" y="4032000"/>
            <a:ext cx="7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3" name="Connector 312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4" name="Rectangle 313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7" name="Rectangle 326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9" name="Connector 328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30" name="Connector 329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31" name="Rectangle 330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4" name="Rectangle 333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7" name="Rectangle 336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0" name="Rectangle 339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2" name="Connector 341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3" name="Connector 342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4" name="Connector 343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5" name="Rectangle 344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8" name="Rectangle 347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1" name="Rectangle 350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4" name="Rectangle 353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7" name="Connector 356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8" name="Connector 357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9" name="Rectangle 358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1" name="Connector 360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2" name="Rectangle 361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5" name="Rectangle 364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8" name="Rectangle 367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71" name="Connector 370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2" name="Connector 371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3" name="Rectangle 372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6" name="Rectangle 375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8" name="Connector 377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9" name="Rectangle 378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2" name="Rectangle 381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4" name="Connector 383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1" name="TextBox 390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2" name="Connector 391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7" name="TextBox 396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1" name="Connector 400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2" name="Connector 401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3" name="TextBox 402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7" name="Connector 406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8" name="Connector 407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9" name="TextBox 408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3" name="Connector 412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4" name="Connector 413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5" name="TextBox 414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9" name="Connector 418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0" name="Connector 419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1" name="TextBox 420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5" name="Connector 424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6" name="Connector 425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7" name="TextBox 426"/>
          <p:cNvSpPr txBox="1"/>
          <p:nvPr/>
        </p:nvSpPr>
        <p:spPr>
          <a:xfrm>
            <a:off x="7318800" y="790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1" name="Connector 430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2" name="Connector 431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3" name="TextBox 432"/>
          <p:cNvSpPr txBox="1"/>
          <p:nvPr/>
        </p:nvSpPr>
        <p:spPr>
          <a:xfrm>
            <a:off x="7318800" y="736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4" name="Connector 433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7" name="Connector 436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8" name="Connector 437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9" name="TextBox 438"/>
          <p:cNvSpPr txBox="1"/>
          <p:nvPr/>
        </p:nvSpPr>
        <p:spPr>
          <a:xfrm>
            <a:off x="7318800" y="65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0" name="Connector 439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3" name="Connector 442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4" name="Connector 443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5" name="TextBox 444"/>
          <p:cNvSpPr txBox="1"/>
          <p:nvPr/>
        </p:nvSpPr>
        <p:spPr>
          <a:xfrm>
            <a:off x="7318800" y="583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6" name="Connector 445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9" name="Connector 448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0" name="Connector 449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1" name="TextBox 450"/>
          <p:cNvSpPr txBox="1"/>
          <p:nvPr/>
        </p:nvSpPr>
        <p:spPr>
          <a:xfrm>
            <a:off x="7318800" y="51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2" name="Connector 451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5" name="Connector 454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6" name="Connector 455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7" name="TextBox 456"/>
          <p:cNvSpPr txBox="1"/>
          <p:nvPr/>
        </p:nvSpPr>
        <p:spPr>
          <a:xfrm>
            <a:off x="7318800" y="439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8" name="Connector 457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1" name="Connector 460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2" name="Connector 461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3" name="TextBox 462"/>
          <p:cNvSpPr txBox="1"/>
          <p:nvPr/>
        </p:nvSpPr>
        <p:spPr>
          <a:xfrm>
            <a:off x="7318800" y="367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64" name="Connector 463"/>
          <p:cNvCxnSpPr/>
          <p:nvPr/>
        </p:nvCxnSpPr>
        <p:spPr>
          <a:xfrm flipV="1">
            <a:off x="4226400" y="3456000"/>
            <a:ext cx="5349600" cy="21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5" name="Oval 464"/>
          <p:cNvSpPr/>
          <p:nvPr/>
        </p:nvSpPr>
        <p:spPr>
          <a:xfrm>
            <a:off x="9601200" y="3337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9648000" y="3398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03</a:t>
            </a:r>
          </a:p>
        </p:txBody>
      </p:sp>
      <p:cxnSp>
        <p:nvCxnSpPr>
          <p:cNvPr id="467" name="Connector 466"/>
          <p:cNvCxnSpPr/>
          <p:nvPr/>
        </p:nvCxnSpPr>
        <p:spPr>
          <a:xfrm flipV="1">
            <a:off x="5256000" y="5004000"/>
            <a:ext cx="4320000" cy="486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68" name="Oval 467"/>
          <p:cNvSpPr/>
          <p:nvPr/>
        </p:nvSpPr>
        <p:spPr>
          <a:xfrm>
            <a:off x="9601200" y="4885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9648000" y="4946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02</a:t>
            </a:r>
          </a:p>
        </p:txBody>
      </p:sp>
      <p:cxnSp>
        <p:nvCxnSpPr>
          <p:cNvPr id="470" name="Connector 469"/>
          <p:cNvCxnSpPr/>
          <p:nvPr/>
        </p:nvCxnSpPr>
        <p:spPr>
          <a:xfrm flipV="1">
            <a:off x="4226400" y="7524000"/>
            <a:ext cx="5349600" cy="198000"/>
          </a:xfrm>
          <a:prstGeom prst="line">
            <a:avLst/>
          </a:prstGeom>
          <a:ln w="6985">
            <a:solidFill>
              <a:srgbClr val="737871"/>
            </a:solidFill>
          </a:ln>
          <a:effectLst/>
        </p:spPr>
      </p:cxnSp>
      <p:sp>
        <p:nvSpPr>
          <p:cNvPr id="471" name="Oval 470"/>
          <p:cNvSpPr/>
          <p:nvPr/>
        </p:nvSpPr>
        <p:spPr>
          <a:xfrm>
            <a:off x="9601200" y="7405200"/>
            <a:ext cx="237600" cy="237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9648000" y="7466400"/>
            <a:ext cx="1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M01 / BLACK STEEL    M02 / NEUTRAL PPC    M05 / MESH    L03 / 3000 K LED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8424000" y="663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0202400" y="663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8532000" y="6660000"/>
            <a:ext cx="144000" cy="144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84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8" name="Connector 477"/>
          <p:cNvCxnSpPr/>
          <p:nvPr/>
        </p:nvCxnSpPr>
        <p:spPr>
          <a:xfrm flipV="1">
            <a:off x="10224000" y="6422400"/>
            <a:ext cx="0" cy="216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79" name="Connector 478"/>
          <p:cNvCxnSpPr/>
          <p:nvPr/>
        </p:nvCxnSpPr>
        <p:spPr>
          <a:xfrm>
            <a:off x="8424000" y="64224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80" name="Connector 479"/>
          <p:cNvCxnSpPr/>
          <p:nvPr/>
        </p:nvCxnSpPr>
        <p:spPr>
          <a:xfrm flipV="1">
            <a:off x="83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 flipV="1">
            <a:off x="10188000" y="638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82" name="TextBox 481"/>
          <p:cNvSpPr txBox="1"/>
          <p:nvPr/>
        </p:nvSpPr>
        <p:spPr>
          <a:xfrm>
            <a:off x="8784000" y="62424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8424000" y="6912000"/>
            <a:ext cx="19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SHELF SECTION 1:5</a:t>
            </a:r>
          </a:p>
        </p:txBody>
      </p:sp>
      <p:cxnSp>
        <p:nvCxnSpPr>
          <p:cNvPr id="484" name="Connector 483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5" name="Connector 484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6" name="Connector 485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7" name="Connector 486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8" name="TextBox 487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4212000" y="8964000"/>
            <a:ext cx="61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Shaded cutaway / approved geometry + render material language · near wall and ceiling removed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C
06 OCT 2026  /  SOURCE REV A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2088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01 / SPATIAL CHARACTER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08000" y="2448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Warm plaster, black frames, mesh, neutral cabinetry and warm shelf lighting follow the reference render.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8000" y="3852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02 / GEOMETRIC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000" y="4212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2400 × 3106 × 2600 envelope. Four 664 modules; centred 1000 × 450 counter; 500 / 900 / 500 rear zones.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000" y="5616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03 / CUTAWAY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8000" y="5976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Near-side upper units and ceiling removed to expose the room. Their full extent remains on the plans and elevations.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000" y="7380000"/>
            <a:ext cx="3564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A825A"/>
                </a:solidFill>
                <a:latin typeface="Liberation Sans"/>
              </a:defRPr>
            </a:pPr>
            <a:r>
              <a:t>04 / ACCURACY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000" y="7740000"/>
            <a:ext cx="3528000" cy="12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Visual fidelity target, not a measurable 80% certification. Approved dimensions override the render. Bottles are indicative; hardware and fixings remain TBC.</a:t>
            </a:r>
          </a:p>
        </p:txBody>
      </p:sp>
      <p:pic>
        <p:nvPicPr>
          <p:cNvPr id="19" name="Picture 18" descr="axonometric_re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836000"/>
            <a:ext cx="8820000" cy="7617272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864000" y="9252000"/>
            <a:ext cx="91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CUTAWAY AXONOMETRIC · NTS · ceiling and near-side upper joinery omitted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Material palette / visible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AP-11 · sample-led specification; colours are indicative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40000" y="9792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0000" y="10008000"/>
            <a:ext cx="712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FOR COORDINATION  ·  SITE ITEMS OPEN  ·  REV B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06 OCT 2026  /  SOURCE REV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4000" y="10008000"/>
            <a:ext cx="522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NTS @ A3  ·  DIMENSIONS mm</a:t>
            </a:r>
          </a:p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SPEC SNAPSHOT eeccbde1cd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000" y="10008000"/>
            <a:ext cx="1152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AP-11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196000"/>
            <a:ext cx="4248000" cy="1080000"/>
          </a:xfrm>
          <a:prstGeom prst="rect">
            <a:avLst/>
          </a:prstGeom>
          <a:solidFill>
            <a:srgbClr val="252725"/>
          </a:solidFill>
          <a:ln w="762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M01 / BLACK STEEL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25 × 25 × 1.6 main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20 × 20 × 1.6 secondary SHS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Matte black powder coat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2196000"/>
            <a:ext cx="4248000" cy="1080000"/>
          </a:xfrm>
          <a:prstGeom prst="rect">
            <a:avLst/>
          </a:prstGeom>
          <a:solidFill>
            <a:srgbClr val="D6D1C6"/>
          </a:solidFill>
          <a:ln w="7620">
            <a:solidFill>
              <a:srgbClr val="D6D1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2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M02 / CABINET STEEL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2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1.5 mm PPC doors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Light-neutral finish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Flush, handleless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24000" y="2196000"/>
            <a:ext cx="4248000" cy="1080000"/>
          </a:xfrm>
          <a:prstGeom prst="rect">
            <a:avLst/>
          </a:prstGeom>
          <a:solidFill>
            <a:srgbClr val="E8E1D5"/>
          </a:solidFill>
          <a:ln w="7620">
            <a:solidFill>
              <a:srgbClr val="E8E1D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4000" y="3456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M03 / PLASTER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4000" y="3888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Raw light textured plaster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Approve physical sample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Substrate / buildup #26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832000"/>
            <a:ext cx="4248000" cy="1080000"/>
          </a:xfrm>
          <a:prstGeom prst="rect">
            <a:avLst/>
          </a:prstGeom>
          <a:solidFill>
            <a:srgbClr val="C5C0B5"/>
          </a:solidFill>
          <a:ln w="7620">
            <a:solidFill>
              <a:srgbClr val="C5C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M04 / PORCELAIN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1200 × 600 rectified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2 grout / 5 perimeter joint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Stone-look, sample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2000" y="5832000"/>
            <a:ext cx="4248000" cy="1080000"/>
          </a:xfrm>
          <a:prstGeom prst="rect">
            <a:avLst/>
          </a:prstGeom>
          <a:solidFill>
            <a:srgbClr val="DDE8E8"/>
          </a:solidFill>
          <a:ln w="7620">
            <a:solidFill>
              <a:srgbClr val="DDE8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G01 / CLEAR GLASS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2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12 mm toughened door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Hardware / gaps #16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Fixed pane specification TBC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4000" y="5832000"/>
            <a:ext cx="4248000" cy="1080000"/>
          </a:xfrm>
          <a:prstGeom prst="rect">
            <a:avLst/>
          </a:prstGeom>
          <a:solidFill>
            <a:srgbClr val="66665E"/>
          </a:solidFill>
          <a:ln w="7620">
            <a:solidFill>
              <a:srgbClr val="6666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4000" y="7092000"/>
            <a:ext cx="43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2725"/>
                </a:solidFill>
                <a:latin typeface="Liberation Sans"/>
              </a:defRPr>
            </a:pPr>
            <a:r>
              <a:t>M05 / EXPANDED MESH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4000" y="7524000"/>
            <a:ext cx="4248000" cy="144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Approx. 20 × 40 diamond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Black finish / framed edges</a:t>
            </a:r>
          </a:p>
          <a:p>
            <a:pPr>
              <a:spcAft>
                <a:spcPts val="400"/>
              </a:spcAft>
              <a:defRPr sz="1000" b="0">
                <a:solidFill>
                  <a:srgbClr val="252725"/>
                </a:solidFill>
                <a:latin typeface="Liberation Sans"/>
              </a:defRPr>
            </a:pPr>
            <a:r>
              <a:t>Gauge and fixing #16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