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512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Retail interior / coordinated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Design intent, measured geometry and assembly strategies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540000" y="9792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540000" y="10008000"/>
            <a:ext cx="7128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FOR COORDINATION  ·  SITE ITEMS OPEN  ·  REV B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06 OCT 2026  /  SOURCE REV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4000" y="10008000"/>
            <a:ext cx="522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NTS @ A3  ·  DIMENSIONS mm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SPEC SNAPSHOT eeccbde1cd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92000" y="10008000"/>
            <a:ext cx="1152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AP-01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548000" y="2052000"/>
            <a:ext cx="0" cy="7308000"/>
          </a:xfrm>
          <a:prstGeom prst="line">
            <a:avLst/>
          </a:prstGeom>
          <a:ln w="7620">
            <a:solidFill>
              <a:srgbClr val="E8E1D5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10908000" y="2088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08000" y="2448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2400 × 3106 internal</a:t>
            </a:r>
          </a:p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2600 ceiling</a:t>
            </a:r>
          </a:p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Black steel / plaster / stone-look floor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08000" y="3852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ISSUE PURPOSE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08000" y="4212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Client review and consultant coordination. Detailed strategies are preliminary pending the stated confirmations.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08000" y="5616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DRAWING PRIORITY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08000" y="5976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Geometry follows approved Rev A. Render conveys material and lighting character only.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08000" y="7380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READING SEQUENCE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08000" y="7740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Layout → elevations → materials → assembly details → coordination decisions.</a:t>
            </a:r>
          </a:p>
        </p:txBody>
      </p:sp>
      <p:pic>
        <p:nvPicPr>
          <p:cNvPr id="20" name="Picture 19" descr="born-fragrance-sh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00" y="2052000"/>
            <a:ext cx="8231202" cy="7200000"/>
          </a:xfrm>
          <a:prstGeom prst="rect">
            <a:avLst/>
          </a:prstGeom>
          <a:effectLst/>
        </p:spPr>
      </p:pic>
      <p:sp>
        <p:nvSpPr>
          <p:cNvPr id="21" name="TextBox 20"/>
          <p:cNvSpPr txBox="1"/>
          <p:nvPr/>
        </p:nvSpPr>
        <p:spPr>
          <a:xfrm>
            <a:off x="792000" y="9360000"/>
            <a:ext cx="9360000" cy="3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REFERENCE RENDER · NOT TO SCALE · styling props excluded from technical scope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Drawing basis / document 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Confirmed design, assumed site conditions and fabrication decisions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540000" y="9792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540000" y="10008000"/>
            <a:ext cx="7128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FOR COORDINATION  ·  SITE ITEMS OPEN  ·  REV B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06 OCT 2026  /  SOURCE REV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4000" y="10008000"/>
            <a:ext cx="522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NTS @ A3  ·  DIMENSIONS mm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SPEC SNAPSHOT eeccbde1cd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92000" y="10008000"/>
            <a:ext cx="1152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AP-02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548000" y="2052000"/>
            <a:ext cx="0" cy="7308000"/>
          </a:xfrm>
          <a:prstGeom prst="line">
            <a:avLst/>
          </a:prstGeom>
          <a:ln w="7620">
            <a:solidFill>
              <a:srgbClr val="E8E1D5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10908000" y="2088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SOURCE PDF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08000" y="2448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Repository presentation.pdf, 10 pages. Reorganised and redrawn into an A3 landscape architectural package.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08000" y="3852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SOURCE LIMIT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08000" y="4212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Named reference books were not supplied. No page-specific technical claims or citations are made.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08000" y="5616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ISSUE 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08000" y="5976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Final presentation file; preliminary technical details. Not a fabrication or compliance approval.</a:t>
            </a:r>
          </a:p>
        </p:txBody>
      </p:sp>
      <p:sp>
        <p:nvSpPr>
          <p:cNvPr id="18" name="Oval 17"/>
          <p:cNvSpPr/>
          <p:nvPr/>
        </p:nvSpPr>
        <p:spPr>
          <a:xfrm>
            <a:off x="720000" y="2412000"/>
            <a:ext cx="504000" cy="504000"/>
          </a:xfrm>
          <a:prstGeom prst="ellipse">
            <a:avLst/>
          </a:prstGeom>
          <a:noFill/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4000" y="2520000"/>
            <a:ext cx="36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2725"/>
                </a:solidFill>
                <a:latin typeface="Liberation Sans"/>
              </a:defRPr>
            </a:pPr>
            <a: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48000" y="2376000"/>
            <a:ext cx="8640000" cy="3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CONFIRMED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48000" y="2808000"/>
            <a:ext cx="8352000" cy="10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252725"/>
                </a:solidFill>
                <a:latin typeface="Liberation Sans"/>
              </a:defRPr>
            </a:pPr>
            <a:r>
              <a:t>Black geometry / blue dimensions. Owner-confirmed Rev A, including four 664 modules and the centred counter.</a:t>
            </a:r>
          </a:p>
        </p:txBody>
      </p:sp>
      <p:sp>
        <p:nvSpPr>
          <p:cNvPr id="22" name="Oval 21"/>
          <p:cNvSpPr/>
          <p:nvPr/>
        </p:nvSpPr>
        <p:spPr>
          <a:xfrm>
            <a:off x="720000" y="4356000"/>
            <a:ext cx="504000" cy="504000"/>
          </a:xfrm>
          <a:prstGeom prst="ellipse">
            <a:avLst/>
          </a:prstGeom>
          <a:noFill/>
          <a:ln w="8890">
            <a:solidFill>
              <a:srgbClr val="A4433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4000" y="4464000"/>
            <a:ext cx="36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A44338"/>
                </a:solidFill>
                <a:latin typeface="Liberation Sans"/>
              </a:defRPr>
            </a:pPr>
            <a:r>
              <a:t>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48000" y="4320000"/>
            <a:ext cx="8640000" cy="3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A44338"/>
                </a:solidFill>
                <a:latin typeface="Liberation Sans"/>
              </a:defRPr>
            </a:pPr>
            <a:r>
              <a:t>SITE ASSUMPTION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48000" y="4752000"/>
            <a:ext cx="8352000" cy="10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252725"/>
                </a:solidFill>
                <a:latin typeface="Liberation Sans"/>
              </a:defRPr>
            </a:pPr>
            <a:r>
              <a:t>Red clouds #4, #23, #26. No dimensions have been independently surveyed. Internal finish faces and FFL require survey.</a:t>
            </a:r>
          </a:p>
        </p:txBody>
      </p:sp>
      <p:sp>
        <p:nvSpPr>
          <p:cNvPr id="26" name="Oval 25"/>
          <p:cNvSpPr/>
          <p:nvPr/>
        </p:nvSpPr>
        <p:spPr>
          <a:xfrm>
            <a:off x="720000" y="6300000"/>
            <a:ext cx="504000" cy="504000"/>
          </a:xfrm>
          <a:prstGeom prst="ellipse">
            <a:avLst/>
          </a:prstGeom>
          <a:noFill/>
          <a:ln w="8890">
            <a:solidFill>
              <a:srgbClr val="A4433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4000" y="6408000"/>
            <a:ext cx="36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A44338"/>
                </a:solidFill>
                <a:latin typeface="Liberation Sans"/>
              </a:defRPr>
            </a:pPr>
            <a:r>
              <a:t>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48000" y="6264000"/>
            <a:ext cx="8640000" cy="3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A44338"/>
                </a:solidFill>
                <a:latin typeface="Liberation Sans"/>
              </a:defRPr>
            </a:pPr>
            <a:r>
              <a:t>FABRICATION PROPOSAL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48000" y="6696000"/>
            <a:ext cx="8352000" cy="10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252725"/>
                </a:solidFill>
                <a:latin typeface="Liberation Sans"/>
              </a:defRPr>
            </a:pPr>
            <a:r>
              <a:t>Red clouds #16 / #26. Detail geometry, tolerances and products require consultant and fabricator confirmation.</a:t>
            </a:r>
          </a:p>
        </p:txBody>
      </p:sp>
      <p:sp>
        <p:nvSpPr>
          <p:cNvPr id="30" name="Freeform 29"/>
          <p:cNvSpPr/>
          <p:nvPr/>
        </p:nvSpPr>
        <p:spPr>
          <a:xfrm>
            <a:off x="676800" y="8344800"/>
            <a:ext cx="9446400" cy="950400"/>
          </a:xfrm>
          <a:custGeom>
            <a:avLst/>
            <a:gdLst/>
            <a:ahLst/>
            <a:cxnLst/>
            <a:rect l="l" t="t" r="r" b="b"/>
            <a:pathLst>
              <a:path w="9446400" h="950400">
                <a:moveTo>
                  <a:pt x="43200" y="43200"/>
                </a:moveTo>
                <a:lnTo>
                  <a:pt x="65700" y="26668"/>
                </a:lnTo>
                <a:lnTo>
                  <a:pt x="88200" y="12652"/>
                </a:lnTo>
                <a:lnTo>
                  <a:pt x="110700" y="3288"/>
                </a:lnTo>
                <a:lnTo>
                  <a:pt x="133200" y="0"/>
                </a:lnTo>
                <a:lnTo>
                  <a:pt x="155700" y="3288"/>
                </a:lnTo>
                <a:lnTo>
                  <a:pt x="178200" y="12652"/>
                </a:lnTo>
                <a:lnTo>
                  <a:pt x="200700" y="26668"/>
                </a:lnTo>
                <a:lnTo>
                  <a:pt x="223200" y="43200"/>
                </a:lnTo>
                <a:lnTo>
                  <a:pt x="223200" y="43200"/>
                </a:lnTo>
                <a:lnTo>
                  <a:pt x="245700" y="26668"/>
                </a:lnTo>
                <a:lnTo>
                  <a:pt x="268200" y="12652"/>
                </a:lnTo>
                <a:lnTo>
                  <a:pt x="290700" y="3288"/>
                </a:lnTo>
                <a:lnTo>
                  <a:pt x="313200" y="0"/>
                </a:lnTo>
                <a:lnTo>
                  <a:pt x="335700" y="3288"/>
                </a:lnTo>
                <a:lnTo>
                  <a:pt x="358200" y="12652"/>
                </a:lnTo>
                <a:lnTo>
                  <a:pt x="380700" y="26668"/>
                </a:lnTo>
                <a:lnTo>
                  <a:pt x="403200" y="43200"/>
                </a:lnTo>
                <a:lnTo>
                  <a:pt x="403200" y="43200"/>
                </a:lnTo>
                <a:lnTo>
                  <a:pt x="425700" y="26668"/>
                </a:lnTo>
                <a:lnTo>
                  <a:pt x="448200" y="12652"/>
                </a:lnTo>
                <a:lnTo>
                  <a:pt x="470700" y="3288"/>
                </a:lnTo>
                <a:lnTo>
                  <a:pt x="493200" y="0"/>
                </a:lnTo>
                <a:lnTo>
                  <a:pt x="515700" y="3288"/>
                </a:lnTo>
                <a:lnTo>
                  <a:pt x="538200" y="12652"/>
                </a:lnTo>
                <a:lnTo>
                  <a:pt x="560700" y="26668"/>
                </a:lnTo>
                <a:lnTo>
                  <a:pt x="583200" y="43200"/>
                </a:lnTo>
                <a:lnTo>
                  <a:pt x="583200" y="43200"/>
                </a:lnTo>
                <a:lnTo>
                  <a:pt x="605700" y="26668"/>
                </a:lnTo>
                <a:lnTo>
                  <a:pt x="628200" y="12652"/>
                </a:lnTo>
                <a:lnTo>
                  <a:pt x="650700" y="3288"/>
                </a:lnTo>
                <a:lnTo>
                  <a:pt x="673200" y="0"/>
                </a:lnTo>
                <a:lnTo>
                  <a:pt x="695700" y="3288"/>
                </a:lnTo>
                <a:lnTo>
                  <a:pt x="718200" y="12652"/>
                </a:lnTo>
                <a:lnTo>
                  <a:pt x="740700" y="26668"/>
                </a:lnTo>
                <a:lnTo>
                  <a:pt x="763200" y="43200"/>
                </a:lnTo>
                <a:lnTo>
                  <a:pt x="763200" y="43200"/>
                </a:lnTo>
                <a:lnTo>
                  <a:pt x="785700" y="26668"/>
                </a:lnTo>
                <a:lnTo>
                  <a:pt x="808200" y="12652"/>
                </a:lnTo>
                <a:lnTo>
                  <a:pt x="830700" y="3288"/>
                </a:lnTo>
                <a:lnTo>
                  <a:pt x="853200" y="0"/>
                </a:lnTo>
                <a:lnTo>
                  <a:pt x="875700" y="3288"/>
                </a:lnTo>
                <a:lnTo>
                  <a:pt x="898200" y="12652"/>
                </a:lnTo>
                <a:lnTo>
                  <a:pt x="920700" y="26668"/>
                </a:lnTo>
                <a:lnTo>
                  <a:pt x="943200" y="43200"/>
                </a:lnTo>
                <a:lnTo>
                  <a:pt x="943200" y="43200"/>
                </a:lnTo>
                <a:lnTo>
                  <a:pt x="965700" y="26668"/>
                </a:lnTo>
                <a:lnTo>
                  <a:pt x="988200" y="12652"/>
                </a:lnTo>
                <a:lnTo>
                  <a:pt x="1010700" y="3288"/>
                </a:lnTo>
                <a:lnTo>
                  <a:pt x="1033200" y="0"/>
                </a:lnTo>
                <a:lnTo>
                  <a:pt x="1055700" y="3288"/>
                </a:lnTo>
                <a:lnTo>
                  <a:pt x="1078200" y="12652"/>
                </a:lnTo>
                <a:lnTo>
                  <a:pt x="1100700" y="26668"/>
                </a:lnTo>
                <a:lnTo>
                  <a:pt x="1123200" y="43200"/>
                </a:lnTo>
                <a:lnTo>
                  <a:pt x="1123200" y="43200"/>
                </a:lnTo>
                <a:lnTo>
                  <a:pt x="1145700" y="26668"/>
                </a:lnTo>
                <a:lnTo>
                  <a:pt x="1168200" y="12652"/>
                </a:lnTo>
                <a:lnTo>
                  <a:pt x="1190700" y="3288"/>
                </a:lnTo>
                <a:lnTo>
                  <a:pt x="1213200" y="0"/>
                </a:lnTo>
                <a:lnTo>
                  <a:pt x="1235700" y="3288"/>
                </a:lnTo>
                <a:lnTo>
                  <a:pt x="1258200" y="12652"/>
                </a:lnTo>
                <a:lnTo>
                  <a:pt x="1280700" y="26668"/>
                </a:lnTo>
                <a:lnTo>
                  <a:pt x="1303200" y="43200"/>
                </a:lnTo>
                <a:lnTo>
                  <a:pt x="1303200" y="43200"/>
                </a:lnTo>
                <a:lnTo>
                  <a:pt x="1325700" y="26668"/>
                </a:lnTo>
                <a:lnTo>
                  <a:pt x="1348200" y="12652"/>
                </a:lnTo>
                <a:lnTo>
                  <a:pt x="1370700" y="3288"/>
                </a:lnTo>
                <a:lnTo>
                  <a:pt x="1393200" y="0"/>
                </a:lnTo>
                <a:lnTo>
                  <a:pt x="1415700" y="3288"/>
                </a:lnTo>
                <a:lnTo>
                  <a:pt x="1438200" y="12652"/>
                </a:lnTo>
                <a:lnTo>
                  <a:pt x="1460700" y="26668"/>
                </a:lnTo>
                <a:lnTo>
                  <a:pt x="1483200" y="43200"/>
                </a:lnTo>
                <a:lnTo>
                  <a:pt x="1483200" y="43200"/>
                </a:lnTo>
                <a:lnTo>
                  <a:pt x="1505700" y="26668"/>
                </a:lnTo>
                <a:lnTo>
                  <a:pt x="1528200" y="12652"/>
                </a:lnTo>
                <a:lnTo>
                  <a:pt x="1550700" y="3288"/>
                </a:lnTo>
                <a:lnTo>
                  <a:pt x="1573200" y="0"/>
                </a:lnTo>
                <a:lnTo>
                  <a:pt x="1595700" y="3288"/>
                </a:lnTo>
                <a:lnTo>
                  <a:pt x="1618200" y="12652"/>
                </a:lnTo>
                <a:lnTo>
                  <a:pt x="1640700" y="26668"/>
                </a:lnTo>
                <a:lnTo>
                  <a:pt x="1663200" y="43200"/>
                </a:lnTo>
                <a:lnTo>
                  <a:pt x="1663200" y="43200"/>
                </a:lnTo>
                <a:lnTo>
                  <a:pt x="1685700" y="26668"/>
                </a:lnTo>
                <a:lnTo>
                  <a:pt x="1708200" y="12652"/>
                </a:lnTo>
                <a:lnTo>
                  <a:pt x="1730700" y="3288"/>
                </a:lnTo>
                <a:lnTo>
                  <a:pt x="1753200" y="0"/>
                </a:lnTo>
                <a:lnTo>
                  <a:pt x="1775700" y="3288"/>
                </a:lnTo>
                <a:lnTo>
                  <a:pt x="1798200" y="12652"/>
                </a:lnTo>
                <a:lnTo>
                  <a:pt x="1820700" y="26668"/>
                </a:lnTo>
                <a:lnTo>
                  <a:pt x="1843200" y="43200"/>
                </a:lnTo>
                <a:lnTo>
                  <a:pt x="1843200" y="43200"/>
                </a:lnTo>
                <a:lnTo>
                  <a:pt x="1865700" y="26668"/>
                </a:lnTo>
                <a:lnTo>
                  <a:pt x="1888200" y="12652"/>
                </a:lnTo>
                <a:lnTo>
                  <a:pt x="1910700" y="3288"/>
                </a:lnTo>
                <a:lnTo>
                  <a:pt x="1933200" y="0"/>
                </a:lnTo>
                <a:lnTo>
                  <a:pt x="1955700" y="3288"/>
                </a:lnTo>
                <a:lnTo>
                  <a:pt x="1978200" y="12652"/>
                </a:lnTo>
                <a:lnTo>
                  <a:pt x="2000700" y="26668"/>
                </a:lnTo>
                <a:lnTo>
                  <a:pt x="2023200" y="43200"/>
                </a:lnTo>
                <a:lnTo>
                  <a:pt x="2023200" y="43200"/>
                </a:lnTo>
                <a:lnTo>
                  <a:pt x="2045700" y="26668"/>
                </a:lnTo>
                <a:lnTo>
                  <a:pt x="2068200" y="12652"/>
                </a:lnTo>
                <a:lnTo>
                  <a:pt x="2090700" y="3288"/>
                </a:lnTo>
                <a:lnTo>
                  <a:pt x="2113200" y="0"/>
                </a:lnTo>
                <a:lnTo>
                  <a:pt x="2135700" y="3288"/>
                </a:lnTo>
                <a:lnTo>
                  <a:pt x="2158200" y="12652"/>
                </a:lnTo>
                <a:lnTo>
                  <a:pt x="2180700" y="26668"/>
                </a:lnTo>
                <a:lnTo>
                  <a:pt x="2203200" y="43200"/>
                </a:lnTo>
                <a:lnTo>
                  <a:pt x="2203200" y="43200"/>
                </a:lnTo>
                <a:lnTo>
                  <a:pt x="2225700" y="26668"/>
                </a:lnTo>
                <a:lnTo>
                  <a:pt x="2248200" y="12652"/>
                </a:lnTo>
                <a:lnTo>
                  <a:pt x="2270700" y="3288"/>
                </a:lnTo>
                <a:lnTo>
                  <a:pt x="2293200" y="0"/>
                </a:lnTo>
                <a:lnTo>
                  <a:pt x="2315700" y="3288"/>
                </a:lnTo>
                <a:lnTo>
                  <a:pt x="2338200" y="12652"/>
                </a:lnTo>
                <a:lnTo>
                  <a:pt x="2360700" y="26668"/>
                </a:lnTo>
                <a:lnTo>
                  <a:pt x="2383200" y="43200"/>
                </a:lnTo>
                <a:lnTo>
                  <a:pt x="2383200" y="43200"/>
                </a:lnTo>
                <a:lnTo>
                  <a:pt x="2405700" y="26668"/>
                </a:lnTo>
                <a:lnTo>
                  <a:pt x="2428200" y="12652"/>
                </a:lnTo>
                <a:lnTo>
                  <a:pt x="2450700" y="3288"/>
                </a:lnTo>
                <a:lnTo>
                  <a:pt x="2473200" y="0"/>
                </a:lnTo>
                <a:lnTo>
                  <a:pt x="2495700" y="3288"/>
                </a:lnTo>
                <a:lnTo>
                  <a:pt x="2518200" y="12652"/>
                </a:lnTo>
                <a:lnTo>
                  <a:pt x="2540700" y="26668"/>
                </a:lnTo>
                <a:lnTo>
                  <a:pt x="2563200" y="43200"/>
                </a:lnTo>
                <a:lnTo>
                  <a:pt x="2563200" y="43200"/>
                </a:lnTo>
                <a:lnTo>
                  <a:pt x="2585700" y="26668"/>
                </a:lnTo>
                <a:lnTo>
                  <a:pt x="2608200" y="12652"/>
                </a:lnTo>
                <a:lnTo>
                  <a:pt x="2630700" y="3288"/>
                </a:lnTo>
                <a:lnTo>
                  <a:pt x="2653200" y="0"/>
                </a:lnTo>
                <a:lnTo>
                  <a:pt x="2675700" y="3288"/>
                </a:lnTo>
                <a:lnTo>
                  <a:pt x="2698200" y="12652"/>
                </a:lnTo>
                <a:lnTo>
                  <a:pt x="2720700" y="26668"/>
                </a:lnTo>
                <a:lnTo>
                  <a:pt x="2743200" y="43200"/>
                </a:lnTo>
                <a:lnTo>
                  <a:pt x="2743200" y="43200"/>
                </a:lnTo>
                <a:lnTo>
                  <a:pt x="2765700" y="26668"/>
                </a:lnTo>
                <a:lnTo>
                  <a:pt x="2788200" y="12652"/>
                </a:lnTo>
                <a:lnTo>
                  <a:pt x="2810700" y="3288"/>
                </a:lnTo>
                <a:lnTo>
                  <a:pt x="2833200" y="0"/>
                </a:lnTo>
                <a:lnTo>
                  <a:pt x="2855700" y="3288"/>
                </a:lnTo>
                <a:lnTo>
                  <a:pt x="2878200" y="12652"/>
                </a:lnTo>
                <a:lnTo>
                  <a:pt x="2900700" y="26668"/>
                </a:lnTo>
                <a:lnTo>
                  <a:pt x="2923200" y="43200"/>
                </a:lnTo>
                <a:lnTo>
                  <a:pt x="2923200" y="43200"/>
                </a:lnTo>
                <a:lnTo>
                  <a:pt x="2945700" y="26668"/>
                </a:lnTo>
                <a:lnTo>
                  <a:pt x="2968200" y="12652"/>
                </a:lnTo>
                <a:lnTo>
                  <a:pt x="2990700" y="3288"/>
                </a:lnTo>
                <a:lnTo>
                  <a:pt x="3013200" y="0"/>
                </a:lnTo>
                <a:lnTo>
                  <a:pt x="3035700" y="3288"/>
                </a:lnTo>
                <a:lnTo>
                  <a:pt x="3058200" y="12652"/>
                </a:lnTo>
                <a:lnTo>
                  <a:pt x="3080700" y="26668"/>
                </a:lnTo>
                <a:lnTo>
                  <a:pt x="3103200" y="43200"/>
                </a:lnTo>
                <a:lnTo>
                  <a:pt x="3103200" y="43200"/>
                </a:lnTo>
                <a:lnTo>
                  <a:pt x="3125700" y="26668"/>
                </a:lnTo>
                <a:lnTo>
                  <a:pt x="3148200" y="12652"/>
                </a:lnTo>
                <a:lnTo>
                  <a:pt x="3170700" y="3288"/>
                </a:lnTo>
                <a:lnTo>
                  <a:pt x="3193200" y="0"/>
                </a:lnTo>
                <a:lnTo>
                  <a:pt x="3215700" y="3288"/>
                </a:lnTo>
                <a:lnTo>
                  <a:pt x="3238200" y="12652"/>
                </a:lnTo>
                <a:lnTo>
                  <a:pt x="3260700" y="26668"/>
                </a:lnTo>
                <a:lnTo>
                  <a:pt x="3283200" y="43200"/>
                </a:lnTo>
                <a:lnTo>
                  <a:pt x="3283200" y="43200"/>
                </a:lnTo>
                <a:lnTo>
                  <a:pt x="3305700" y="26668"/>
                </a:lnTo>
                <a:lnTo>
                  <a:pt x="3328200" y="12652"/>
                </a:lnTo>
                <a:lnTo>
                  <a:pt x="3350700" y="3288"/>
                </a:lnTo>
                <a:lnTo>
                  <a:pt x="3373200" y="0"/>
                </a:lnTo>
                <a:lnTo>
                  <a:pt x="3395700" y="3288"/>
                </a:lnTo>
                <a:lnTo>
                  <a:pt x="3418200" y="12652"/>
                </a:lnTo>
                <a:lnTo>
                  <a:pt x="3440700" y="26668"/>
                </a:lnTo>
                <a:lnTo>
                  <a:pt x="3463200" y="43200"/>
                </a:lnTo>
                <a:lnTo>
                  <a:pt x="3463200" y="43200"/>
                </a:lnTo>
                <a:lnTo>
                  <a:pt x="3485700" y="26668"/>
                </a:lnTo>
                <a:lnTo>
                  <a:pt x="3508200" y="12652"/>
                </a:lnTo>
                <a:lnTo>
                  <a:pt x="3530700" y="3288"/>
                </a:lnTo>
                <a:lnTo>
                  <a:pt x="3553200" y="0"/>
                </a:lnTo>
                <a:lnTo>
                  <a:pt x="3575700" y="3288"/>
                </a:lnTo>
                <a:lnTo>
                  <a:pt x="3598200" y="12652"/>
                </a:lnTo>
                <a:lnTo>
                  <a:pt x="3620700" y="26668"/>
                </a:lnTo>
                <a:lnTo>
                  <a:pt x="3643200" y="43200"/>
                </a:lnTo>
                <a:lnTo>
                  <a:pt x="3643200" y="43200"/>
                </a:lnTo>
                <a:lnTo>
                  <a:pt x="3665700" y="26668"/>
                </a:lnTo>
                <a:lnTo>
                  <a:pt x="3688200" y="12652"/>
                </a:lnTo>
                <a:lnTo>
                  <a:pt x="3710700" y="3288"/>
                </a:lnTo>
                <a:lnTo>
                  <a:pt x="3733200" y="0"/>
                </a:lnTo>
                <a:lnTo>
                  <a:pt x="3755700" y="3288"/>
                </a:lnTo>
                <a:lnTo>
                  <a:pt x="3778200" y="12652"/>
                </a:lnTo>
                <a:lnTo>
                  <a:pt x="3800700" y="26668"/>
                </a:lnTo>
                <a:lnTo>
                  <a:pt x="3823200" y="43200"/>
                </a:lnTo>
                <a:lnTo>
                  <a:pt x="3823200" y="43200"/>
                </a:lnTo>
                <a:lnTo>
                  <a:pt x="3845700" y="26668"/>
                </a:lnTo>
                <a:lnTo>
                  <a:pt x="3868200" y="12652"/>
                </a:lnTo>
                <a:lnTo>
                  <a:pt x="3890700" y="3288"/>
                </a:lnTo>
                <a:lnTo>
                  <a:pt x="3913200" y="0"/>
                </a:lnTo>
                <a:lnTo>
                  <a:pt x="3935700" y="3288"/>
                </a:lnTo>
                <a:lnTo>
                  <a:pt x="3958200" y="12652"/>
                </a:lnTo>
                <a:lnTo>
                  <a:pt x="3980700" y="26668"/>
                </a:lnTo>
                <a:lnTo>
                  <a:pt x="4003200" y="43200"/>
                </a:lnTo>
                <a:lnTo>
                  <a:pt x="4003200" y="43200"/>
                </a:lnTo>
                <a:lnTo>
                  <a:pt x="4025700" y="26668"/>
                </a:lnTo>
                <a:lnTo>
                  <a:pt x="4048200" y="12652"/>
                </a:lnTo>
                <a:lnTo>
                  <a:pt x="4070700" y="3288"/>
                </a:lnTo>
                <a:lnTo>
                  <a:pt x="4093200" y="0"/>
                </a:lnTo>
                <a:lnTo>
                  <a:pt x="4115700" y="3288"/>
                </a:lnTo>
                <a:lnTo>
                  <a:pt x="4138200" y="12652"/>
                </a:lnTo>
                <a:lnTo>
                  <a:pt x="4160700" y="26668"/>
                </a:lnTo>
                <a:lnTo>
                  <a:pt x="4183200" y="43200"/>
                </a:lnTo>
                <a:lnTo>
                  <a:pt x="4183200" y="43200"/>
                </a:lnTo>
                <a:lnTo>
                  <a:pt x="4205700" y="26668"/>
                </a:lnTo>
                <a:lnTo>
                  <a:pt x="4228200" y="12652"/>
                </a:lnTo>
                <a:lnTo>
                  <a:pt x="4250700" y="3288"/>
                </a:lnTo>
                <a:lnTo>
                  <a:pt x="4273200" y="0"/>
                </a:lnTo>
                <a:lnTo>
                  <a:pt x="4295700" y="3288"/>
                </a:lnTo>
                <a:lnTo>
                  <a:pt x="4318200" y="12652"/>
                </a:lnTo>
                <a:lnTo>
                  <a:pt x="4340700" y="26668"/>
                </a:lnTo>
                <a:lnTo>
                  <a:pt x="4363200" y="43200"/>
                </a:lnTo>
                <a:lnTo>
                  <a:pt x="4363200" y="43200"/>
                </a:lnTo>
                <a:lnTo>
                  <a:pt x="4385700" y="26668"/>
                </a:lnTo>
                <a:lnTo>
                  <a:pt x="4408200" y="12652"/>
                </a:lnTo>
                <a:lnTo>
                  <a:pt x="4430700" y="3288"/>
                </a:lnTo>
                <a:lnTo>
                  <a:pt x="4453200" y="0"/>
                </a:lnTo>
                <a:lnTo>
                  <a:pt x="4475700" y="3288"/>
                </a:lnTo>
                <a:lnTo>
                  <a:pt x="4498200" y="12652"/>
                </a:lnTo>
                <a:lnTo>
                  <a:pt x="4520700" y="26668"/>
                </a:lnTo>
                <a:lnTo>
                  <a:pt x="4543200" y="43200"/>
                </a:lnTo>
                <a:lnTo>
                  <a:pt x="4543200" y="43200"/>
                </a:lnTo>
                <a:lnTo>
                  <a:pt x="4565700" y="26668"/>
                </a:lnTo>
                <a:lnTo>
                  <a:pt x="4588200" y="12652"/>
                </a:lnTo>
                <a:lnTo>
                  <a:pt x="4610700" y="3288"/>
                </a:lnTo>
                <a:lnTo>
                  <a:pt x="4633200" y="0"/>
                </a:lnTo>
                <a:lnTo>
                  <a:pt x="4655700" y="3288"/>
                </a:lnTo>
                <a:lnTo>
                  <a:pt x="4678200" y="12652"/>
                </a:lnTo>
                <a:lnTo>
                  <a:pt x="4700700" y="26668"/>
                </a:lnTo>
                <a:lnTo>
                  <a:pt x="4723200" y="43200"/>
                </a:lnTo>
                <a:lnTo>
                  <a:pt x="4723200" y="43200"/>
                </a:lnTo>
                <a:lnTo>
                  <a:pt x="4745700" y="26668"/>
                </a:lnTo>
                <a:lnTo>
                  <a:pt x="4768200" y="12652"/>
                </a:lnTo>
                <a:lnTo>
                  <a:pt x="4790700" y="3288"/>
                </a:lnTo>
                <a:lnTo>
                  <a:pt x="4813200" y="0"/>
                </a:lnTo>
                <a:lnTo>
                  <a:pt x="4835700" y="3288"/>
                </a:lnTo>
                <a:lnTo>
                  <a:pt x="4858200" y="12652"/>
                </a:lnTo>
                <a:lnTo>
                  <a:pt x="4880700" y="26668"/>
                </a:lnTo>
                <a:lnTo>
                  <a:pt x="4903200" y="43200"/>
                </a:lnTo>
                <a:lnTo>
                  <a:pt x="4903200" y="43200"/>
                </a:lnTo>
                <a:lnTo>
                  <a:pt x="4925700" y="26668"/>
                </a:lnTo>
                <a:lnTo>
                  <a:pt x="4948200" y="12652"/>
                </a:lnTo>
                <a:lnTo>
                  <a:pt x="4970700" y="3288"/>
                </a:lnTo>
                <a:lnTo>
                  <a:pt x="4993200" y="0"/>
                </a:lnTo>
                <a:lnTo>
                  <a:pt x="5015700" y="3288"/>
                </a:lnTo>
                <a:lnTo>
                  <a:pt x="5038200" y="12652"/>
                </a:lnTo>
                <a:lnTo>
                  <a:pt x="5060700" y="26668"/>
                </a:lnTo>
                <a:lnTo>
                  <a:pt x="5083200" y="43200"/>
                </a:lnTo>
                <a:lnTo>
                  <a:pt x="5083200" y="43200"/>
                </a:lnTo>
                <a:lnTo>
                  <a:pt x="5105700" y="26668"/>
                </a:lnTo>
                <a:lnTo>
                  <a:pt x="5128200" y="12652"/>
                </a:lnTo>
                <a:lnTo>
                  <a:pt x="5150700" y="3288"/>
                </a:lnTo>
                <a:lnTo>
                  <a:pt x="5173200" y="0"/>
                </a:lnTo>
                <a:lnTo>
                  <a:pt x="5195700" y="3288"/>
                </a:lnTo>
                <a:lnTo>
                  <a:pt x="5218200" y="12652"/>
                </a:lnTo>
                <a:lnTo>
                  <a:pt x="5240700" y="26668"/>
                </a:lnTo>
                <a:lnTo>
                  <a:pt x="5263200" y="43200"/>
                </a:lnTo>
                <a:lnTo>
                  <a:pt x="5263200" y="43200"/>
                </a:lnTo>
                <a:lnTo>
                  <a:pt x="5285700" y="26668"/>
                </a:lnTo>
                <a:lnTo>
                  <a:pt x="5308200" y="12652"/>
                </a:lnTo>
                <a:lnTo>
                  <a:pt x="5330700" y="3288"/>
                </a:lnTo>
                <a:lnTo>
                  <a:pt x="5353200" y="0"/>
                </a:lnTo>
                <a:lnTo>
                  <a:pt x="5375700" y="3288"/>
                </a:lnTo>
                <a:lnTo>
                  <a:pt x="5398200" y="12652"/>
                </a:lnTo>
                <a:lnTo>
                  <a:pt x="5420700" y="26668"/>
                </a:lnTo>
                <a:lnTo>
                  <a:pt x="5443200" y="43200"/>
                </a:lnTo>
                <a:lnTo>
                  <a:pt x="5443200" y="43200"/>
                </a:lnTo>
                <a:lnTo>
                  <a:pt x="5465700" y="26668"/>
                </a:lnTo>
                <a:lnTo>
                  <a:pt x="5488200" y="12652"/>
                </a:lnTo>
                <a:lnTo>
                  <a:pt x="5510700" y="3288"/>
                </a:lnTo>
                <a:lnTo>
                  <a:pt x="5533200" y="0"/>
                </a:lnTo>
                <a:lnTo>
                  <a:pt x="5555700" y="3288"/>
                </a:lnTo>
                <a:lnTo>
                  <a:pt x="5578200" y="12652"/>
                </a:lnTo>
                <a:lnTo>
                  <a:pt x="5600700" y="26668"/>
                </a:lnTo>
                <a:lnTo>
                  <a:pt x="5623200" y="43200"/>
                </a:lnTo>
                <a:lnTo>
                  <a:pt x="5623200" y="43200"/>
                </a:lnTo>
                <a:lnTo>
                  <a:pt x="5645700" y="26668"/>
                </a:lnTo>
                <a:lnTo>
                  <a:pt x="5668200" y="12652"/>
                </a:lnTo>
                <a:lnTo>
                  <a:pt x="5690700" y="3288"/>
                </a:lnTo>
                <a:lnTo>
                  <a:pt x="5713200" y="0"/>
                </a:lnTo>
                <a:lnTo>
                  <a:pt x="5735700" y="3288"/>
                </a:lnTo>
                <a:lnTo>
                  <a:pt x="5758200" y="12652"/>
                </a:lnTo>
                <a:lnTo>
                  <a:pt x="5780700" y="26668"/>
                </a:lnTo>
                <a:lnTo>
                  <a:pt x="5803200" y="43200"/>
                </a:lnTo>
                <a:lnTo>
                  <a:pt x="5803200" y="43200"/>
                </a:lnTo>
                <a:lnTo>
                  <a:pt x="5825700" y="26668"/>
                </a:lnTo>
                <a:lnTo>
                  <a:pt x="5848200" y="12652"/>
                </a:lnTo>
                <a:lnTo>
                  <a:pt x="5870700" y="3288"/>
                </a:lnTo>
                <a:lnTo>
                  <a:pt x="5893200" y="0"/>
                </a:lnTo>
                <a:lnTo>
                  <a:pt x="5915700" y="3288"/>
                </a:lnTo>
                <a:lnTo>
                  <a:pt x="5938200" y="12652"/>
                </a:lnTo>
                <a:lnTo>
                  <a:pt x="5960700" y="26668"/>
                </a:lnTo>
                <a:lnTo>
                  <a:pt x="5983200" y="43200"/>
                </a:lnTo>
                <a:lnTo>
                  <a:pt x="5983200" y="43200"/>
                </a:lnTo>
                <a:lnTo>
                  <a:pt x="6005700" y="26668"/>
                </a:lnTo>
                <a:lnTo>
                  <a:pt x="6028200" y="12652"/>
                </a:lnTo>
                <a:lnTo>
                  <a:pt x="6050700" y="3288"/>
                </a:lnTo>
                <a:lnTo>
                  <a:pt x="6073200" y="0"/>
                </a:lnTo>
                <a:lnTo>
                  <a:pt x="6095700" y="3288"/>
                </a:lnTo>
                <a:lnTo>
                  <a:pt x="6118200" y="12652"/>
                </a:lnTo>
                <a:lnTo>
                  <a:pt x="6140700" y="26668"/>
                </a:lnTo>
                <a:lnTo>
                  <a:pt x="6163200" y="43200"/>
                </a:lnTo>
                <a:lnTo>
                  <a:pt x="6163200" y="43200"/>
                </a:lnTo>
                <a:lnTo>
                  <a:pt x="6185700" y="26668"/>
                </a:lnTo>
                <a:lnTo>
                  <a:pt x="6208200" y="12652"/>
                </a:lnTo>
                <a:lnTo>
                  <a:pt x="6230700" y="3288"/>
                </a:lnTo>
                <a:lnTo>
                  <a:pt x="6253200" y="0"/>
                </a:lnTo>
                <a:lnTo>
                  <a:pt x="6275700" y="3288"/>
                </a:lnTo>
                <a:lnTo>
                  <a:pt x="6298200" y="12652"/>
                </a:lnTo>
                <a:lnTo>
                  <a:pt x="6320700" y="26668"/>
                </a:lnTo>
                <a:lnTo>
                  <a:pt x="6343200" y="43200"/>
                </a:lnTo>
                <a:lnTo>
                  <a:pt x="6343200" y="43200"/>
                </a:lnTo>
                <a:lnTo>
                  <a:pt x="6365700" y="26668"/>
                </a:lnTo>
                <a:lnTo>
                  <a:pt x="6388200" y="12652"/>
                </a:lnTo>
                <a:lnTo>
                  <a:pt x="6410700" y="3288"/>
                </a:lnTo>
                <a:lnTo>
                  <a:pt x="6433200" y="0"/>
                </a:lnTo>
                <a:lnTo>
                  <a:pt x="6455700" y="3288"/>
                </a:lnTo>
                <a:lnTo>
                  <a:pt x="6478200" y="12652"/>
                </a:lnTo>
                <a:lnTo>
                  <a:pt x="6500700" y="26668"/>
                </a:lnTo>
                <a:lnTo>
                  <a:pt x="6523200" y="43200"/>
                </a:lnTo>
                <a:lnTo>
                  <a:pt x="6523200" y="43200"/>
                </a:lnTo>
                <a:lnTo>
                  <a:pt x="6545700" y="26668"/>
                </a:lnTo>
                <a:lnTo>
                  <a:pt x="6568200" y="12652"/>
                </a:lnTo>
                <a:lnTo>
                  <a:pt x="6590700" y="3288"/>
                </a:lnTo>
                <a:lnTo>
                  <a:pt x="6613200" y="0"/>
                </a:lnTo>
                <a:lnTo>
                  <a:pt x="6635700" y="3288"/>
                </a:lnTo>
                <a:lnTo>
                  <a:pt x="6658200" y="12652"/>
                </a:lnTo>
                <a:lnTo>
                  <a:pt x="6680700" y="26668"/>
                </a:lnTo>
                <a:lnTo>
                  <a:pt x="6703200" y="43200"/>
                </a:lnTo>
                <a:lnTo>
                  <a:pt x="6703200" y="43200"/>
                </a:lnTo>
                <a:lnTo>
                  <a:pt x="6725700" y="26668"/>
                </a:lnTo>
                <a:lnTo>
                  <a:pt x="6748200" y="12652"/>
                </a:lnTo>
                <a:lnTo>
                  <a:pt x="6770700" y="3288"/>
                </a:lnTo>
                <a:lnTo>
                  <a:pt x="6793200" y="0"/>
                </a:lnTo>
                <a:lnTo>
                  <a:pt x="6815700" y="3288"/>
                </a:lnTo>
                <a:lnTo>
                  <a:pt x="6838200" y="12652"/>
                </a:lnTo>
                <a:lnTo>
                  <a:pt x="6860700" y="26668"/>
                </a:lnTo>
                <a:lnTo>
                  <a:pt x="6883200" y="43200"/>
                </a:lnTo>
                <a:lnTo>
                  <a:pt x="6883200" y="43200"/>
                </a:lnTo>
                <a:lnTo>
                  <a:pt x="6905700" y="26668"/>
                </a:lnTo>
                <a:lnTo>
                  <a:pt x="6928200" y="12652"/>
                </a:lnTo>
                <a:lnTo>
                  <a:pt x="6950700" y="3288"/>
                </a:lnTo>
                <a:lnTo>
                  <a:pt x="6973200" y="0"/>
                </a:lnTo>
                <a:lnTo>
                  <a:pt x="6995700" y="3288"/>
                </a:lnTo>
                <a:lnTo>
                  <a:pt x="7018200" y="12652"/>
                </a:lnTo>
                <a:lnTo>
                  <a:pt x="7040700" y="26668"/>
                </a:lnTo>
                <a:lnTo>
                  <a:pt x="7063200" y="43200"/>
                </a:lnTo>
                <a:lnTo>
                  <a:pt x="7063200" y="43200"/>
                </a:lnTo>
                <a:lnTo>
                  <a:pt x="7085700" y="26668"/>
                </a:lnTo>
                <a:lnTo>
                  <a:pt x="7108200" y="12652"/>
                </a:lnTo>
                <a:lnTo>
                  <a:pt x="7130700" y="3288"/>
                </a:lnTo>
                <a:lnTo>
                  <a:pt x="7153200" y="0"/>
                </a:lnTo>
                <a:lnTo>
                  <a:pt x="7175700" y="3288"/>
                </a:lnTo>
                <a:lnTo>
                  <a:pt x="7198200" y="12652"/>
                </a:lnTo>
                <a:lnTo>
                  <a:pt x="7220700" y="26668"/>
                </a:lnTo>
                <a:lnTo>
                  <a:pt x="7243200" y="43200"/>
                </a:lnTo>
                <a:lnTo>
                  <a:pt x="7243200" y="43200"/>
                </a:lnTo>
                <a:lnTo>
                  <a:pt x="7265700" y="26668"/>
                </a:lnTo>
                <a:lnTo>
                  <a:pt x="7288200" y="12652"/>
                </a:lnTo>
                <a:lnTo>
                  <a:pt x="7310700" y="3288"/>
                </a:lnTo>
                <a:lnTo>
                  <a:pt x="7333200" y="0"/>
                </a:lnTo>
                <a:lnTo>
                  <a:pt x="7355700" y="3288"/>
                </a:lnTo>
                <a:lnTo>
                  <a:pt x="7378200" y="12652"/>
                </a:lnTo>
                <a:lnTo>
                  <a:pt x="7400700" y="26668"/>
                </a:lnTo>
                <a:lnTo>
                  <a:pt x="7423200" y="43200"/>
                </a:lnTo>
                <a:lnTo>
                  <a:pt x="7423200" y="43200"/>
                </a:lnTo>
                <a:lnTo>
                  <a:pt x="7445700" y="26668"/>
                </a:lnTo>
                <a:lnTo>
                  <a:pt x="7468200" y="12652"/>
                </a:lnTo>
                <a:lnTo>
                  <a:pt x="7490700" y="3288"/>
                </a:lnTo>
                <a:lnTo>
                  <a:pt x="7513200" y="0"/>
                </a:lnTo>
                <a:lnTo>
                  <a:pt x="7535700" y="3288"/>
                </a:lnTo>
                <a:lnTo>
                  <a:pt x="7558200" y="12652"/>
                </a:lnTo>
                <a:lnTo>
                  <a:pt x="7580700" y="26668"/>
                </a:lnTo>
                <a:lnTo>
                  <a:pt x="7603200" y="43200"/>
                </a:lnTo>
                <a:lnTo>
                  <a:pt x="7603200" y="43200"/>
                </a:lnTo>
                <a:lnTo>
                  <a:pt x="7625700" y="26668"/>
                </a:lnTo>
                <a:lnTo>
                  <a:pt x="7648200" y="12652"/>
                </a:lnTo>
                <a:lnTo>
                  <a:pt x="7670700" y="3288"/>
                </a:lnTo>
                <a:lnTo>
                  <a:pt x="7693200" y="0"/>
                </a:lnTo>
                <a:lnTo>
                  <a:pt x="7715700" y="3288"/>
                </a:lnTo>
                <a:lnTo>
                  <a:pt x="7738200" y="12652"/>
                </a:lnTo>
                <a:lnTo>
                  <a:pt x="7760700" y="26668"/>
                </a:lnTo>
                <a:lnTo>
                  <a:pt x="7783200" y="43200"/>
                </a:lnTo>
                <a:lnTo>
                  <a:pt x="7783200" y="43200"/>
                </a:lnTo>
                <a:lnTo>
                  <a:pt x="7805700" y="26668"/>
                </a:lnTo>
                <a:lnTo>
                  <a:pt x="7828200" y="12652"/>
                </a:lnTo>
                <a:lnTo>
                  <a:pt x="7850700" y="3288"/>
                </a:lnTo>
                <a:lnTo>
                  <a:pt x="7873200" y="0"/>
                </a:lnTo>
                <a:lnTo>
                  <a:pt x="7895700" y="3288"/>
                </a:lnTo>
                <a:lnTo>
                  <a:pt x="7918200" y="12652"/>
                </a:lnTo>
                <a:lnTo>
                  <a:pt x="7940700" y="26668"/>
                </a:lnTo>
                <a:lnTo>
                  <a:pt x="7963200" y="43200"/>
                </a:lnTo>
                <a:lnTo>
                  <a:pt x="7963200" y="43200"/>
                </a:lnTo>
                <a:lnTo>
                  <a:pt x="7985700" y="26668"/>
                </a:lnTo>
                <a:lnTo>
                  <a:pt x="8008200" y="12652"/>
                </a:lnTo>
                <a:lnTo>
                  <a:pt x="8030700" y="3288"/>
                </a:lnTo>
                <a:lnTo>
                  <a:pt x="8053200" y="0"/>
                </a:lnTo>
                <a:lnTo>
                  <a:pt x="8075700" y="3288"/>
                </a:lnTo>
                <a:lnTo>
                  <a:pt x="8098200" y="12652"/>
                </a:lnTo>
                <a:lnTo>
                  <a:pt x="8120700" y="26668"/>
                </a:lnTo>
                <a:lnTo>
                  <a:pt x="8143200" y="43200"/>
                </a:lnTo>
                <a:lnTo>
                  <a:pt x="8143200" y="43200"/>
                </a:lnTo>
                <a:lnTo>
                  <a:pt x="8165700" y="26668"/>
                </a:lnTo>
                <a:lnTo>
                  <a:pt x="8188200" y="12652"/>
                </a:lnTo>
                <a:lnTo>
                  <a:pt x="8210700" y="3288"/>
                </a:lnTo>
                <a:lnTo>
                  <a:pt x="8233200" y="0"/>
                </a:lnTo>
                <a:lnTo>
                  <a:pt x="8255700" y="3288"/>
                </a:lnTo>
                <a:lnTo>
                  <a:pt x="8278200" y="12652"/>
                </a:lnTo>
                <a:lnTo>
                  <a:pt x="8300700" y="26668"/>
                </a:lnTo>
                <a:lnTo>
                  <a:pt x="8323200" y="43200"/>
                </a:lnTo>
                <a:lnTo>
                  <a:pt x="8323200" y="43200"/>
                </a:lnTo>
                <a:lnTo>
                  <a:pt x="8345700" y="26668"/>
                </a:lnTo>
                <a:lnTo>
                  <a:pt x="8368200" y="12652"/>
                </a:lnTo>
                <a:lnTo>
                  <a:pt x="8390700" y="3288"/>
                </a:lnTo>
                <a:lnTo>
                  <a:pt x="8413200" y="0"/>
                </a:lnTo>
                <a:lnTo>
                  <a:pt x="8435700" y="3288"/>
                </a:lnTo>
                <a:lnTo>
                  <a:pt x="8458200" y="12652"/>
                </a:lnTo>
                <a:lnTo>
                  <a:pt x="8480700" y="26668"/>
                </a:lnTo>
                <a:lnTo>
                  <a:pt x="8503200" y="43200"/>
                </a:lnTo>
                <a:lnTo>
                  <a:pt x="8503200" y="43200"/>
                </a:lnTo>
                <a:lnTo>
                  <a:pt x="8525700" y="26668"/>
                </a:lnTo>
                <a:lnTo>
                  <a:pt x="8548200" y="12652"/>
                </a:lnTo>
                <a:lnTo>
                  <a:pt x="8570700" y="3288"/>
                </a:lnTo>
                <a:lnTo>
                  <a:pt x="8593200" y="0"/>
                </a:lnTo>
                <a:lnTo>
                  <a:pt x="8615700" y="3288"/>
                </a:lnTo>
                <a:lnTo>
                  <a:pt x="8638200" y="12652"/>
                </a:lnTo>
                <a:lnTo>
                  <a:pt x="8660700" y="26668"/>
                </a:lnTo>
                <a:lnTo>
                  <a:pt x="8683200" y="43200"/>
                </a:lnTo>
                <a:lnTo>
                  <a:pt x="8683200" y="43200"/>
                </a:lnTo>
                <a:lnTo>
                  <a:pt x="8705700" y="26668"/>
                </a:lnTo>
                <a:lnTo>
                  <a:pt x="8728200" y="12652"/>
                </a:lnTo>
                <a:lnTo>
                  <a:pt x="8750700" y="3288"/>
                </a:lnTo>
                <a:lnTo>
                  <a:pt x="8773200" y="0"/>
                </a:lnTo>
                <a:lnTo>
                  <a:pt x="8795700" y="3288"/>
                </a:lnTo>
                <a:lnTo>
                  <a:pt x="8818200" y="12652"/>
                </a:lnTo>
                <a:lnTo>
                  <a:pt x="8840700" y="26668"/>
                </a:lnTo>
                <a:lnTo>
                  <a:pt x="8863200" y="43200"/>
                </a:lnTo>
                <a:lnTo>
                  <a:pt x="8863200" y="43200"/>
                </a:lnTo>
                <a:lnTo>
                  <a:pt x="8885700" y="26668"/>
                </a:lnTo>
                <a:lnTo>
                  <a:pt x="8908200" y="12652"/>
                </a:lnTo>
                <a:lnTo>
                  <a:pt x="8930700" y="3288"/>
                </a:lnTo>
                <a:lnTo>
                  <a:pt x="8953200" y="0"/>
                </a:lnTo>
                <a:lnTo>
                  <a:pt x="8975700" y="3288"/>
                </a:lnTo>
                <a:lnTo>
                  <a:pt x="8998200" y="12652"/>
                </a:lnTo>
                <a:lnTo>
                  <a:pt x="9020700" y="26668"/>
                </a:lnTo>
                <a:lnTo>
                  <a:pt x="9043200" y="43200"/>
                </a:lnTo>
                <a:lnTo>
                  <a:pt x="9043200" y="43200"/>
                </a:lnTo>
                <a:lnTo>
                  <a:pt x="9065700" y="26668"/>
                </a:lnTo>
                <a:lnTo>
                  <a:pt x="9088200" y="12652"/>
                </a:lnTo>
                <a:lnTo>
                  <a:pt x="9110700" y="3288"/>
                </a:lnTo>
                <a:lnTo>
                  <a:pt x="9133200" y="0"/>
                </a:lnTo>
                <a:lnTo>
                  <a:pt x="9155700" y="3288"/>
                </a:lnTo>
                <a:lnTo>
                  <a:pt x="9178200" y="12652"/>
                </a:lnTo>
                <a:lnTo>
                  <a:pt x="9200700" y="26668"/>
                </a:lnTo>
                <a:lnTo>
                  <a:pt x="9223200" y="43200"/>
                </a:lnTo>
                <a:lnTo>
                  <a:pt x="9223200" y="43200"/>
                </a:lnTo>
                <a:lnTo>
                  <a:pt x="9245700" y="26668"/>
                </a:lnTo>
                <a:lnTo>
                  <a:pt x="9268200" y="12652"/>
                </a:lnTo>
                <a:lnTo>
                  <a:pt x="9290700" y="3288"/>
                </a:lnTo>
                <a:lnTo>
                  <a:pt x="9313200" y="0"/>
                </a:lnTo>
                <a:lnTo>
                  <a:pt x="9335700" y="3288"/>
                </a:lnTo>
                <a:lnTo>
                  <a:pt x="9358200" y="12652"/>
                </a:lnTo>
                <a:lnTo>
                  <a:pt x="9380700" y="26668"/>
                </a:lnTo>
                <a:lnTo>
                  <a:pt x="9403200" y="43200"/>
                </a:lnTo>
                <a:lnTo>
                  <a:pt x="9403200" y="43200"/>
                </a:lnTo>
                <a:lnTo>
                  <a:pt x="9419731" y="64800"/>
                </a:lnTo>
                <a:lnTo>
                  <a:pt x="9433747" y="86400"/>
                </a:lnTo>
                <a:lnTo>
                  <a:pt x="9443111" y="108000"/>
                </a:lnTo>
                <a:lnTo>
                  <a:pt x="9446400" y="129600"/>
                </a:lnTo>
                <a:lnTo>
                  <a:pt x="9443111" y="151200"/>
                </a:lnTo>
                <a:lnTo>
                  <a:pt x="9433747" y="172800"/>
                </a:lnTo>
                <a:lnTo>
                  <a:pt x="9419731" y="194400"/>
                </a:lnTo>
                <a:lnTo>
                  <a:pt x="9403200" y="216000"/>
                </a:lnTo>
                <a:lnTo>
                  <a:pt x="9403200" y="216000"/>
                </a:lnTo>
                <a:lnTo>
                  <a:pt x="9419731" y="237600"/>
                </a:lnTo>
                <a:lnTo>
                  <a:pt x="9433747" y="259200"/>
                </a:lnTo>
                <a:lnTo>
                  <a:pt x="9443111" y="280800"/>
                </a:lnTo>
                <a:lnTo>
                  <a:pt x="9446400" y="302400"/>
                </a:lnTo>
                <a:lnTo>
                  <a:pt x="9443111" y="324000"/>
                </a:lnTo>
                <a:lnTo>
                  <a:pt x="9433747" y="345600"/>
                </a:lnTo>
                <a:lnTo>
                  <a:pt x="9419731" y="367200"/>
                </a:lnTo>
                <a:lnTo>
                  <a:pt x="9403200" y="388800"/>
                </a:lnTo>
                <a:lnTo>
                  <a:pt x="9403200" y="388800"/>
                </a:lnTo>
                <a:lnTo>
                  <a:pt x="9419731" y="410400"/>
                </a:lnTo>
                <a:lnTo>
                  <a:pt x="9433747" y="432000"/>
                </a:lnTo>
                <a:lnTo>
                  <a:pt x="9443111" y="453600"/>
                </a:lnTo>
                <a:lnTo>
                  <a:pt x="9446400" y="475200"/>
                </a:lnTo>
                <a:lnTo>
                  <a:pt x="9443111" y="496800"/>
                </a:lnTo>
                <a:lnTo>
                  <a:pt x="9433747" y="518400"/>
                </a:lnTo>
                <a:lnTo>
                  <a:pt x="9419731" y="540000"/>
                </a:lnTo>
                <a:lnTo>
                  <a:pt x="9403200" y="561600"/>
                </a:lnTo>
                <a:lnTo>
                  <a:pt x="9403200" y="561600"/>
                </a:lnTo>
                <a:lnTo>
                  <a:pt x="9419731" y="583200"/>
                </a:lnTo>
                <a:lnTo>
                  <a:pt x="9433747" y="604800"/>
                </a:lnTo>
                <a:lnTo>
                  <a:pt x="9443111" y="626400"/>
                </a:lnTo>
                <a:lnTo>
                  <a:pt x="9446400" y="648000"/>
                </a:lnTo>
                <a:lnTo>
                  <a:pt x="9443111" y="669600"/>
                </a:lnTo>
                <a:lnTo>
                  <a:pt x="9433747" y="691200"/>
                </a:lnTo>
                <a:lnTo>
                  <a:pt x="9419731" y="712800"/>
                </a:lnTo>
                <a:lnTo>
                  <a:pt x="9403200" y="734400"/>
                </a:lnTo>
                <a:lnTo>
                  <a:pt x="9403200" y="734400"/>
                </a:lnTo>
                <a:lnTo>
                  <a:pt x="9419731" y="756000"/>
                </a:lnTo>
                <a:lnTo>
                  <a:pt x="9433747" y="777600"/>
                </a:lnTo>
                <a:lnTo>
                  <a:pt x="9443111" y="799200"/>
                </a:lnTo>
                <a:lnTo>
                  <a:pt x="9446400" y="820800"/>
                </a:lnTo>
                <a:lnTo>
                  <a:pt x="9443111" y="842400"/>
                </a:lnTo>
                <a:lnTo>
                  <a:pt x="9433747" y="864000"/>
                </a:lnTo>
                <a:lnTo>
                  <a:pt x="9419731" y="885600"/>
                </a:lnTo>
                <a:lnTo>
                  <a:pt x="9403200" y="907200"/>
                </a:lnTo>
                <a:lnTo>
                  <a:pt x="9403200" y="907200"/>
                </a:lnTo>
                <a:lnTo>
                  <a:pt x="9380700" y="923731"/>
                </a:lnTo>
                <a:lnTo>
                  <a:pt x="9358200" y="937747"/>
                </a:lnTo>
                <a:lnTo>
                  <a:pt x="9335700" y="947111"/>
                </a:lnTo>
                <a:lnTo>
                  <a:pt x="9313200" y="950400"/>
                </a:lnTo>
                <a:lnTo>
                  <a:pt x="9290700" y="947111"/>
                </a:lnTo>
                <a:lnTo>
                  <a:pt x="9268200" y="937747"/>
                </a:lnTo>
                <a:lnTo>
                  <a:pt x="9245700" y="923731"/>
                </a:lnTo>
                <a:lnTo>
                  <a:pt x="9223200" y="907200"/>
                </a:lnTo>
                <a:lnTo>
                  <a:pt x="9223200" y="907200"/>
                </a:lnTo>
                <a:lnTo>
                  <a:pt x="9200700" y="923731"/>
                </a:lnTo>
                <a:lnTo>
                  <a:pt x="9178200" y="937747"/>
                </a:lnTo>
                <a:lnTo>
                  <a:pt x="9155700" y="947111"/>
                </a:lnTo>
                <a:lnTo>
                  <a:pt x="9133200" y="950400"/>
                </a:lnTo>
                <a:lnTo>
                  <a:pt x="9110700" y="947111"/>
                </a:lnTo>
                <a:lnTo>
                  <a:pt x="9088200" y="937747"/>
                </a:lnTo>
                <a:lnTo>
                  <a:pt x="9065700" y="923731"/>
                </a:lnTo>
                <a:lnTo>
                  <a:pt x="9043200" y="907200"/>
                </a:lnTo>
                <a:lnTo>
                  <a:pt x="9043200" y="907200"/>
                </a:lnTo>
                <a:lnTo>
                  <a:pt x="9020700" y="923731"/>
                </a:lnTo>
                <a:lnTo>
                  <a:pt x="8998200" y="937747"/>
                </a:lnTo>
                <a:lnTo>
                  <a:pt x="8975700" y="947111"/>
                </a:lnTo>
                <a:lnTo>
                  <a:pt x="8953200" y="950400"/>
                </a:lnTo>
                <a:lnTo>
                  <a:pt x="8930700" y="947111"/>
                </a:lnTo>
                <a:lnTo>
                  <a:pt x="8908200" y="937747"/>
                </a:lnTo>
                <a:lnTo>
                  <a:pt x="8885700" y="923731"/>
                </a:lnTo>
                <a:lnTo>
                  <a:pt x="8863200" y="907200"/>
                </a:lnTo>
                <a:lnTo>
                  <a:pt x="8863200" y="907200"/>
                </a:lnTo>
                <a:lnTo>
                  <a:pt x="8840700" y="923731"/>
                </a:lnTo>
                <a:lnTo>
                  <a:pt x="8818200" y="937747"/>
                </a:lnTo>
                <a:lnTo>
                  <a:pt x="8795700" y="947111"/>
                </a:lnTo>
                <a:lnTo>
                  <a:pt x="8773200" y="950400"/>
                </a:lnTo>
                <a:lnTo>
                  <a:pt x="8750700" y="947111"/>
                </a:lnTo>
                <a:lnTo>
                  <a:pt x="8728200" y="937747"/>
                </a:lnTo>
                <a:lnTo>
                  <a:pt x="8705700" y="923731"/>
                </a:lnTo>
                <a:lnTo>
                  <a:pt x="8683200" y="907200"/>
                </a:lnTo>
                <a:lnTo>
                  <a:pt x="8683200" y="907200"/>
                </a:lnTo>
                <a:lnTo>
                  <a:pt x="8660700" y="923731"/>
                </a:lnTo>
                <a:lnTo>
                  <a:pt x="8638200" y="937747"/>
                </a:lnTo>
                <a:lnTo>
                  <a:pt x="8615700" y="947111"/>
                </a:lnTo>
                <a:lnTo>
                  <a:pt x="8593200" y="950400"/>
                </a:lnTo>
                <a:lnTo>
                  <a:pt x="8570700" y="947111"/>
                </a:lnTo>
                <a:lnTo>
                  <a:pt x="8548200" y="937747"/>
                </a:lnTo>
                <a:lnTo>
                  <a:pt x="8525700" y="923731"/>
                </a:lnTo>
                <a:lnTo>
                  <a:pt x="8503200" y="907200"/>
                </a:lnTo>
                <a:lnTo>
                  <a:pt x="8503200" y="907200"/>
                </a:lnTo>
                <a:lnTo>
                  <a:pt x="8480700" y="923731"/>
                </a:lnTo>
                <a:lnTo>
                  <a:pt x="8458200" y="937747"/>
                </a:lnTo>
                <a:lnTo>
                  <a:pt x="8435700" y="947111"/>
                </a:lnTo>
                <a:lnTo>
                  <a:pt x="8413200" y="950400"/>
                </a:lnTo>
                <a:lnTo>
                  <a:pt x="8390700" y="947111"/>
                </a:lnTo>
                <a:lnTo>
                  <a:pt x="8368200" y="937747"/>
                </a:lnTo>
                <a:lnTo>
                  <a:pt x="8345700" y="923731"/>
                </a:lnTo>
                <a:lnTo>
                  <a:pt x="8323200" y="907200"/>
                </a:lnTo>
                <a:lnTo>
                  <a:pt x="8323200" y="907200"/>
                </a:lnTo>
                <a:lnTo>
                  <a:pt x="8300700" y="923731"/>
                </a:lnTo>
                <a:lnTo>
                  <a:pt x="8278200" y="937747"/>
                </a:lnTo>
                <a:lnTo>
                  <a:pt x="8255700" y="947111"/>
                </a:lnTo>
                <a:lnTo>
                  <a:pt x="8233200" y="950400"/>
                </a:lnTo>
                <a:lnTo>
                  <a:pt x="8210700" y="947111"/>
                </a:lnTo>
                <a:lnTo>
                  <a:pt x="8188200" y="937747"/>
                </a:lnTo>
                <a:lnTo>
                  <a:pt x="8165700" y="923731"/>
                </a:lnTo>
                <a:lnTo>
                  <a:pt x="8143200" y="907200"/>
                </a:lnTo>
                <a:lnTo>
                  <a:pt x="8143200" y="907200"/>
                </a:lnTo>
                <a:lnTo>
                  <a:pt x="8120700" y="923731"/>
                </a:lnTo>
                <a:lnTo>
                  <a:pt x="8098200" y="937747"/>
                </a:lnTo>
                <a:lnTo>
                  <a:pt x="8075700" y="947111"/>
                </a:lnTo>
                <a:lnTo>
                  <a:pt x="8053200" y="950400"/>
                </a:lnTo>
                <a:lnTo>
                  <a:pt x="8030700" y="947111"/>
                </a:lnTo>
                <a:lnTo>
                  <a:pt x="8008200" y="937747"/>
                </a:lnTo>
                <a:lnTo>
                  <a:pt x="7985700" y="923731"/>
                </a:lnTo>
                <a:lnTo>
                  <a:pt x="7963200" y="907200"/>
                </a:lnTo>
                <a:lnTo>
                  <a:pt x="7963200" y="907200"/>
                </a:lnTo>
                <a:lnTo>
                  <a:pt x="7940700" y="923731"/>
                </a:lnTo>
                <a:lnTo>
                  <a:pt x="7918200" y="937747"/>
                </a:lnTo>
                <a:lnTo>
                  <a:pt x="7895700" y="947111"/>
                </a:lnTo>
                <a:lnTo>
                  <a:pt x="7873200" y="950400"/>
                </a:lnTo>
                <a:lnTo>
                  <a:pt x="7850700" y="947111"/>
                </a:lnTo>
                <a:lnTo>
                  <a:pt x="7828200" y="937747"/>
                </a:lnTo>
                <a:lnTo>
                  <a:pt x="7805700" y="923731"/>
                </a:lnTo>
                <a:lnTo>
                  <a:pt x="7783200" y="907200"/>
                </a:lnTo>
                <a:lnTo>
                  <a:pt x="7783200" y="907200"/>
                </a:lnTo>
                <a:lnTo>
                  <a:pt x="7760700" y="923731"/>
                </a:lnTo>
                <a:lnTo>
                  <a:pt x="7738200" y="937747"/>
                </a:lnTo>
                <a:lnTo>
                  <a:pt x="7715700" y="947111"/>
                </a:lnTo>
                <a:lnTo>
                  <a:pt x="7693200" y="950400"/>
                </a:lnTo>
                <a:lnTo>
                  <a:pt x="7670700" y="947111"/>
                </a:lnTo>
                <a:lnTo>
                  <a:pt x="7648200" y="937747"/>
                </a:lnTo>
                <a:lnTo>
                  <a:pt x="7625700" y="923731"/>
                </a:lnTo>
                <a:lnTo>
                  <a:pt x="7603200" y="907200"/>
                </a:lnTo>
                <a:lnTo>
                  <a:pt x="7603200" y="907200"/>
                </a:lnTo>
                <a:lnTo>
                  <a:pt x="7580700" y="923731"/>
                </a:lnTo>
                <a:lnTo>
                  <a:pt x="7558200" y="937747"/>
                </a:lnTo>
                <a:lnTo>
                  <a:pt x="7535700" y="947111"/>
                </a:lnTo>
                <a:lnTo>
                  <a:pt x="7513200" y="950400"/>
                </a:lnTo>
                <a:lnTo>
                  <a:pt x="7490700" y="947111"/>
                </a:lnTo>
                <a:lnTo>
                  <a:pt x="7468200" y="937747"/>
                </a:lnTo>
                <a:lnTo>
                  <a:pt x="7445700" y="923731"/>
                </a:lnTo>
                <a:lnTo>
                  <a:pt x="7423200" y="907200"/>
                </a:lnTo>
                <a:lnTo>
                  <a:pt x="7423200" y="907200"/>
                </a:lnTo>
                <a:lnTo>
                  <a:pt x="7400700" y="923731"/>
                </a:lnTo>
                <a:lnTo>
                  <a:pt x="7378200" y="937747"/>
                </a:lnTo>
                <a:lnTo>
                  <a:pt x="7355700" y="947111"/>
                </a:lnTo>
                <a:lnTo>
                  <a:pt x="7333200" y="950400"/>
                </a:lnTo>
                <a:lnTo>
                  <a:pt x="7310700" y="947111"/>
                </a:lnTo>
                <a:lnTo>
                  <a:pt x="7288200" y="937747"/>
                </a:lnTo>
                <a:lnTo>
                  <a:pt x="7265700" y="923731"/>
                </a:lnTo>
                <a:lnTo>
                  <a:pt x="7243200" y="907200"/>
                </a:lnTo>
                <a:lnTo>
                  <a:pt x="7243200" y="907200"/>
                </a:lnTo>
                <a:lnTo>
                  <a:pt x="7220700" y="923731"/>
                </a:lnTo>
                <a:lnTo>
                  <a:pt x="7198200" y="937747"/>
                </a:lnTo>
                <a:lnTo>
                  <a:pt x="7175700" y="947111"/>
                </a:lnTo>
                <a:lnTo>
                  <a:pt x="7153200" y="950400"/>
                </a:lnTo>
                <a:lnTo>
                  <a:pt x="7130700" y="947111"/>
                </a:lnTo>
                <a:lnTo>
                  <a:pt x="7108200" y="937747"/>
                </a:lnTo>
                <a:lnTo>
                  <a:pt x="7085700" y="923731"/>
                </a:lnTo>
                <a:lnTo>
                  <a:pt x="7063200" y="907200"/>
                </a:lnTo>
                <a:lnTo>
                  <a:pt x="7063200" y="907200"/>
                </a:lnTo>
                <a:lnTo>
                  <a:pt x="7040700" y="923731"/>
                </a:lnTo>
                <a:lnTo>
                  <a:pt x="7018200" y="937747"/>
                </a:lnTo>
                <a:lnTo>
                  <a:pt x="6995700" y="947111"/>
                </a:lnTo>
                <a:lnTo>
                  <a:pt x="6973200" y="950400"/>
                </a:lnTo>
                <a:lnTo>
                  <a:pt x="6950700" y="947111"/>
                </a:lnTo>
                <a:lnTo>
                  <a:pt x="6928200" y="937747"/>
                </a:lnTo>
                <a:lnTo>
                  <a:pt x="6905700" y="923731"/>
                </a:lnTo>
                <a:lnTo>
                  <a:pt x="6883200" y="907200"/>
                </a:lnTo>
                <a:lnTo>
                  <a:pt x="6883200" y="907200"/>
                </a:lnTo>
                <a:lnTo>
                  <a:pt x="6860700" y="923731"/>
                </a:lnTo>
                <a:lnTo>
                  <a:pt x="6838200" y="937747"/>
                </a:lnTo>
                <a:lnTo>
                  <a:pt x="6815700" y="947111"/>
                </a:lnTo>
                <a:lnTo>
                  <a:pt x="6793200" y="950400"/>
                </a:lnTo>
                <a:lnTo>
                  <a:pt x="6770700" y="947111"/>
                </a:lnTo>
                <a:lnTo>
                  <a:pt x="6748200" y="937747"/>
                </a:lnTo>
                <a:lnTo>
                  <a:pt x="6725700" y="923731"/>
                </a:lnTo>
                <a:lnTo>
                  <a:pt x="6703200" y="907200"/>
                </a:lnTo>
                <a:lnTo>
                  <a:pt x="6703200" y="907200"/>
                </a:lnTo>
                <a:lnTo>
                  <a:pt x="6680700" y="923731"/>
                </a:lnTo>
                <a:lnTo>
                  <a:pt x="6658200" y="937747"/>
                </a:lnTo>
                <a:lnTo>
                  <a:pt x="6635700" y="947111"/>
                </a:lnTo>
                <a:lnTo>
                  <a:pt x="6613200" y="950400"/>
                </a:lnTo>
                <a:lnTo>
                  <a:pt x="6590700" y="947111"/>
                </a:lnTo>
                <a:lnTo>
                  <a:pt x="6568200" y="937747"/>
                </a:lnTo>
                <a:lnTo>
                  <a:pt x="6545700" y="923731"/>
                </a:lnTo>
                <a:lnTo>
                  <a:pt x="6523200" y="907200"/>
                </a:lnTo>
                <a:lnTo>
                  <a:pt x="6523200" y="907200"/>
                </a:lnTo>
                <a:lnTo>
                  <a:pt x="6500700" y="923731"/>
                </a:lnTo>
                <a:lnTo>
                  <a:pt x="6478200" y="937747"/>
                </a:lnTo>
                <a:lnTo>
                  <a:pt x="6455700" y="947111"/>
                </a:lnTo>
                <a:lnTo>
                  <a:pt x="6433200" y="950400"/>
                </a:lnTo>
                <a:lnTo>
                  <a:pt x="6410700" y="947111"/>
                </a:lnTo>
                <a:lnTo>
                  <a:pt x="6388200" y="937747"/>
                </a:lnTo>
                <a:lnTo>
                  <a:pt x="6365700" y="923731"/>
                </a:lnTo>
                <a:lnTo>
                  <a:pt x="6343200" y="907200"/>
                </a:lnTo>
                <a:lnTo>
                  <a:pt x="6343200" y="907200"/>
                </a:lnTo>
                <a:lnTo>
                  <a:pt x="6320700" y="923731"/>
                </a:lnTo>
                <a:lnTo>
                  <a:pt x="6298200" y="937747"/>
                </a:lnTo>
                <a:lnTo>
                  <a:pt x="6275700" y="947111"/>
                </a:lnTo>
                <a:lnTo>
                  <a:pt x="6253200" y="950400"/>
                </a:lnTo>
                <a:lnTo>
                  <a:pt x="6230700" y="947111"/>
                </a:lnTo>
                <a:lnTo>
                  <a:pt x="6208200" y="937747"/>
                </a:lnTo>
                <a:lnTo>
                  <a:pt x="6185700" y="923731"/>
                </a:lnTo>
                <a:lnTo>
                  <a:pt x="6163200" y="907200"/>
                </a:lnTo>
                <a:lnTo>
                  <a:pt x="6163200" y="907200"/>
                </a:lnTo>
                <a:lnTo>
                  <a:pt x="6140700" y="923731"/>
                </a:lnTo>
                <a:lnTo>
                  <a:pt x="6118200" y="937747"/>
                </a:lnTo>
                <a:lnTo>
                  <a:pt x="6095700" y="947111"/>
                </a:lnTo>
                <a:lnTo>
                  <a:pt x="6073200" y="950400"/>
                </a:lnTo>
                <a:lnTo>
                  <a:pt x="6050700" y="947111"/>
                </a:lnTo>
                <a:lnTo>
                  <a:pt x="6028200" y="937747"/>
                </a:lnTo>
                <a:lnTo>
                  <a:pt x="6005700" y="923731"/>
                </a:lnTo>
                <a:lnTo>
                  <a:pt x="5983200" y="907200"/>
                </a:lnTo>
                <a:lnTo>
                  <a:pt x="5983200" y="907200"/>
                </a:lnTo>
                <a:lnTo>
                  <a:pt x="5960700" y="923731"/>
                </a:lnTo>
                <a:lnTo>
                  <a:pt x="5938200" y="937747"/>
                </a:lnTo>
                <a:lnTo>
                  <a:pt x="5915700" y="947111"/>
                </a:lnTo>
                <a:lnTo>
                  <a:pt x="5893200" y="950400"/>
                </a:lnTo>
                <a:lnTo>
                  <a:pt x="5870700" y="947111"/>
                </a:lnTo>
                <a:lnTo>
                  <a:pt x="5848200" y="937747"/>
                </a:lnTo>
                <a:lnTo>
                  <a:pt x="5825700" y="923731"/>
                </a:lnTo>
                <a:lnTo>
                  <a:pt x="5803200" y="907200"/>
                </a:lnTo>
                <a:lnTo>
                  <a:pt x="5803200" y="907200"/>
                </a:lnTo>
                <a:lnTo>
                  <a:pt x="5780700" y="923731"/>
                </a:lnTo>
                <a:lnTo>
                  <a:pt x="5758200" y="937747"/>
                </a:lnTo>
                <a:lnTo>
                  <a:pt x="5735700" y="947111"/>
                </a:lnTo>
                <a:lnTo>
                  <a:pt x="5713200" y="950400"/>
                </a:lnTo>
                <a:lnTo>
                  <a:pt x="5690700" y="947111"/>
                </a:lnTo>
                <a:lnTo>
                  <a:pt x="5668200" y="937747"/>
                </a:lnTo>
                <a:lnTo>
                  <a:pt x="5645700" y="923731"/>
                </a:lnTo>
                <a:lnTo>
                  <a:pt x="5623200" y="907200"/>
                </a:lnTo>
                <a:lnTo>
                  <a:pt x="5623200" y="907200"/>
                </a:lnTo>
                <a:lnTo>
                  <a:pt x="5600700" y="923731"/>
                </a:lnTo>
                <a:lnTo>
                  <a:pt x="5578200" y="937747"/>
                </a:lnTo>
                <a:lnTo>
                  <a:pt x="5555700" y="947111"/>
                </a:lnTo>
                <a:lnTo>
                  <a:pt x="5533200" y="950400"/>
                </a:lnTo>
                <a:lnTo>
                  <a:pt x="5510700" y="947111"/>
                </a:lnTo>
                <a:lnTo>
                  <a:pt x="5488200" y="937747"/>
                </a:lnTo>
                <a:lnTo>
                  <a:pt x="5465700" y="923731"/>
                </a:lnTo>
                <a:lnTo>
                  <a:pt x="5443200" y="907200"/>
                </a:lnTo>
                <a:lnTo>
                  <a:pt x="5443200" y="907200"/>
                </a:lnTo>
                <a:lnTo>
                  <a:pt x="5420700" y="923731"/>
                </a:lnTo>
                <a:lnTo>
                  <a:pt x="5398200" y="937747"/>
                </a:lnTo>
                <a:lnTo>
                  <a:pt x="5375700" y="947111"/>
                </a:lnTo>
                <a:lnTo>
                  <a:pt x="5353200" y="950400"/>
                </a:lnTo>
                <a:lnTo>
                  <a:pt x="5330700" y="947111"/>
                </a:lnTo>
                <a:lnTo>
                  <a:pt x="5308200" y="937747"/>
                </a:lnTo>
                <a:lnTo>
                  <a:pt x="5285700" y="923731"/>
                </a:lnTo>
                <a:lnTo>
                  <a:pt x="5263200" y="907200"/>
                </a:lnTo>
                <a:lnTo>
                  <a:pt x="5263200" y="907200"/>
                </a:lnTo>
                <a:lnTo>
                  <a:pt x="5240700" y="923731"/>
                </a:lnTo>
                <a:lnTo>
                  <a:pt x="5218200" y="937747"/>
                </a:lnTo>
                <a:lnTo>
                  <a:pt x="5195700" y="947111"/>
                </a:lnTo>
                <a:lnTo>
                  <a:pt x="5173200" y="950400"/>
                </a:lnTo>
                <a:lnTo>
                  <a:pt x="5150700" y="947111"/>
                </a:lnTo>
                <a:lnTo>
                  <a:pt x="5128200" y="937747"/>
                </a:lnTo>
                <a:lnTo>
                  <a:pt x="5105700" y="923731"/>
                </a:lnTo>
                <a:lnTo>
                  <a:pt x="5083200" y="907200"/>
                </a:lnTo>
                <a:lnTo>
                  <a:pt x="5083200" y="907200"/>
                </a:lnTo>
                <a:lnTo>
                  <a:pt x="5060700" y="923731"/>
                </a:lnTo>
                <a:lnTo>
                  <a:pt x="5038200" y="937747"/>
                </a:lnTo>
                <a:lnTo>
                  <a:pt x="5015700" y="947111"/>
                </a:lnTo>
                <a:lnTo>
                  <a:pt x="4993200" y="950400"/>
                </a:lnTo>
                <a:lnTo>
                  <a:pt x="4970700" y="947111"/>
                </a:lnTo>
                <a:lnTo>
                  <a:pt x="4948200" y="937747"/>
                </a:lnTo>
                <a:lnTo>
                  <a:pt x="4925700" y="923731"/>
                </a:lnTo>
                <a:lnTo>
                  <a:pt x="4903200" y="907200"/>
                </a:lnTo>
                <a:lnTo>
                  <a:pt x="4903200" y="907200"/>
                </a:lnTo>
                <a:lnTo>
                  <a:pt x="4880700" y="923731"/>
                </a:lnTo>
                <a:lnTo>
                  <a:pt x="4858200" y="937747"/>
                </a:lnTo>
                <a:lnTo>
                  <a:pt x="4835700" y="947111"/>
                </a:lnTo>
                <a:lnTo>
                  <a:pt x="4813200" y="950400"/>
                </a:lnTo>
                <a:lnTo>
                  <a:pt x="4790700" y="947111"/>
                </a:lnTo>
                <a:lnTo>
                  <a:pt x="4768200" y="937747"/>
                </a:lnTo>
                <a:lnTo>
                  <a:pt x="4745700" y="923731"/>
                </a:lnTo>
                <a:lnTo>
                  <a:pt x="4723200" y="907200"/>
                </a:lnTo>
                <a:lnTo>
                  <a:pt x="4723200" y="907200"/>
                </a:lnTo>
                <a:lnTo>
                  <a:pt x="4700700" y="923731"/>
                </a:lnTo>
                <a:lnTo>
                  <a:pt x="4678200" y="937747"/>
                </a:lnTo>
                <a:lnTo>
                  <a:pt x="4655700" y="947111"/>
                </a:lnTo>
                <a:lnTo>
                  <a:pt x="4633200" y="950400"/>
                </a:lnTo>
                <a:lnTo>
                  <a:pt x="4610700" y="947111"/>
                </a:lnTo>
                <a:lnTo>
                  <a:pt x="4588200" y="937747"/>
                </a:lnTo>
                <a:lnTo>
                  <a:pt x="4565700" y="923731"/>
                </a:lnTo>
                <a:lnTo>
                  <a:pt x="4543200" y="907200"/>
                </a:lnTo>
                <a:lnTo>
                  <a:pt x="4543200" y="907200"/>
                </a:lnTo>
                <a:lnTo>
                  <a:pt x="4520700" y="923731"/>
                </a:lnTo>
                <a:lnTo>
                  <a:pt x="4498200" y="937747"/>
                </a:lnTo>
                <a:lnTo>
                  <a:pt x="4475700" y="947111"/>
                </a:lnTo>
                <a:lnTo>
                  <a:pt x="4453200" y="950400"/>
                </a:lnTo>
                <a:lnTo>
                  <a:pt x="4430700" y="947111"/>
                </a:lnTo>
                <a:lnTo>
                  <a:pt x="4408200" y="937747"/>
                </a:lnTo>
                <a:lnTo>
                  <a:pt x="4385700" y="923731"/>
                </a:lnTo>
                <a:lnTo>
                  <a:pt x="4363200" y="907200"/>
                </a:lnTo>
                <a:lnTo>
                  <a:pt x="4363200" y="907200"/>
                </a:lnTo>
                <a:lnTo>
                  <a:pt x="4340700" y="923731"/>
                </a:lnTo>
                <a:lnTo>
                  <a:pt x="4318200" y="937747"/>
                </a:lnTo>
                <a:lnTo>
                  <a:pt x="4295700" y="947111"/>
                </a:lnTo>
                <a:lnTo>
                  <a:pt x="4273200" y="950400"/>
                </a:lnTo>
                <a:lnTo>
                  <a:pt x="4250700" y="947111"/>
                </a:lnTo>
                <a:lnTo>
                  <a:pt x="4228200" y="937747"/>
                </a:lnTo>
                <a:lnTo>
                  <a:pt x="4205700" y="923731"/>
                </a:lnTo>
                <a:lnTo>
                  <a:pt x="4183200" y="907200"/>
                </a:lnTo>
                <a:lnTo>
                  <a:pt x="4183200" y="907200"/>
                </a:lnTo>
                <a:lnTo>
                  <a:pt x="4160700" y="923731"/>
                </a:lnTo>
                <a:lnTo>
                  <a:pt x="4138200" y="937747"/>
                </a:lnTo>
                <a:lnTo>
                  <a:pt x="4115700" y="947111"/>
                </a:lnTo>
                <a:lnTo>
                  <a:pt x="4093200" y="950400"/>
                </a:lnTo>
                <a:lnTo>
                  <a:pt x="4070700" y="947111"/>
                </a:lnTo>
                <a:lnTo>
                  <a:pt x="4048200" y="937747"/>
                </a:lnTo>
                <a:lnTo>
                  <a:pt x="4025700" y="923731"/>
                </a:lnTo>
                <a:lnTo>
                  <a:pt x="4003200" y="907200"/>
                </a:lnTo>
                <a:lnTo>
                  <a:pt x="4003200" y="907200"/>
                </a:lnTo>
                <a:lnTo>
                  <a:pt x="3980700" y="923731"/>
                </a:lnTo>
                <a:lnTo>
                  <a:pt x="3958200" y="937747"/>
                </a:lnTo>
                <a:lnTo>
                  <a:pt x="3935700" y="947111"/>
                </a:lnTo>
                <a:lnTo>
                  <a:pt x="3913200" y="950400"/>
                </a:lnTo>
                <a:lnTo>
                  <a:pt x="3890700" y="947111"/>
                </a:lnTo>
                <a:lnTo>
                  <a:pt x="3868200" y="937747"/>
                </a:lnTo>
                <a:lnTo>
                  <a:pt x="3845700" y="923731"/>
                </a:lnTo>
                <a:lnTo>
                  <a:pt x="3823200" y="907200"/>
                </a:lnTo>
                <a:lnTo>
                  <a:pt x="3823200" y="907200"/>
                </a:lnTo>
                <a:lnTo>
                  <a:pt x="3800700" y="923731"/>
                </a:lnTo>
                <a:lnTo>
                  <a:pt x="3778200" y="937747"/>
                </a:lnTo>
                <a:lnTo>
                  <a:pt x="3755700" y="947111"/>
                </a:lnTo>
                <a:lnTo>
                  <a:pt x="3733200" y="950400"/>
                </a:lnTo>
                <a:lnTo>
                  <a:pt x="3710700" y="947111"/>
                </a:lnTo>
                <a:lnTo>
                  <a:pt x="3688200" y="937747"/>
                </a:lnTo>
                <a:lnTo>
                  <a:pt x="3665700" y="923731"/>
                </a:lnTo>
                <a:lnTo>
                  <a:pt x="3643200" y="907200"/>
                </a:lnTo>
                <a:lnTo>
                  <a:pt x="3643200" y="907200"/>
                </a:lnTo>
                <a:lnTo>
                  <a:pt x="3620700" y="923731"/>
                </a:lnTo>
                <a:lnTo>
                  <a:pt x="3598200" y="937747"/>
                </a:lnTo>
                <a:lnTo>
                  <a:pt x="3575700" y="947111"/>
                </a:lnTo>
                <a:lnTo>
                  <a:pt x="3553200" y="950400"/>
                </a:lnTo>
                <a:lnTo>
                  <a:pt x="3530700" y="947111"/>
                </a:lnTo>
                <a:lnTo>
                  <a:pt x="3508200" y="937747"/>
                </a:lnTo>
                <a:lnTo>
                  <a:pt x="3485700" y="923731"/>
                </a:lnTo>
                <a:lnTo>
                  <a:pt x="3463200" y="907200"/>
                </a:lnTo>
                <a:lnTo>
                  <a:pt x="3463200" y="907200"/>
                </a:lnTo>
                <a:lnTo>
                  <a:pt x="3440700" y="923731"/>
                </a:lnTo>
                <a:lnTo>
                  <a:pt x="3418200" y="937747"/>
                </a:lnTo>
                <a:lnTo>
                  <a:pt x="3395700" y="947111"/>
                </a:lnTo>
                <a:lnTo>
                  <a:pt x="3373200" y="950400"/>
                </a:lnTo>
                <a:lnTo>
                  <a:pt x="3350700" y="947111"/>
                </a:lnTo>
                <a:lnTo>
                  <a:pt x="3328200" y="937747"/>
                </a:lnTo>
                <a:lnTo>
                  <a:pt x="3305700" y="923731"/>
                </a:lnTo>
                <a:lnTo>
                  <a:pt x="3283200" y="907200"/>
                </a:lnTo>
                <a:lnTo>
                  <a:pt x="3283200" y="907200"/>
                </a:lnTo>
                <a:lnTo>
                  <a:pt x="3260700" y="923731"/>
                </a:lnTo>
                <a:lnTo>
                  <a:pt x="3238200" y="937747"/>
                </a:lnTo>
                <a:lnTo>
                  <a:pt x="3215700" y="947111"/>
                </a:lnTo>
                <a:lnTo>
                  <a:pt x="3193200" y="950400"/>
                </a:lnTo>
                <a:lnTo>
                  <a:pt x="3170700" y="947111"/>
                </a:lnTo>
                <a:lnTo>
                  <a:pt x="3148200" y="937747"/>
                </a:lnTo>
                <a:lnTo>
                  <a:pt x="3125700" y="923731"/>
                </a:lnTo>
                <a:lnTo>
                  <a:pt x="3103200" y="907200"/>
                </a:lnTo>
                <a:lnTo>
                  <a:pt x="3103200" y="907200"/>
                </a:lnTo>
                <a:lnTo>
                  <a:pt x="3080700" y="923731"/>
                </a:lnTo>
                <a:lnTo>
                  <a:pt x="3058200" y="937747"/>
                </a:lnTo>
                <a:lnTo>
                  <a:pt x="3035700" y="947111"/>
                </a:lnTo>
                <a:lnTo>
                  <a:pt x="3013200" y="950400"/>
                </a:lnTo>
                <a:lnTo>
                  <a:pt x="2990700" y="947111"/>
                </a:lnTo>
                <a:lnTo>
                  <a:pt x="2968200" y="937747"/>
                </a:lnTo>
                <a:lnTo>
                  <a:pt x="2945700" y="923731"/>
                </a:lnTo>
                <a:lnTo>
                  <a:pt x="2923200" y="907200"/>
                </a:lnTo>
                <a:lnTo>
                  <a:pt x="2923200" y="907200"/>
                </a:lnTo>
                <a:lnTo>
                  <a:pt x="2900700" y="923731"/>
                </a:lnTo>
                <a:lnTo>
                  <a:pt x="2878200" y="937747"/>
                </a:lnTo>
                <a:lnTo>
                  <a:pt x="2855700" y="947111"/>
                </a:lnTo>
                <a:lnTo>
                  <a:pt x="2833200" y="950400"/>
                </a:lnTo>
                <a:lnTo>
                  <a:pt x="2810700" y="947111"/>
                </a:lnTo>
                <a:lnTo>
                  <a:pt x="2788200" y="937747"/>
                </a:lnTo>
                <a:lnTo>
                  <a:pt x="2765700" y="923731"/>
                </a:lnTo>
                <a:lnTo>
                  <a:pt x="2743200" y="907200"/>
                </a:lnTo>
                <a:lnTo>
                  <a:pt x="2743200" y="907200"/>
                </a:lnTo>
                <a:lnTo>
                  <a:pt x="2720700" y="923731"/>
                </a:lnTo>
                <a:lnTo>
                  <a:pt x="2698200" y="937747"/>
                </a:lnTo>
                <a:lnTo>
                  <a:pt x="2675700" y="947111"/>
                </a:lnTo>
                <a:lnTo>
                  <a:pt x="2653200" y="950400"/>
                </a:lnTo>
                <a:lnTo>
                  <a:pt x="2630700" y="947111"/>
                </a:lnTo>
                <a:lnTo>
                  <a:pt x="2608200" y="937747"/>
                </a:lnTo>
                <a:lnTo>
                  <a:pt x="2585700" y="923731"/>
                </a:lnTo>
                <a:lnTo>
                  <a:pt x="2563200" y="907200"/>
                </a:lnTo>
                <a:lnTo>
                  <a:pt x="2563200" y="907200"/>
                </a:lnTo>
                <a:lnTo>
                  <a:pt x="2540700" y="923731"/>
                </a:lnTo>
                <a:lnTo>
                  <a:pt x="2518200" y="937747"/>
                </a:lnTo>
                <a:lnTo>
                  <a:pt x="2495700" y="947111"/>
                </a:lnTo>
                <a:lnTo>
                  <a:pt x="2473200" y="950400"/>
                </a:lnTo>
                <a:lnTo>
                  <a:pt x="2450700" y="947111"/>
                </a:lnTo>
                <a:lnTo>
                  <a:pt x="2428200" y="937747"/>
                </a:lnTo>
                <a:lnTo>
                  <a:pt x="2405700" y="923731"/>
                </a:lnTo>
                <a:lnTo>
                  <a:pt x="2383200" y="907200"/>
                </a:lnTo>
                <a:lnTo>
                  <a:pt x="2383200" y="907200"/>
                </a:lnTo>
                <a:lnTo>
                  <a:pt x="2360700" y="923731"/>
                </a:lnTo>
                <a:lnTo>
                  <a:pt x="2338200" y="937747"/>
                </a:lnTo>
                <a:lnTo>
                  <a:pt x="2315700" y="947111"/>
                </a:lnTo>
                <a:lnTo>
                  <a:pt x="2293200" y="950400"/>
                </a:lnTo>
                <a:lnTo>
                  <a:pt x="2270700" y="947111"/>
                </a:lnTo>
                <a:lnTo>
                  <a:pt x="2248200" y="937747"/>
                </a:lnTo>
                <a:lnTo>
                  <a:pt x="2225700" y="923731"/>
                </a:lnTo>
                <a:lnTo>
                  <a:pt x="2203200" y="907200"/>
                </a:lnTo>
                <a:lnTo>
                  <a:pt x="2203200" y="907200"/>
                </a:lnTo>
                <a:lnTo>
                  <a:pt x="2180700" y="923731"/>
                </a:lnTo>
                <a:lnTo>
                  <a:pt x="2158200" y="937747"/>
                </a:lnTo>
                <a:lnTo>
                  <a:pt x="2135700" y="947111"/>
                </a:lnTo>
                <a:lnTo>
                  <a:pt x="2113200" y="950400"/>
                </a:lnTo>
                <a:lnTo>
                  <a:pt x="2090700" y="947111"/>
                </a:lnTo>
                <a:lnTo>
                  <a:pt x="2068200" y="937747"/>
                </a:lnTo>
                <a:lnTo>
                  <a:pt x="2045700" y="923731"/>
                </a:lnTo>
                <a:lnTo>
                  <a:pt x="2023200" y="907200"/>
                </a:lnTo>
                <a:lnTo>
                  <a:pt x="2023200" y="907200"/>
                </a:lnTo>
                <a:lnTo>
                  <a:pt x="2000700" y="923731"/>
                </a:lnTo>
                <a:lnTo>
                  <a:pt x="1978200" y="937747"/>
                </a:lnTo>
                <a:lnTo>
                  <a:pt x="1955700" y="947111"/>
                </a:lnTo>
                <a:lnTo>
                  <a:pt x="1933200" y="950400"/>
                </a:lnTo>
                <a:lnTo>
                  <a:pt x="1910700" y="947111"/>
                </a:lnTo>
                <a:lnTo>
                  <a:pt x="1888200" y="937747"/>
                </a:lnTo>
                <a:lnTo>
                  <a:pt x="1865700" y="923731"/>
                </a:lnTo>
                <a:lnTo>
                  <a:pt x="1843200" y="907200"/>
                </a:lnTo>
                <a:lnTo>
                  <a:pt x="1843200" y="907200"/>
                </a:lnTo>
                <a:lnTo>
                  <a:pt x="1820700" y="923731"/>
                </a:lnTo>
                <a:lnTo>
                  <a:pt x="1798200" y="937747"/>
                </a:lnTo>
                <a:lnTo>
                  <a:pt x="1775700" y="947111"/>
                </a:lnTo>
                <a:lnTo>
                  <a:pt x="1753200" y="950400"/>
                </a:lnTo>
                <a:lnTo>
                  <a:pt x="1730700" y="947111"/>
                </a:lnTo>
                <a:lnTo>
                  <a:pt x="1708200" y="937747"/>
                </a:lnTo>
                <a:lnTo>
                  <a:pt x="1685700" y="923731"/>
                </a:lnTo>
                <a:lnTo>
                  <a:pt x="1663200" y="907200"/>
                </a:lnTo>
                <a:lnTo>
                  <a:pt x="1663200" y="907200"/>
                </a:lnTo>
                <a:lnTo>
                  <a:pt x="1640700" y="923731"/>
                </a:lnTo>
                <a:lnTo>
                  <a:pt x="1618200" y="937747"/>
                </a:lnTo>
                <a:lnTo>
                  <a:pt x="1595700" y="947111"/>
                </a:lnTo>
                <a:lnTo>
                  <a:pt x="1573200" y="950400"/>
                </a:lnTo>
                <a:lnTo>
                  <a:pt x="1550700" y="947111"/>
                </a:lnTo>
                <a:lnTo>
                  <a:pt x="1528200" y="937747"/>
                </a:lnTo>
                <a:lnTo>
                  <a:pt x="1505700" y="923731"/>
                </a:lnTo>
                <a:lnTo>
                  <a:pt x="1483200" y="907200"/>
                </a:lnTo>
                <a:lnTo>
                  <a:pt x="1483200" y="907200"/>
                </a:lnTo>
                <a:lnTo>
                  <a:pt x="1460700" y="923731"/>
                </a:lnTo>
                <a:lnTo>
                  <a:pt x="1438200" y="937747"/>
                </a:lnTo>
                <a:lnTo>
                  <a:pt x="1415700" y="947111"/>
                </a:lnTo>
                <a:lnTo>
                  <a:pt x="1393200" y="950400"/>
                </a:lnTo>
                <a:lnTo>
                  <a:pt x="1370700" y="947111"/>
                </a:lnTo>
                <a:lnTo>
                  <a:pt x="1348200" y="937747"/>
                </a:lnTo>
                <a:lnTo>
                  <a:pt x="1325700" y="923731"/>
                </a:lnTo>
                <a:lnTo>
                  <a:pt x="1303200" y="907200"/>
                </a:lnTo>
                <a:lnTo>
                  <a:pt x="1303200" y="907200"/>
                </a:lnTo>
                <a:lnTo>
                  <a:pt x="1280700" y="923731"/>
                </a:lnTo>
                <a:lnTo>
                  <a:pt x="1258200" y="937747"/>
                </a:lnTo>
                <a:lnTo>
                  <a:pt x="1235700" y="947111"/>
                </a:lnTo>
                <a:lnTo>
                  <a:pt x="1213200" y="950400"/>
                </a:lnTo>
                <a:lnTo>
                  <a:pt x="1190700" y="947111"/>
                </a:lnTo>
                <a:lnTo>
                  <a:pt x="1168200" y="937747"/>
                </a:lnTo>
                <a:lnTo>
                  <a:pt x="1145700" y="923731"/>
                </a:lnTo>
                <a:lnTo>
                  <a:pt x="1123200" y="907200"/>
                </a:lnTo>
                <a:lnTo>
                  <a:pt x="1123200" y="907200"/>
                </a:lnTo>
                <a:lnTo>
                  <a:pt x="1100700" y="923731"/>
                </a:lnTo>
                <a:lnTo>
                  <a:pt x="1078200" y="937747"/>
                </a:lnTo>
                <a:lnTo>
                  <a:pt x="1055700" y="947111"/>
                </a:lnTo>
                <a:lnTo>
                  <a:pt x="1033200" y="950400"/>
                </a:lnTo>
                <a:lnTo>
                  <a:pt x="1010700" y="947111"/>
                </a:lnTo>
                <a:lnTo>
                  <a:pt x="988200" y="937747"/>
                </a:lnTo>
                <a:lnTo>
                  <a:pt x="965700" y="923731"/>
                </a:lnTo>
                <a:lnTo>
                  <a:pt x="943200" y="907200"/>
                </a:lnTo>
                <a:lnTo>
                  <a:pt x="943200" y="907200"/>
                </a:lnTo>
                <a:lnTo>
                  <a:pt x="920700" y="923731"/>
                </a:lnTo>
                <a:lnTo>
                  <a:pt x="898200" y="937747"/>
                </a:lnTo>
                <a:lnTo>
                  <a:pt x="875700" y="947111"/>
                </a:lnTo>
                <a:lnTo>
                  <a:pt x="853200" y="950400"/>
                </a:lnTo>
                <a:lnTo>
                  <a:pt x="830700" y="947111"/>
                </a:lnTo>
                <a:lnTo>
                  <a:pt x="808200" y="937747"/>
                </a:lnTo>
                <a:lnTo>
                  <a:pt x="785700" y="923731"/>
                </a:lnTo>
                <a:lnTo>
                  <a:pt x="763200" y="907200"/>
                </a:lnTo>
                <a:lnTo>
                  <a:pt x="763200" y="907200"/>
                </a:lnTo>
                <a:lnTo>
                  <a:pt x="740700" y="923731"/>
                </a:lnTo>
                <a:lnTo>
                  <a:pt x="718200" y="937747"/>
                </a:lnTo>
                <a:lnTo>
                  <a:pt x="695700" y="947111"/>
                </a:lnTo>
                <a:lnTo>
                  <a:pt x="673200" y="950400"/>
                </a:lnTo>
                <a:lnTo>
                  <a:pt x="650700" y="947111"/>
                </a:lnTo>
                <a:lnTo>
                  <a:pt x="628200" y="937747"/>
                </a:lnTo>
                <a:lnTo>
                  <a:pt x="605700" y="923731"/>
                </a:lnTo>
                <a:lnTo>
                  <a:pt x="583200" y="907200"/>
                </a:lnTo>
                <a:lnTo>
                  <a:pt x="583200" y="907200"/>
                </a:lnTo>
                <a:lnTo>
                  <a:pt x="560700" y="923731"/>
                </a:lnTo>
                <a:lnTo>
                  <a:pt x="538200" y="937747"/>
                </a:lnTo>
                <a:lnTo>
                  <a:pt x="515700" y="947111"/>
                </a:lnTo>
                <a:lnTo>
                  <a:pt x="493200" y="950400"/>
                </a:lnTo>
                <a:lnTo>
                  <a:pt x="470700" y="947111"/>
                </a:lnTo>
                <a:lnTo>
                  <a:pt x="448200" y="937747"/>
                </a:lnTo>
                <a:lnTo>
                  <a:pt x="425700" y="923731"/>
                </a:lnTo>
                <a:lnTo>
                  <a:pt x="403200" y="907200"/>
                </a:lnTo>
                <a:lnTo>
                  <a:pt x="403200" y="907200"/>
                </a:lnTo>
                <a:lnTo>
                  <a:pt x="380700" y="923731"/>
                </a:lnTo>
                <a:lnTo>
                  <a:pt x="358200" y="937747"/>
                </a:lnTo>
                <a:lnTo>
                  <a:pt x="335700" y="947111"/>
                </a:lnTo>
                <a:lnTo>
                  <a:pt x="313200" y="950400"/>
                </a:lnTo>
                <a:lnTo>
                  <a:pt x="290700" y="947111"/>
                </a:lnTo>
                <a:lnTo>
                  <a:pt x="268200" y="937747"/>
                </a:lnTo>
                <a:lnTo>
                  <a:pt x="245700" y="923731"/>
                </a:lnTo>
                <a:lnTo>
                  <a:pt x="223200" y="907200"/>
                </a:lnTo>
                <a:lnTo>
                  <a:pt x="223200" y="907200"/>
                </a:lnTo>
                <a:lnTo>
                  <a:pt x="200700" y="923731"/>
                </a:lnTo>
                <a:lnTo>
                  <a:pt x="178200" y="937747"/>
                </a:lnTo>
                <a:lnTo>
                  <a:pt x="155700" y="947111"/>
                </a:lnTo>
                <a:lnTo>
                  <a:pt x="133200" y="950400"/>
                </a:lnTo>
                <a:lnTo>
                  <a:pt x="110700" y="947111"/>
                </a:lnTo>
                <a:lnTo>
                  <a:pt x="88200" y="937747"/>
                </a:lnTo>
                <a:lnTo>
                  <a:pt x="65700" y="923731"/>
                </a:lnTo>
                <a:lnTo>
                  <a:pt x="43200" y="907200"/>
                </a:lnTo>
                <a:lnTo>
                  <a:pt x="43200" y="907200"/>
                </a:lnTo>
                <a:lnTo>
                  <a:pt x="26668" y="885600"/>
                </a:lnTo>
                <a:lnTo>
                  <a:pt x="12652" y="864000"/>
                </a:lnTo>
                <a:lnTo>
                  <a:pt x="3288" y="842400"/>
                </a:lnTo>
                <a:lnTo>
                  <a:pt x="0" y="820800"/>
                </a:lnTo>
                <a:lnTo>
                  <a:pt x="3288" y="799200"/>
                </a:lnTo>
                <a:lnTo>
                  <a:pt x="12652" y="777600"/>
                </a:lnTo>
                <a:lnTo>
                  <a:pt x="26668" y="756000"/>
                </a:lnTo>
                <a:lnTo>
                  <a:pt x="43200" y="734400"/>
                </a:lnTo>
                <a:lnTo>
                  <a:pt x="43200" y="734400"/>
                </a:lnTo>
                <a:lnTo>
                  <a:pt x="26668" y="712800"/>
                </a:lnTo>
                <a:lnTo>
                  <a:pt x="12652" y="691200"/>
                </a:lnTo>
                <a:lnTo>
                  <a:pt x="3288" y="669600"/>
                </a:lnTo>
                <a:lnTo>
                  <a:pt x="0" y="648000"/>
                </a:lnTo>
                <a:lnTo>
                  <a:pt x="3288" y="626400"/>
                </a:lnTo>
                <a:lnTo>
                  <a:pt x="12652" y="604800"/>
                </a:lnTo>
                <a:lnTo>
                  <a:pt x="26668" y="583200"/>
                </a:lnTo>
                <a:lnTo>
                  <a:pt x="43200" y="561600"/>
                </a:lnTo>
                <a:lnTo>
                  <a:pt x="43200" y="561600"/>
                </a:lnTo>
                <a:lnTo>
                  <a:pt x="26668" y="540000"/>
                </a:lnTo>
                <a:lnTo>
                  <a:pt x="12652" y="518400"/>
                </a:lnTo>
                <a:lnTo>
                  <a:pt x="3288" y="496800"/>
                </a:lnTo>
                <a:lnTo>
                  <a:pt x="0" y="475200"/>
                </a:lnTo>
                <a:lnTo>
                  <a:pt x="3288" y="453600"/>
                </a:lnTo>
                <a:lnTo>
                  <a:pt x="12652" y="432000"/>
                </a:lnTo>
                <a:lnTo>
                  <a:pt x="26668" y="410400"/>
                </a:lnTo>
                <a:lnTo>
                  <a:pt x="43200" y="388800"/>
                </a:lnTo>
                <a:lnTo>
                  <a:pt x="43200" y="388800"/>
                </a:lnTo>
                <a:lnTo>
                  <a:pt x="26668" y="367200"/>
                </a:lnTo>
                <a:lnTo>
                  <a:pt x="12652" y="345600"/>
                </a:lnTo>
                <a:lnTo>
                  <a:pt x="3288" y="324000"/>
                </a:lnTo>
                <a:lnTo>
                  <a:pt x="0" y="302400"/>
                </a:lnTo>
                <a:lnTo>
                  <a:pt x="3288" y="280800"/>
                </a:lnTo>
                <a:lnTo>
                  <a:pt x="12652" y="259200"/>
                </a:lnTo>
                <a:lnTo>
                  <a:pt x="26668" y="237600"/>
                </a:lnTo>
                <a:lnTo>
                  <a:pt x="43200" y="216000"/>
                </a:lnTo>
                <a:lnTo>
                  <a:pt x="43200" y="216000"/>
                </a:lnTo>
                <a:lnTo>
                  <a:pt x="26668" y="194400"/>
                </a:lnTo>
                <a:lnTo>
                  <a:pt x="12652" y="172800"/>
                </a:lnTo>
                <a:lnTo>
                  <a:pt x="3288" y="151200"/>
                </a:lnTo>
                <a:lnTo>
                  <a:pt x="0" y="129600"/>
                </a:lnTo>
                <a:lnTo>
                  <a:pt x="3288" y="108000"/>
                </a:lnTo>
                <a:lnTo>
                  <a:pt x="12652" y="86400"/>
                </a:lnTo>
                <a:lnTo>
                  <a:pt x="26668" y="64800"/>
                </a:lnTo>
                <a:lnTo>
                  <a:pt x="43200" y="43200"/>
                </a:lnTo>
                <a:close/>
              </a:path>
            </a:pathLst>
          </a:custGeom>
          <a:noFill/>
          <a:ln w="7620">
            <a:solidFill>
              <a:srgbClr val="A4433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8000" y="8496000"/>
            <a:ext cx="9144000" cy="68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  <a:r>
              <a:t>TBC #16 / #26 — no structural capacities, glass certifications or anchor schedules are inferred.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Overall plan / setting-out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AP-03 · front-left internal origin; x across, y into shop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540000" y="9792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540000" y="10008000"/>
            <a:ext cx="7128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FOR COORDINATION  ·  SITE ITEMS OPEN  ·  REV B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06 OCT 2026  /  SOURCE REV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4000" y="10008000"/>
            <a:ext cx="522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1:20 @ A3  ·  DIMENSIONS mm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SPEC SNAPSHOT eeccbde1cd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92000" y="10008000"/>
            <a:ext cx="1152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AP-03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548000" y="2052000"/>
            <a:ext cx="0" cy="7308000"/>
          </a:xfrm>
          <a:prstGeom prst="line">
            <a:avLst/>
          </a:prstGeom>
          <a:ln w="7620">
            <a:solidFill>
              <a:srgbClr val="E8E1D5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10908000" y="2088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01 / ENVELOPE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08000" y="2448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2400 × 3106 clear finished dimensions assumed. Verify finished faces before fabrication (#4).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08000" y="3852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02 / COUNTER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08000" y="4212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1000 × 450 × 900H</a:t>
            </a:r>
          </a:p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x = 700–1700</a:t>
            </a:r>
          </a:p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y = 1706–2156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08000" y="5616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03 / ACCESS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08000" y="5976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450 on either side of counter. These do not meet the project’s assumed 900 route. Consultant decision #16 required.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08000" y="7380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04 / REAR CONNECTION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08000" y="7740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Side units continue to rear wall. Rear bays occupy x=250–750 and 1650–2150; no footprint overlap.</a:t>
            </a:r>
          </a:p>
        </p:txBody>
      </p:sp>
      <p:sp>
        <p:nvSpPr>
          <p:cNvPr id="20" name="GEOM:internal-envelope"/>
          <p:cNvSpPr/>
          <p:nvPr/>
        </p:nvSpPr>
        <p:spPr>
          <a:xfrm>
            <a:off x="2520000" y="3049199"/>
            <a:ext cx="4320000" cy="5590800"/>
          </a:xfrm>
          <a:prstGeom prst="rect">
            <a:avLst/>
          </a:prstGeom>
          <a:noFill/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20000" y="3049199"/>
            <a:ext cx="450000" cy="47808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2520000" y="6634800"/>
            <a:ext cx="45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2520000" y="5439600"/>
            <a:ext cx="45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2520000" y="4244400"/>
            <a:ext cx="45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25" name="Rectangle 24"/>
          <p:cNvSpPr/>
          <p:nvPr/>
        </p:nvSpPr>
        <p:spPr>
          <a:xfrm>
            <a:off x="6390000" y="3049199"/>
            <a:ext cx="450000" cy="47808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6390000" y="6634800"/>
            <a:ext cx="45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>
            <a:off x="6390000" y="5439600"/>
            <a:ext cx="45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6390000" y="4244400"/>
            <a:ext cx="45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29" name="Rectangle 28"/>
          <p:cNvSpPr/>
          <p:nvPr/>
        </p:nvSpPr>
        <p:spPr>
          <a:xfrm>
            <a:off x="2520000" y="7830000"/>
            <a:ext cx="810000" cy="8100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30000" y="7830000"/>
            <a:ext cx="810000" cy="8100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970000" y="3049199"/>
            <a:ext cx="900000" cy="4500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90000" y="3049199"/>
            <a:ext cx="900000" cy="4500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GEOM:counter-plan"/>
          <p:cNvSpPr/>
          <p:nvPr/>
        </p:nvSpPr>
        <p:spPr>
          <a:xfrm>
            <a:off x="3780000" y="4759200"/>
            <a:ext cx="1800000" cy="810000"/>
          </a:xfrm>
          <a:prstGeom prst="rect">
            <a:avLst/>
          </a:prstGeom>
          <a:solidFill>
            <a:srgbClr val="D6D2C8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3330000" y="8640000"/>
            <a:ext cx="885600" cy="0"/>
          </a:xfrm>
          <a:prstGeom prst="line">
            <a:avLst/>
          </a:prstGeom>
          <a:ln w="17780">
            <a:solidFill>
              <a:srgbClr val="466976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>
            <a:off x="4222800" y="8640000"/>
            <a:ext cx="1800000" cy="0"/>
          </a:xfrm>
          <a:prstGeom prst="line">
            <a:avLst/>
          </a:prstGeom>
          <a:ln w="17780">
            <a:solidFill>
              <a:srgbClr val="466976"/>
            </a:solidFill>
          </a:ln>
          <a:effectLst/>
        </p:spPr>
      </p:cxnSp>
      <p:cxnSp>
        <p:nvCxnSpPr>
          <p:cNvPr id="36" name="Connector 35"/>
          <p:cNvCxnSpPr/>
          <p:nvPr/>
        </p:nvCxnSpPr>
        <p:spPr>
          <a:xfrm flipV="1">
            <a:off x="4222800" y="8534046"/>
            <a:ext cx="3468" cy="105954"/>
          </a:xfrm>
          <a:prstGeom prst="line">
            <a:avLst/>
          </a:prstGeom>
          <a:ln w="5080">
            <a:solidFill>
              <a:srgbClr val="737871"/>
            </a:solidFill>
            <a:prstDash val="dash"/>
          </a:ln>
          <a:effectLst/>
        </p:spPr>
      </p:cxnSp>
      <p:cxnSp>
        <p:nvCxnSpPr>
          <p:cNvPr id="37" name="Connector 36"/>
          <p:cNvCxnSpPr/>
          <p:nvPr/>
        </p:nvCxnSpPr>
        <p:spPr>
          <a:xfrm flipV="1">
            <a:off x="4226268" y="8428547"/>
            <a:ext cx="10391" cy="105499"/>
          </a:xfrm>
          <a:prstGeom prst="line">
            <a:avLst/>
          </a:prstGeom>
          <a:ln w="5080">
            <a:solidFill>
              <a:srgbClr val="737871"/>
            </a:solidFill>
            <a:prstDash val="dash"/>
          </a:ln>
          <a:effectLst/>
        </p:spPr>
      </p:cxnSp>
      <p:cxnSp>
        <p:nvCxnSpPr>
          <p:cNvPr id="38" name="Connector 37"/>
          <p:cNvCxnSpPr/>
          <p:nvPr/>
        </p:nvCxnSpPr>
        <p:spPr>
          <a:xfrm flipV="1">
            <a:off x="4236659" y="8323953"/>
            <a:ext cx="17268" cy="104594"/>
          </a:xfrm>
          <a:prstGeom prst="line">
            <a:avLst/>
          </a:prstGeom>
          <a:ln w="5080">
            <a:solidFill>
              <a:srgbClr val="737871"/>
            </a:solidFill>
            <a:prstDash val="dash"/>
          </a:ln>
          <a:effectLst/>
        </p:spPr>
      </p:cxnSp>
      <p:cxnSp>
        <p:nvCxnSpPr>
          <p:cNvPr id="39" name="Connector 38"/>
          <p:cNvCxnSpPr/>
          <p:nvPr/>
        </p:nvCxnSpPr>
        <p:spPr>
          <a:xfrm flipV="1">
            <a:off x="4253927" y="8220713"/>
            <a:ext cx="24073" cy="103240"/>
          </a:xfrm>
          <a:prstGeom prst="line">
            <a:avLst/>
          </a:prstGeom>
          <a:ln w="5080">
            <a:solidFill>
              <a:srgbClr val="737871"/>
            </a:solidFill>
            <a:prstDash val="dash"/>
          </a:ln>
          <a:effectLst/>
        </p:spPr>
      </p:cxnSp>
      <p:cxnSp>
        <p:nvCxnSpPr>
          <p:cNvPr id="40" name="Connector 39"/>
          <p:cNvCxnSpPr/>
          <p:nvPr/>
        </p:nvCxnSpPr>
        <p:spPr>
          <a:xfrm flipV="1">
            <a:off x="4278000" y="8119268"/>
            <a:ext cx="30773" cy="101445"/>
          </a:xfrm>
          <a:prstGeom prst="line">
            <a:avLst/>
          </a:prstGeom>
          <a:ln w="5080">
            <a:solidFill>
              <a:srgbClr val="737871"/>
            </a:solidFill>
            <a:prstDash val="dash"/>
          </a:ln>
          <a:effectLst/>
        </p:spPr>
      </p:cxnSp>
      <p:cxnSp>
        <p:nvCxnSpPr>
          <p:cNvPr id="41" name="Connector 40"/>
          <p:cNvCxnSpPr/>
          <p:nvPr/>
        </p:nvCxnSpPr>
        <p:spPr>
          <a:xfrm flipV="1">
            <a:off x="4308773" y="8020052"/>
            <a:ext cx="37342" cy="99216"/>
          </a:xfrm>
          <a:prstGeom prst="line">
            <a:avLst/>
          </a:prstGeom>
          <a:ln w="5080">
            <a:solidFill>
              <a:srgbClr val="737871"/>
            </a:solidFill>
            <a:prstDash val="dash"/>
          </a:ln>
          <a:effectLst/>
        </p:spPr>
      </p:cxnSp>
      <p:cxnSp>
        <p:nvCxnSpPr>
          <p:cNvPr id="42" name="Connector 41"/>
          <p:cNvCxnSpPr/>
          <p:nvPr/>
        </p:nvCxnSpPr>
        <p:spPr>
          <a:xfrm flipV="1">
            <a:off x="4346115" y="7923492"/>
            <a:ext cx="43751" cy="96560"/>
          </a:xfrm>
          <a:prstGeom prst="line">
            <a:avLst/>
          </a:prstGeom>
          <a:ln w="5080">
            <a:solidFill>
              <a:srgbClr val="737871"/>
            </a:solidFill>
            <a:prstDash val="dash"/>
          </a:ln>
          <a:effectLst/>
        </p:spPr>
      </p:cxnSp>
      <p:cxnSp>
        <p:nvCxnSpPr>
          <p:cNvPr id="43" name="Connector 42"/>
          <p:cNvCxnSpPr/>
          <p:nvPr/>
        </p:nvCxnSpPr>
        <p:spPr>
          <a:xfrm flipV="1">
            <a:off x="4389866" y="7830000"/>
            <a:ext cx="49972" cy="93492"/>
          </a:xfrm>
          <a:prstGeom prst="line">
            <a:avLst/>
          </a:prstGeom>
          <a:ln w="5080">
            <a:solidFill>
              <a:srgbClr val="737871"/>
            </a:solidFill>
            <a:prstDash val="dash"/>
          </a:ln>
          <a:effectLst/>
        </p:spPr>
      </p:cxnSp>
      <p:cxnSp>
        <p:nvCxnSpPr>
          <p:cNvPr id="44" name="Connector 43"/>
          <p:cNvCxnSpPr/>
          <p:nvPr/>
        </p:nvCxnSpPr>
        <p:spPr>
          <a:xfrm flipV="1">
            <a:off x="4439838" y="7739976"/>
            <a:ext cx="55981" cy="90024"/>
          </a:xfrm>
          <a:prstGeom prst="line">
            <a:avLst/>
          </a:prstGeom>
          <a:ln w="5080">
            <a:solidFill>
              <a:srgbClr val="737871"/>
            </a:solidFill>
            <a:prstDash val="dash"/>
          </a:ln>
          <a:effectLst/>
        </p:spPr>
      </p:cxnSp>
      <p:cxnSp>
        <p:nvCxnSpPr>
          <p:cNvPr id="45" name="Connector 44"/>
          <p:cNvCxnSpPr/>
          <p:nvPr/>
        </p:nvCxnSpPr>
        <p:spPr>
          <a:xfrm flipV="1">
            <a:off x="4495819" y="7653806"/>
            <a:ext cx="61748" cy="86170"/>
          </a:xfrm>
          <a:prstGeom prst="line">
            <a:avLst/>
          </a:prstGeom>
          <a:ln w="5080">
            <a:solidFill>
              <a:srgbClr val="737871"/>
            </a:solidFill>
            <a:prstDash val="dash"/>
          </a:ln>
          <a:effectLst/>
        </p:spPr>
      </p:cxnSp>
      <p:cxnSp>
        <p:nvCxnSpPr>
          <p:cNvPr id="46" name="Connector 45"/>
          <p:cNvCxnSpPr/>
          <p:nvPr/>
        </p:nvCxnSpPr>
        <p:spPr>
          <a:xfrm flipV="1">
            <a:off x="4557567" y="7571859"/>
            <a:ext cx="67252" cy="81947"/>
          </a:xfrm>
          <a:prstGeom prst="line">
            <a:avLst/>
          </a:prstGeom>
          <a:ln w="5080">
            <a:solidFill>
              <a:srgbClr val="737871"/>
            </a:solidFill>
            <a:prstDash val="dash"/>
          </a:ln>
          <a:effectLst/>
        </p:spPr>
      </p:cxnSp>
      <p:cxnSp>
        <p:nvCxnSpPr>
          <p:cNvPr id="47" name="Connector 46"/>
          <p:cNvCxnSpPr/>
          <p:nvPr/>
        </p:nvCxnSpPr>
        <p:spPr>
          <a:xfrm flipV="1">
            <a:off x="4624819" y="7494487"/>
            <a:ext cx="72468" cy="77372"/>
          </a:xfrm>
          <a:prstGeom prst="line">
            <a:avLst/>
          </a:prstGeom>
          <a:ln w="5080">
            <a:solidFill>
              <a:srgbClr val="737871"/>
            </a:solidFill>
            <a:prstDash val="dash"/>
          </a:ln>
          <a:effectLst/>
        </p:spPr>
      </p:cxnSp>
      <p:cxnSp>
        <p:nvCxnSpPr>
          <p:cNvPr id="48" name="Connector 47"/>
          <p:cNvCxnSpPr/>
          <p:nvPr/>
        </p:nvCxnSpPr>
        <p:spPr>
          <a:xfrm flipV="1">
            <a:off x="4697287" y="7422019"/>
            <a:ext cx="77372" cy="72468"/>
          </a:xfrm>
          <a:prstGeom prst="line">
            <a:avLst/>
          </a:prstGeom>
          <a:ln w="5080">
            <a:solidFill>
              <a:srgbClr val="737871"/>
            </a:solidFill>
            <a:prstDash val="dash"/>
          </a:ln>
          <a:effectLst/>
        </p:spPr>
      </p:cxnSp>
      <p:cxnSp>
        <p:nvCxnSpPr>
          <p:cNvPr id="49" name="Connector 48"/>
          <p:cNvCxnSpPr/>
          <p:nvPr/>
        </p:nvCxnSpPr>
        <p:spPr>
          <a:xfrm flipV="1">
            <a:off x="4774659" y="7354767"/>
            <a:ext cx="81947" cy="67252"/>
          </a:xfrm>
          <a:prstGeom prst="line">
            <a:avLst/>
          </a:prstGeom>
          <a:ln w="5080">
            <a:solidFill>
              <a:srgbClr val="737871"/>
            </a:solidFill>
            <a:prstDash val="dash"/>
          </a:ln>
          <a:effectLst/>
        </p:spPr>
      </p:cxnSp>
      <p:cxnSp>
        <p:nvCxnSpPr>
          <p:cNvPr id="50" name="Connector 49"/>
          <p:cNvCxnSpPr/>
          <p:nvPr/>
        </p:nvCxnSpPr>
        <p:spPr>
          <a:xfrm flipV="1">
            <a:off x="4856606" y="7293019"/>
            <a:ext cx="86170" cy="61748"/>
          </a:xfrm>
          <a:prstGeom prst="line">
            <a:avLst/>
          </a:prstGeom>
          <a:ln w="5080">
            <a:solidFill>
              <a:srgbClr val="737871"/>
            </a:solidFill>
            <a:prstDash val="dash"/>
          </a:ln>
          <a:effectLst/>
        </p:spPr>
      </p:cxnSp>
      <p:cxnSp>
        <p:nvCxnSpPr>
          <p:cNvPr id="51" name="Connector 50"/>
          <p:cNvCxnSpPr/>
          <p:nvPr/>
        </p:nvCxnSpPr>
        <p:spPr>
          <a:xfrm flipV="1">
            <a:off x="4942776" y="7237038"/>
            <a:ext cx="90024" cy="55981"/>
          </a:xfrm>
          <a:prstGeom prst="line">
            <a:avLst/>
          </a:prstGeom>
          <a:ln w="5080">
            <a:solidFill>
              <a:srgbClr val="737871"/>
            </a:solidFill>
            <a:prstDash val="dash"/>
          </a:ln>
          <a:effectLst/>
        </p:spPr>
      </p:cxnSp>
      <p:cxnSp>
        <p:nvCxnSpPr>
          <p:cNvPr id="52" name="Connector 51"/>
          <p:cNvCxnSpPr/>
          <p:nvPr/>
        </p:nvCxnSpPr>
        <p:spPr>
          <a:xfrm flipV="1">
            <a:off x="5032800" y="7187066"/>
            <a:ext cx="93492" cy="49972"/>
          </a:xfrm>
          <a:prstGeom prst="line">
            <a:avLst/>
          </a:prstGeom>
          <a:ln w="5080">
            <a:solidFill>
              <a:srgbClr val="737871"/>
            </a:solidFill>
            <a:prstDash val="dash"/>
          </a:ln>
          <a:effectLst/>
        </p:spPr>
      </p:cxnSp>
      <p:cxnSp>
        <p:nvCxnSpPr>
          <p:cNvPr id="53" name="Connector 52"/>
          <p:cNvCxnSpPr/>
          <p:nvPr/>
        </p:nvCxnSpPr>
        <p:spPr>
          <a:xfrm flipV="1">
            <a:off x="5126292" y="7143315"/>
            <a:ext cx="96560" cy="43751"/>
          </a:xfrm>
          <a:prstGeom prst="line">
            <a:avLst/>
          </a:prstGeom>
          <a:ln w="5080">
            <a:solidFill>
              <a:srgbClr val="737871"/>
            </a:solidFill>
            <a:prstDash val="dash"/>
          </a:ln>
          <a:effectLst/>
        </p:spPr>
      </p:cxnSp>
      <p:cxnSp>
        <p:nvCxnSpPr>
          <p:cNvPr id="54" name="Connector 53"/>
          <p:cNvCxnSpPr/>
          <p:nvPr/>
        </p:nvCxnSpPr>
        <p:spPr>
          <a:xfrm flipV="1">
            <a:off x="5222852" y="7105973"/>
            <a:ext cx="99216" cy="37342"/>
          </a:xfrm>
          <a:prstGeom prst="line">
            <a:avLst/>
          </a:prstGeom>
          <a:ln w="5080">
            <a:solidFill>
              <a:srgbClr val="737871"/>
            </a:solidFill>
            <a:prstDash val="dash"/>
          </a:ln>
          <a:effectLst/>
        </p:spPr>
      </p:cxnSp>
      <p:cxnSp>
        <p:nvCxnSpPr>
          <p:cNvPr id="55" name="Connector 54"/>
          <p:cNvCxnSpPr/>
          <p:nvPr/>
        </p:nvCxnSpPr>
        <p:spPr>
          <a:xfrm flipV="1">
            <a:off x="5322068" y="7075200"/>
            <a:ext cx="101445" cy="30773"/>
          </a:xfrm>
          <a:prstGeom prst="line">
            <a:avLst/>
          </a:prstGeom>
          <a:ln w="5080">
            <a:solidFill>
              <a:srgbClr val="737871"/>
            </a:solidFill>
            <a:prstDash val="dash"/>
          </a:ln>
          <a:effectLst/>
        </p:spPr>
      </p:cxnSp>
      <p:cxnSp>
        <p:nvCxnSpPr>
          <p:cNvPr id="56" name="Connector 55"/>
          <p:cNvCxnSpPr/>
          <p:nvPr/>
        </p:nvCxnSpPr>
        <p:spPr>
          <a:xfrm flipV="1">
            <a:off x="5423513" y="7051127"/>
            <a:ext cx="103240" cy="24073"/>
          </a:xfrm>
          <a:prstGeom prst="line">
            <a:avLst/>
          </a:prstGeom>
          <a:ln w="5080">
            <a:solidFill>
              <a:srgbClr val="737871"/>
            </a:solidFill>
            <a:prstDash val="dash"/>
          </a:ln>
          <a:effectLst/>
        </p:spPr>
      </p:cxnSp>
      <p:cxnSp>
        <p:nvCxnSpPr>
          <p:cNvPr id="57" name="Connector 56"/>
          <p:cNvCxnSpPr/>
          <p:nvPr/>
        </p:nvCxnSpPr>
        <p:spPr>
          <a:xfrm flipV="1">
            <a:off x="5526753" y="7033859"/>
            <a:ext cx="104594" cy="17268"/>
          </a:xfrm>
          <a:prstGeom prst="line">
            <a:avLst/>
          </a:prstGeom>
          <a:ln w="5080">
            <a:solidFill>
              <a:srgbClr val="737871"/>
            </a:solidFill>
            <a:prstDash val="dash"/>
          </a:ln>
          <a:effectLst/>
        </p:spPr>
      </p:cxnSp>
      <p:cxnSp>
        <p:nvCxnSpPr>
          <p:cNvPr id="58" name="Connector 57"/>
          <p:cNvCxnSpPr/>
          <p:nvPr/>
        </p:nvCxnSpPr>
        <p:spPr>
          <a:xfrm flipV="1">
            <a:off x="5631347" y="7023468"/>
            <a:ext cx="105499" cy="10391"/>
          </a:xfrm>
          <a:prstGeom prst="line">
            <a:avLst/>
          </a:prstGeom>
          <a:ln w="5080">
            <a:solidFill>
              <a:srgbClr val="737871"/>
            </a:solidFill>
            <a:prstDash val="dash"/>
          </a:ln>
          <a:effectLst/>
        </p:spPr>
      </p:cxnSp>
      <p:cxnSp>
        <p:nvCxnSpPr>
          <p:cNvPr id="59" name="Connector 58"/>
          <p:cNvCxnSpPr/>
          <p:nvPr/>
        </p:nvCxnSpPr>
        <p:spPr>
          <a:xfrm flipV="1">
            <a:off x="5736846" y="7020000"/>
            <a:ext cx="105954" cy="3468"/>
          </a:xfrm>
          <a:prstGeom prst="line">
            <a:avLst/>
          </a:prstGeom>
          <a:ln w="5080">
            <a:solidFill>
              <a:srgbClr val="737871"/>
            </a:solidFill>
            <a:prstDash val="dash"/>
          </a:ln>
          <a:effectLst/>
        </p:spPr>
      </p:cxnSp>
      <p:cxnSp>
        <p:nvCxnSpPr>
          <p:cNvPr id="60" name="Connector 59"/>
          <p:cNvCxnSpPr/>
          <p:nvPr/>
        </p:nvCxnSpPr>
        <p:spPr>
          <a:xfrm flipV="1">
            <a:off x="5842800" y="7020000"/>
            <a:ext cx="0" cy="1800000"/>
          </a:xfrm>
          <a:prstGeom prst="line">
            <a:avLst/>
          </a:prstGeom>
          <a:ln w="7620">
            <a:solidFill>
              <a:srgbClr val="466976"/>
            </a:solidFill>
            <a:prstDash val="dash"/>
          </a:ln>
          <a:effectLst/>
        </p:spPr>
      </p:cxnSp>
      <p:cxnSp>
        <p:nvCxnSpPr>
          <p:cNvPr id="61" name="Connector 60"/>
          <p:cNvCxnSpPr/>
          <p:nvPr/>
        </p:nvCxnSpPr>
        <p:spPr>
          <a:xfrm>
            <a:off x="2520000" y="8640000"/>
            <a:ext cx="0" cy="43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62" name="Connector 61"/>
          <p:cNvCxnSpPr/>
          <p:nvPr/>
        </p:nvCxnSpPr>
        <p:spPr>
          <a:xfrm>
            <a:off x="6840000" y="8640000"/>
            <a:ext cx="0" cy="43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63" name="Connector 62"/>
          <p:cNvCxnSpPr/>
          <p:nvPr/>
        </p:nvCxnSpPr>
        <p:spPr>
          <a:xfrm>
            <a:off x="2520000" y="9072000"/>
            <a:ext cx="432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64" name="Connector 63"/>
          <p:cNvCxnSpPr/>
          <p:nvPr/>
        </p:nvCxnSpPr>
        <p:spPr>
          <a:xfrm flipV="1">
            <a:off x="2484000" y="90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65" name="Connector 64"/>
          <p:cNvCxnSpPr/>
          <p:nvPr/>
        </p:nvCxnSpPr>
        <p:spPr>
          <a:xfrm flipV="1">
            <a:off x="6804000" y="90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66" name="TextBox 65"/>
          <p:cNvSpPr txBox="1"/>
          <p:nvPr/>
        </p:nvSpPr>
        <p:spPr>
          <a:xfrm>
            <a:off x="4140000" y="8892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2400</a:t>
            </a:r>
          </a:p>
        </p:txBody>
      </p:sp>
      <p:cxnSp>
        <p:nvCxnSpPr>
          <p:cNvPr id="67" name="Connector 66"/>
          <p:cNvCxnSpPr/>
          <p:nvPr/>
        </p:nvCxnSpPr>
        <p:spPr>
          <a:xfrm flipH="1">
            <a:off x="2052000" y="8640000"/>
            <a:ext cx="46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68" name="Connector 67"/>
          <p:cNvCxnSpPr/>
          <p:nvPr/>
        </p:nvCxnSpPr>
        <p:spPr>
          <a:xfrm flipH="1">
            <a:off x="2052000" y="3049199"/>
            <a:ext cx="46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69" name="Connector 68"/>
          <p:cNvCxnSpPr/>
          <p:nvPr/>
        </p:nvCxnSpPr>
        <p:spPr>
          <a:xfrm flipV="1">
            <a:off x="2052000" y="3049199"/>
            <a:ext cx="0" cy="5590801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70" name="Connector 69"/>
          <p:cNvCxnSpPr/>
          <p:nvPr/>
        </p:nvCxnSpPr>
        <p:spPr>
          <a:xfrm flipV="1">
            <a:off x="2016000" y="860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71" name="Connector 70"/>
          <p:cNvCxnSpPr/>
          <p:nvPr/>
        </p:nvCxnSpPr>
        <p:spPr>
          <a:xfrm flipV="1">
            <a:off x="2016000" y="3013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72" name="TextBox 71"/>
          <p:cNvSpPr txBox="1"/>
          <p:nvPr/>
        </p:nvSpPr>
        <p:spPr>
          <a:xfrm>
            <a:off x="1620000" y="58446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3106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2970000" y="55692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74" name="Connector 73"/>
          <p:cNvCxnSpPr/>
          <p:nvPr/>
        </p:nvCxnSpPr>
        <p:spPr>
          <a:xfrm>
            <a:off x="3780000" y="55692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75" name="Connector 74"/>
          <p:cNvCxnSpPr/>
          <p:nvPr/>
        </p:nvCxnSpPr>
        <p:spPr>
          <a:xfrm>
            <a:off x="2970000" y="5857200"/>
            <a:ext cx="81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76" name="Connector 75"/>
          <p:cNvCxnSpPr/>
          <p:nvPr/>
        </p:nvCxnSpPr>
        <p:spPr>
          <a:xfrm flipV="1">
            <a:off x="2934000" y="58212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77" name="Connector 76"/>
          <p:cNvCxnSpPr/>
          <p:nvPr/>
        </p:nvCxnSpPr>
        <p:spPr>
          <a:xfrm flipV="1">
            <a:off x="3744000" y="58212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78" name="TextBox 77"/>
          <p:cNvSpPr txBox="1"/>
          <p:nvPr/>
        </p:nvSpPr>
        <p:spPr>
          <a:xfrm>
            <a:off x="2835000" y="56772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450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5580000" y="55692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80" name="Connector 79"/>
          <p:cNvCxnSpPr/>
          <p:nvPr/>
        </p:nvCxnSpPr>
        <p:spPr>
          <a:xfrm>
            <a:off x="6390000" y="55692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81" name="Connector 80"/>
          <p:cNvCxnSpPr/>
          <p:nvPr/>
        </p:nvCxnSpPr>
        <p:spPr>
          <a:xfrm>
            <a:off x="5580000" y="5857200"/>
            <a:ext cx="81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82" name="Connector 81"/>
          <p:cNvCxnSpPr/>
          <p:nvPr/>
        </p:nvCxnSpPr>
        <p:spPr>
          <a:xfrm flipV="1">
            <a:off x="5544000" y="58212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83" name="Connector 82"/>
          <p:cNvCxnSpPr/>
          <p:nvPr/>
        </p:nvCxnSpPr>
        <p:spPr>
          <a:xfrm flipV="1">
            <a:off x="6354000" y="58212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84" name="TextBox 83"/>
          <p:cNvSpPr txBox="1"/>
          <p:nvPr/>
        </p:nvSpPr>
        <p:spPr>
          <a:xfrm>
            <a:off x="5445000" y="56772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450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5580000" y="4759200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86" name="Connector 85"/>
          <p:cNvCxnSpPr/>
          <p:nvPr/>
        </p:nvCxnSpPr>
        <p:spPr>
          <a:xfrm>
            <a:off x="5580000" y="3499199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87" name="Connector 86"/>
          <p:cNvCxnSpPr/>
          <p:nvPr/>
        </p:nvCxnSpPr>
        <p:spPr>
          <a:xfrm flipV="1">
            <a:off x="6012000" y="3499199"/>
            <a:ext cx="0" cy="1260001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88" name="Connector 87"/>
          <p:cNvCxnSpPr/>
          <p:nvPr/>
        </p:nvCxnSpPr>
        <p:spPr>
          <a:xfrm flipV="1">
            <a:off x="5976000" y="47232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89" name="Connector 88"/>
          <p:cNvCxnSpPr/>
          <p:nvPr/>
        </p:nvCxnSpPr>
        <p:spPr>
          <a:xfrm flipV="1">
            <a:off x="5976000" y="3463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90" name="TextBox 89"/>
          <p:cNvSpPr txBox="1"/>
          <p:nvPr/>
        </p:nvSpPr>
        <p:spPr>
          <a:xfrm>
            <a:off x="5580000" y="4129199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700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780000" y="5076000"/>
            <a:ext cx="1800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252725"/>
                </a:solidFill>
                <a:latin typeface="Liberation Sans"/>
              </a:defRPr>
            </a:pPr>
            <a:r>
              <a:t>COUNTER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330000" y="2700000"/>
            <a:ext cx="1800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252725"/>
                </a:solidFill>
                <a:latin typeface="Liberation Sans"/>
              </a:defRPr>
            </a:pPr>
            <a:r>
              <a:t>REAR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2520000" y="9504000"/>
            <a:ext cx="3600000" cy="0"/>
          </a:xfrm>
          <a:prstGeom prst="line">
            <a:avLst/>
          </a:prstGeom>
          <a:ln w="19050">
            <a:solidFill>
              <a:srgbClr val="252725"/>
            </a:solidFill>
          </a:ln>
          <a:effectLst/>
        </p:spPr>
      </p:cxnSp>
      <p:cxnSp>
        <p:nvCxnSpPr>
          <p:cNvPr id="94" name="Connector 93"/>
          <p:cNvCxnSpPr/>
          <p:nvPr/>
        </p:nvCxnSpPr>
        <p:spPr>
          <a:xfrm>
            <a:off x="2520000" y="9468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95" name="Connector 94"/>
          <p:cNvCxnSpPr/>
          <p:nvPr/>
        </p:nvCxnSpPr>
        <p:spPr>
          <a:xfrm>
            <a:off x="4320000" y="9468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96" name="Connector 95"/>
          <p:cNvCxnSpPr/>
          <p:nvPr/>
        </p:nvCxnSpPr>
        <p:spPr>
          <a:xfrm>
            <a:off x="6120000" y="9468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97" name="TextBox 96"/>
          <p:cNvSpPr txBox="1"/>
          <p:nvPr/>
        </p:nvSpPr>
        <p:spPr>
          <a:xfrm>
            <a:off x="2520000" y="9576000"/>
            <a:ext cx="414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0                         2000 mm   |   1:20</a:t>
            </a:r>
          </a:p>
        </p:txBody>
      </p:sp>
      <p:sp>
        <p:nvSpPr>
          <p:cNvPr id="98" name="Freeform 97"/>
          <p:cNvSpPr/>
          <p:nvPr/>
        </p:nvSpPr>
        <p:spPr>
          <a:xfrm>
            <a:off x="7300800" y="5212800"/>
            <a:ext cx="2822400" cy="1058400"/>
          </a:xfrm>
          <a:custGeom>
            <a:avLst/>
            <a:gdLst/>
            <a:ahLst/>
            <a:cxnLst/>
            <a:rect l="l" t="t" r="r" b="b"/>
            <a:pathLst>
              <a:path w="2822400" h="1058400">
                <a:moveTo>
                  <a:pt x="43200" y="43200"/>
                </a:moveTo>
                <a:lnTo>
                  <a:pt x="66000" y="26668"/>
                </a:lnTo>
                <a:lnTo>
                  <a:pt x="88800" y="12652"/>
                </a:lnTo>
                <a:lnTo>
                  <a:pt x="111600" y="3288"/>
                </a:lnTo>
                <a:lnTo>
                  <a:pt x="134400" y="0"/>
                </a:lnTo>
                <a:lnTo>
                  <a:pt x="157200" y="3288"/>
                </a:lnTo>
                <a:lnTo>
                  <a:pt x="180000" y="12652"/>
                </a:lnTo>
                <a:lnTo>
                  <a:pt x="202800" y="26668"/>
                </a:lnTo>
                <a:lnTo>
                  <a:pt x="225600" y="43200"/>
                </a:lnTo>
                <a:lnTo>
                  <a:pt x="225600" y="43200"/>
                </a:lnTo>
                <a:lnTo>
                  <a:pt x="248400" y="26668"/>
                </a:lnTo>
                <a:lnTo>
                  <a:pt x="271200" y="12652"/>
                </a:lnTo>
                <a:lnTo>
                  <a:pt x="294000" y="3288"/>
                </a:lnTo>
                <a:lnTo>
                  <a:pt x="316800" y="0"/>
                </a:lnTo>
                <a:lnTo>
                  <a:pt x="339600" y="3288"/>
                </a:lnTo>
                <a:lnTo>
                  <a:pt x="362400" y="12652"/>
                </a:lnTo>
                <a:lnTo>
                  <a:pt x="385200" y="26668"/>
                </a:lnTo>
                <a:lnTo>
                  <a:pt x="408000" y="43200"/>
                </a:lnTo>
                <a:lnTo>
                  <a:pt x="408000" y="43200"/>
                </a:lnTo>
                <a:lnTo>
                  <a:pt x="430799" y="26668"/>
                </a:lnTo>
                <a:lnTo>
                  <a:pt x="453600" y="12652"/>
                </a:lnTo>
                <a:lnTo>
                  <a:pt x="476400" y="3288"/>
                </a:lnTo>
                <a:lnTo>
                  <a:pt x="499200" y="0"/>
                </a:lnTo>
                <a:lnTo>
                  <a:pt x="522000" y="3288"/>
                </a:lnTo>
                <a:lnTo>
                  <a:pt x="544800" y="12652"/>
                </a:lnTo>
                <a:lnTo>
                  <a:pt x="567600" y="26668"/>
                </a:lnTo>
                <a:lnTo>
                  <a:pt x="590400" y="43200"/>
                </a:lnTo>
                <a:lnTo>
                  <a:pt x="590400" y="43200"/>
                </a:lnTo>
                <a:lnTo>
                  <a:pt x="613200" y="26668"/>
                </a:lnTo>
                <a:lnTo>
                  <a:pt x="636000" y="12652"/>
                </a:lnTo>
                <a:lnTo>
                  <a:pt x="658800" y="3288"/>
                </a:lnTo>
                <a:lnTo>
                  <a:pt x="681600" y="0"/>
                </a:lnTo>
                <a:lnTo>
                  <a:pt x="704400" y="3288"/>
                </a:lnTo>
                <a:lnTo>
                  <a:pt x="727200" y="12652"/>
                </a:lnTo>
                <a:lnTo>
                  <a:pt x="750000" y="26668"/>
                </a:lnTo>
                <a:lnTo>
                  <a:pt x="772799" y="43200"/>
                </a:lnTo>
                <a:lnTo>
                  <a:pt x="772799" y="43200"/>
                </a:lnTo>
                <a:lnTo>
                  <a:pt x="795600" y="26668"/>
                </a:lnTo>
                <a:lnTo>
                  <a:pt x="818400" y="12652"/>
                </a:lnTo>
                <a:lnTo>
                  <a:pt x="841200" y="3288"/>
                </a:lnTo>
                <a:lnTo>
                  <a:pt x="864000" y="0"/>
                </a:lnTo>
                <a:lnTo>
                  <a:pt x="886800" y="3288"/>
                </a:lnTo>
                <a:lnTo>
                  <a:pt x="909600" y="12652"/>
                </a:lnTo>
                <a:lnTo>
                  <a:pt x="932400" y="26668"/>
                </a:lnTo>
                <a:lnTo>
                  <a:pt x="955200" y="43200"/>
                </a:lnTo>
                <a:lnTo>
                  <a:pt x="955200" y="43200"/>
                </a:lnTo>
                <a:lnTo>
                  <a:pt x="978000" y="26668"/>
                </a:lnTo>
                <a:lnTo>
                  <a:pt x="1000800" y="12652"/>
                </a:lnTo>
                <a:lnTo>
                  <a:pt x="1023600" y="3288"/>
                </a:lnTo>
                <a:lnTo>
                  <a:pt x="1046400" y="0"/>
                </a:lnTo>
                <a:lnTo>
                  <a:pt x="1069200" y="3288"/>
                </a:lnTo>
                <a:lnTo>
                  <a:pt x="1092000" y="12652"/>
                </a:lnTo>
                <a:lnTo>
                  <a:pt x="1114800" y="26668"/>
                </a:lnTo>
                <a:lnTo>
                  <a:pt x="1137600" y="43200"/>
                </a:lnTo>
                <a:lnTo>
                  <a:pt x="1137600" y="43200"/>
                </a:lnTo>
                <a:lnTo>
                  <a:pt x="1160400" y="26668"/>
                </a:lnTo>
                <a:lnTo>
                  <a:pt x="1183200" y="12652"/>
                </a:lnTo>
                <a:lnTo>
                  <a:pt x="1206000" y="3288"/>
                </a:lnTo>
                <a:lnTo>
                  <a:pt x="1228800" y="0"/>
                </a:lnTo>
                <a:lnTo>
                  <a:pt x="1251600" y="3288"/>
                </a:lnTo>
                <a:lnTo>
                  <a:pt x="1274400" y="12652"/>
                </a:lnTo>
                <a:lnTo>
                  <a:pt x="1297200" y="26668"/>
                </a:lnTo>
                <a:lnTo>
                  <a:pt x="1320000" y="43200"/>
                </a:lnTo>
                <a:lnTo>
                  <a:pt x="1320000" y="43200"/>
                </a:lnTo>
                <a:lnTo>
                  <a:pt x="1342800" y="26668"/>
                </a:lnTo>
                <a:lnTo>
                  <a:pt x="1365600" y="12652"/>
                </a:lnTo>
                <a:lnTo>
                  <a:pt x="1388400" y="3288"/>
                </a:lnTo>
                <a:lnTo>
                  <a:pt x="1411200" y="0"/>
                </a:lnTo>
                <a:lnTo>
                  <a:pt x="1434000" y="3288"/>
                </a:lnTo>
                <a:lnTo>
                  <a:pt x="1456800" y="12652"/>
                </a:lnTo>
                <a:lnTo>
                  <a:pt x="1479600" y="26668"/>
                </a:lnTo>
                <a:lnTo>
                  <a:pt x="1502400" y="43200"/>
                </a:lnTo>
                <a:lnTo>
                  <a:pt x="1502400" y="43200"/>
                </a:lnTo>
                <a:lnTo>
                  <a:pt x="1525200" y="26668"/>
                </a:lnTo>
                <a:lnTo>
                  <a:pt x="1548000" y="12652"/>
                </a:lnTo>
                <a:lnTo>
                  <a:pt x="1570800" y="3288"/>
                </a:lnTo>
                <a:lnTo>
                  <a:pt x="1593600" y="0"/>
                </a:lnTo>
                <a:lnTo>
                  <a:pt x="1616400" y="3288"/>
                </a:lnTo>
                <a:lnTo>
                  <a:pt x="1639200" y="12652"/>
                </a:lnTo>
                <a:lnTo>
                  <a:pt x="1662000" y="26668"/>
                </a:lnTo>
                <a:lnTo>
                  <a:pt x="1684800" y="43200"/>
                </a:lnTo>
                <a:lnTo>
                  <a:pt x="1684800" y="43200"/>
                </a:lnTo>
                <a:lnTo>
                  <a:pt x="1707600" y="26668"/>
                </a:lnTo>
                <a:lnTo>
                  <a:pt x="1730400" y="12652"/>
                </a:lnTo>
                <a:lnTo>
                  <a:pt x="1753200" y="3288"/>
                </a:lnTo>
                <a:lnTo>
                  <a:pt x="1776000" y="0"/>
                </a:lnTo>
                <a:lnTo>
                  <a:pt x="1798800" y="3288"/>
                </a:lnTo>
                <a:lnTo>
                  <a:pt x="1821600" y="12652"/>
                </a:lnTo>
                <a:lnTo>
                  <a:pt x="1844400" y="26668"/>
                </a:lnTo>
                <a:lnTo>
                  <a:pt x="1867200" y="43200"/>
                </a:lnTo>
                <a:lnTo>
                  <a:pt x="1867200" y="43200"/>
                </a:lnTo>
                <a:lnTo>
                  <a:pt x="1890000" y="26668"/>
                </a:lnTo>
                <a:lnTo>
                  <a:pt x="1912800" y="12652"/>
                </a:lnTo>
                <a:lnTo>
                  <a:pt x="1935600" y="3288"/>
                </a:lnTo>
                <a:lnTo>
                  <a:pt x="1958400" y="0"/>
                </a:lnTo>
                <a:lnTo>
                  <a:pt x="1981200" y="3288"/>
                </a:lnTo>
                <a:lnTo>
                  <a:pt x="2004000" y="12652"/>
                </a:lnTo>
                <a:lnTo>
                  <a:pt x="2026800" y="26668"/>
                </a:lnTo>
                <a:lnTo>
                  <a:pt x="2049600" y="43200"/>
                </a:lnTo>
                <a:lnTo>
                  <a:pt x="2049600" y="43200"/>
                </a:lnTo>
                <a:lnTo>
                  <a:pt x="2072400" y="26668"/>
                </a:lnTo>
                <a:lnTo>
                  <a:pt x="2095200" y="12652"/>
                </a:lnTo>
                <a:lnTo>
                  <a:pt x="2118000" y="3288"/>
                </a:lnTo>
                <a:lnTo>
                  <a:pt x="2140800" y="0"/>
                </a:lnTo>
                <a:lnTo>
                  <a:pt x="2163600" y="3288"/>
                </a:lnTo>
                <a:lnTo>
                  <a:pt x="2186399" y="12652"/>
                </a:lnTo>
                <a:lnTo>
                  <a:pt x="2209200" y="26668"/>
                </a:lnTo>
                <a:lnTo>
                  <a:pt x="2232000" y="43200"/>
                </a:lnTo>
                <a:lnTo>
                  <a:pt x="2232000" y="43200"/>
                </a:lnTo>
                <a:lnTo>
                  <a:pt x="2254800" y="26668"/>
                </a:lnTo>
                <a:lnTo>
                  <a:pt x="2277600" y="12652"/>
                </a:lnTo>
                <a:lnTo>
                  <a:pt x="2300400" y="3288"/>
                </a:lnTo>
                <a:lnTo>
                  <a:pt x="2323200" y="0"/>
                </a:lnTo>
                <a:lnTo>
                  <a:pt x="2346000" y="3288"/>
                </a:lnTo>
                <a:lnTo>
                  <a:pt x="2368800" y="12652"/>
                </a:lnTo>
                <a:lnTo>
                  <a:pt x="2391600" y="26668"/>
                </a:lnTo>
                <a:lnTo>
                  <a:pt x="2414400" y="43200"/>
                </a:lnTo>
                <a:lnTo>
                  <a:pt x="2414400" y="43200"/>
                </a:lnTo>
                <a:lnTo>
                  <a:pt x="2437200" y="26668"/>
                </a:lnTo>
                <a:lnTo>
                  <a:pt x="2460000" y="12652"/>
                </a:lnTo>
                <a:lnTo>
                  <a:pt x="2482800" y="3288"/>
                </a:lnTo>
                <a:lnTo>
                  <a:pt x="2505600" y="0"/>
                </a:lnTo>
                <a:lnTo>
                  <a:pt x="2528399" y="3288"/>
                </a:lnTo>
                <a:lnTo>
                  <a:pt x="2551199" y="12652"/>
                </a:lnTo>
                <a:lnTo>
                  <a:pt x="2574000" y="26668"/>
                </a:lnTo>
                <a:lnTo>
                  <a:pt x="2596800" y="43200"/>
                </a:lnTo>
                <a:lnTo>
                  <a:pt x="2596800" y="43200"/>
                </a:lnTo>
                <a:lnTo>
                  <a:pt x="2619600" y="26668"/>
                </a:lnTo>
                <a:lnTo>
                  <a:pt x="2642400" y="12652"/>
                </a:lnTo>
                <a:lnTo>
                  <a:pt x="2665200" y="3288"/>
                </a:lnTo>
                <a:lnTo>
                  <a:pt x="2688000" y="0"/>
                </a:lnTo>
                <a:lnTo>
                  <a:pt x="2710800" y="3288"/>
                </a:lnTo>
                <a:lnTo>
                  <a:pt x="2733600" y="12652"/>
                </a:lnTo>
                <a:lnTo>
                  <a:pt x="2756400" y="26668"/>
                </a:lnTo>
                <a:lnTo>
                  <a:pt x="2779200" y="43200"/>
                </a:lnTo>
                <a:lnTo>
                  <a:pt x="2779200" y="43200"/>
                </a:lnTo>
                <a:lnTo>
                  <a:pt x="2795731" y="67500"/>
                </a:lnTo>
                <a:lnTo>
                  <a:pt x="2809747" y="91800"/>
                </a:lnTo>
                <a:lnTo>
                  <a:pt x="2819111" y="116100"/>
                </a:lnTo>
                <a:lnTo>
                  <a:pt x="2822400" y="140400"/>
                </a:lnTo>
                <a:lnTo>
                  <a:pt x="2819111" y="164700"/>
                </a:lnTo>
                <a:lnTo>
                  <a:pt x="2809747" y="189000"/>
                </a:lnTo>
                <a:lnTo>
                  <a:pt x="2795731" y="213300"/>
                </a:lnTo>
                <a:lnTo>
                  <a:pt x="2779200" y="237600"/>
                </a:lnTo>
                <a:lnTo>
                  <a:pt x="2779200" y="237600"/>
                </a:lnTo>
                <a:lnTo>
                  <a:pt x="2795731" y="261900"/>
                </a:lnTo>
                <a:lnTo>
                  <a:pt x="2809747" y="286200"/>
                </a:lnTo>
                <a:lnTo>
                  <a:pt x="2819111" y="310500"/>
                </a:lnTo>
                <a:lnTo>
                  <a:pt x="2822400" y="334800"/>
                </a:lnTo>
                <a:lnTo>
                  <a:pt x="2819111" y="359100"/>
                </a:lnTo>
                <a:lnTo>
                  <a:pt x="2809747" y="383400"/>
                </a:lnTo>
                <a:lnTo>
                  <a:pt x="2795731" y="407700"/>
                </a:lnTo>
                <a:lnTo>
                  <a:pt x="2779200" y="432000"/>
                </a:lnTo>
                <a:lnTo>
                  <a:pt x="2779200" y="432000"/>
                </a:lnTo>
                <a:lnTo>
                  <a:pt x="2795731" y="456300"/>
                </a:lnTo>
                <a:lnTo>
                  <a:pt x="2809747" y="480600"/>
                </a:lnTo>
                <a:lnTo>
                  <a:pt x="2819111" y="504900"/>
                </a:lnTo>
                <a:lnTo>
                  <a:pt x="2822400" y="529200"/>
                </a:lnTo>
                <a:lnTo>
                  <a:pt x="2819111" y="553500"/>
                </a:lnTo>
                <a:lnTo>
                  <a:pt x="2809747" y="577800"/>
                </a:lnTo>
                <a:lnTo>
                  <a:pt x="2795731" y="602100"/>
                </a:lnTo>
                <a:lnTo>
                  <a:pt x="2779200" y="626400"/>
                </a:lnTo>
                <a:lnTo>
                  <a:pt x="2779200" y="626400"/>
                </a:lnTo>
                <a:lnTo>
                  <a:pt x="2795731" y="650700"/>
                </a:lnTo>
                <a:lnTo>
                  <a:pt x="2809747" y="675000"/>
                </a:lnTo>
                <a:lnTo>
                  <a:pt x="2819111" y="699300"/>
                </a:lnTo>
                <a:lnTo>
                  <a:pt x="2822400" y="723600"/>
                </a:lnTo>
                <a:lnTo>
                  <a:pt x="2819111" y="747900"/>
                </a:lnTo>
                <a:lnTo>
                  <a:pt x="2809747" y="772200"/>
                </a:lnTo>
                <a:lnTo>
                  <a:pt x="2795731" y="796500"/>
                </a:lnTo>
                <a:lnTo>
                  <a:pt x="2779200" y="820800"/>
                </a:lnTo>
                <a:lnTo>
                  <a:pt x="2779200" y="820800"/>
                </a:lnTo>
                <a:lnTo>
                  <a:pt x="2795731" y="845100"/>
                </a:lnTo>
                <a:lnTo>
                  <a:pt x="2809747" y="869400"/>
                </a:lnTo>
                <a:lnTo>
                  <a:pt x="2819111" y="893700"/>
                </a:lnTo>
                <a:lnTo>
                  <a:pt x="2822400" y="918000"/>
                </a:lnTo>
                <a:lnTo>
                  <a:pt x="2819111" y="942300"/>
                </a:lnTo>
                <a:lnTo>
                  <a:pt x="2809747" y="966600"/>
                </a:lnTo>
                <a:lnTo>
                  <a:pt x="2795731" y="990900"/>
                </a:lnTo>
                <a:lnTo>
                  <a:pt x="2779200" y="1015200"/>
                </a:lnTo>
                <a:lnTo>
                  <a:pt x="2779200" y="1015200"/>
                </a:lnTo>
                <a:lnTo>
                  <a:pt x="2756400" y="1031731"/>
                </a:lnTo>
                <a:lnTo>
                  <a:pt x="2733600" y="1045747"/>
                </a:lnTo>
                <a:lnTo>
                  <a:pt x="2710800" y="1055111"/>
                </a:lnTo>
                <a:lnTo>
                  <a:pt x="2687999" y="1058400"/>
                </a:lnTo>
                <a:lnTo>
                  <a:pt x="2665200" y="1055111"/>
                </a:lnTo>
                <a:lnTo>
                  <a:pt x="2642400" y="1045747"/>
                </a:lnTo>
                <a:lnTo>
                  <a:pt x="2619600" y="1031731"/>
                </a:lnTo>
                <a:lnTo>
                  <a:pt x="2596800" y="1015200"/>
                </a:lnTo>
                <a:lnTo>
                  <a:pt x="2596800" y="1015200"/>
                </a:lnTo>
                <a:lnTo>
                  <a:pt x="2574000" y="1031731"/>
                </a:lnTo>
                <a:lnTo>
                  <a:pt x="2551200" y="1045747"/>
                </a:lnTo>
                <a:lnTo>
                  <a:pt x="2528400" y="1055111"/>
                </a:lnTo>
                <a:lnTo>
                  <a:pt x="2505600" y="1058400"/>
                </a:lnTo>
                <a:lnTo>
                  <a:pt x="2482800" y="1055111"/>
                </a:lnTo>
                <a:lnTo>
                  <a:pt x="2460000" y="1045747"/>
                </a:lnTo>
                <a:lnTo>
                  <a:pt x="2437200" y="1031731"/>
                </a:lnTo>
                <a:lnTo>
                  <a:pt x="2414400" y="1015200"/>
                </a:lnTo>
                <a:lnTo>
                  <a:pt x="2414400" y="1015200"/>
                </a:lnTo>
                <a:lnTo>
                  <a:pt x="2391600" y="1031731"/>
                </a:lnTo>
                <a:lnTo>
                  <a:pt x="2368800" y="1045747"/>
                </a:lnTo>
                <a:lnTo>
                  <a:pt x="2345999" y="1055111"/>
                </a:lnTo>
                <a:lnTo>
                  <a:pt x="2323200" y="1058400"/>
                </a:lnTo>
                <a:lnTo>
                  <a:pt x="2300400" y="1055111"/>
                </a:lnTo>
                <a:lnTo>
                  <a:pt x="2277600" y="1045747"/>
                </a:lnTo>
                <a:lnTo>
                  <a:pt x="2254800" y="1031731"/>
                </a:lnTo>
                <a:lnTo>
                  <a:pt x="2232000" y="1015200"/>
                </a:lnTo>
                <a:lnTo>
                  <a:pt x="2232000" y="1015200"/>
                </a:lnTo>
                <a:lnTo>
                  <a:pt x="2209200" y="1031731"/>
                </a:lnTo>
                <a:lnTo>
                  <a:pt x="2186399" y="1045747"/>
                </a:lnTo>
                <a:lnTo>
                  <a:pt x="2163600" y="1055111"/>
                </a:lnTo>
                <a:lnTo>
                  <a:pt x="2140800" y="1058400"/>
                </a:lnTo>
                <a:lnTo>
                  <a:pt x="2118000" y="1055111"/>
                </a:lnTo>
                <a:lnTo>
                  <a:pt x="2095200" y="1045747"/>
                </a:lnTo>
                <a:lnTo>
                  <a:pt x="2072400" y="1031731"/>
                </a:lnTo>
                <a:lnTo>
                  <a:pt x="2049600" y="1015200"/>
                </a:lnTo>
                <a:lnTo>
                  <a:pt x="2049600" y="1015200"/>
                </a:lnTo>
                <a:lnTo>
                  <a:pt x="2026800" y="1031731"/>
                </a:lnTo>
                <a:lnTo>
                  <a:pt x="2004000" y="1045747"/>
                </a:lnTo>
                <a:lnTo>
                  <a:pt x="1981200" y="1055111"/>
                </a:lnTo>
                <a:lnTo>
                  <a:pt x="1958400" y="1058400"/>
                </a:lnTo>
                <a:lnTo>
                  <a:pt x="1935600" y="1055111"/>
                </a:lnTo>
                <a:lnTo>
                  <a:pt x="1912800" y="1045747"/>
                </a:lnTo>
                <a:lnTo>
                  <a:pt x="1890000" y="1031731"/>
                </a:lnTo>
                <a:lnTo>
                  <a:pt x="1867200" y="1015200"/>
                </a:lnTo>
                <a:lnTo>
                  <a:pt x="1867200" y="1015200"/>
                </a:lnTo>
                <a:lnTo>
                  <a:pt x="1844400" y="1031731"/>
                </a:lnTo>
                <a:lnTo>
                  <a:pt x="1821600" y="1045747"/>
                </a:lnTo>
                <a:lnTo>
                  <a:pt x="1798800" y="1055111"/>
                </a:lnTo>
                <a:lnTo>
                  <a:pt x="1776000" y="1058400"/>
                </a:lnTo>
                <a:lnTo>
                  <a:pt x="1753200" y="1055111"/>
                </a:lnTo>
                <a:lnTo>
                  <a:pt x="1730400" y="1045747"/>
                </a:lnTo>
                <a:lnTo>
                  <a:pt x="1707600" y="1031731"/>
                </a:lnTo>
                <a:lnTo>
                  <a:pt x="1684800" y="1015200"/>
                </a:lnTo>
                <a:lnTo>
                  <a:pt x="1684800" y="1015200"/>
                </a:lnTo>
                <a:lnTo>
                  <a:pt x="1662000" y="1031731"/>
                </a:lnTo>
                <a:lnTo>
                  <a:pt x="1639200" y="1045747"/>
                </a:lnTo>
                <a:lnTo>
                  <a:pt x="1616400" y="1055111"/>
                </a:lnTo>
                <a:lnTo>
                  <a:pt x="1593600" y="1058400"/>
                </a:lnTo>
                <a:lnTo>
                  <a:pt x="1570800" y="1055111"/>
                </a:lnTo>
                <a:lnTo>
                  <a:pt x="1548000" y="1045747"/>
                </a:lnTo>
                <a:lnTo>
                  <a:pt x="1525200" y="1031731"/>
                </a:lnTo>
                <a:lnTo>
                  <a:pt x="1502400" y="1015200"/>
                </a:lnTo>
                <a:lnTo>
                  <a:pt x="1502400" y="1015200"/>
                </a:lnTo>
                <a:lnTo>
                  <a:pt x="1479600" y="1031731"/>
                </a:lnTo>
                <a:lnTo>
                  <a:pt x="1456800" y="1045747"/>
                </a:lnTo>
                <a:lnTo>
                  <a:pt x="1434000" y="1055111"/>
                </a:lnTo>
                <a:lnTo>
                  <a:pt x="1411200" y="1058400"/>
                </a:lnTo>
                <a:lnTo>
                  <a:pt x="1388400" y="1055111"/>
                </a:lnTo>
                <a:lnTo>
                  <a:pt x="1365600" y="1045747"/>
                </a:lnTo>
                <a:lnTo>
                  <a:pt x="1342800" y="1031731"/>
                </a:lnTo>
                <a:lnTo>
                  <a:pt x="1320000" y="1015200"/>
                </a:lnTo>
                <a:lnTo>
                  <a:pt x="1320000" y="1015200"/>
                </a:lnTo>
                <a:lnTo>
                  <a:pt x="1297200" y="1031731"/>
                </a:lnTo>
                <a:lnTo>
                  <a:pt x="1274400" y="1045747"/>
                </a:lnTo>
                <a:lnTo>
                  <a:pt x="1251600" y="1055111"/>
                </a:lnTo>
                <a:lnTo>
                  <a:pt x="1228800" y="1058400"/>
                </a:lnTo>
                <a:lnTo>
                  <a:pt x="1206000" y="1055111"/>
                </a:lnTo>
                <a:lnTo>
                  <a:pt x="1183200" y="1045747"/>
                </a:lnTo>
                <a:lnTo>
                  <a:pt x="1160400" y="1031731"/>
                </a:lnTo>
                <a:lnTo>
                  <a:pt x="1137600" y="1015200"/>
                </a:lnTo>
                <a:lnTo>
                  <a:pt x="1137600" y="1015200"/>
                </a:lnTo>
                <a:lnTo>
                  <a:pt x="1114800" y="1031731"/>
                </a:lnTo>
                <a:lnTo>
                  <a:pt x="1092000" y="1045747"/>
                </a:lnTo>
                <a:lnTo>
                  <a:pt x="1069200" y="1055111"/>
                </a:lnTo>
                <a:lnTo>
                  <a:pt x="1046400" y="1058400"/>
                </a:lnTo>
                <a:lnTo>
                  <a:pt x="1023599" y="1055111"/>
                </a:lnTo>
                <a:lnTo>
                  <a:pt x="1000800" y="1045747"/>
                </a:lnTo>
                <a:lnTo>
                  <a:pt x="978000" y="1031731"/>
                </a:lnTo>
                <a:lnTo>
                  <a:pt x="955200" y="1015200"/>
                </a:lnTo>
                <a:lnTo>
                  <a:pt x="955200" y="1015200"/>
                </a:lnTo>
                <a:lnTo>
                  <a:pt x="932400" y="1031731"/>
                </a:lnTo>
                <a:lnTo>
                  <a:pt x="909600" y="1045747"/>
                </a:lnTo>
                <a:lnTo>
                  <a:pt x="886800" y="1055111"/>
                </a:lnTo>
                <a:lnTo>
                  <a:pt x="864000" y="1058400"/>
                </a:lnTo>
                <a:lnTo>
                  <a:pt x="841200" y="1055111"/>
                </a:lnTo>
                <a:lnTo>
                  <a:pt x="818400" y="1045747"/>
                </a:lnTo>
                <a:lnTo>
                  <a:pt x="795600" y="1031731"/>
                </a:lnTo>
                <a:lnTo>
                  <a:pt x="772800" y="1015200"/>
                </a:lnTo>
                <a:lnTo>
                  <a:pt x="772800" y="1015200"/>
                </a:lnTo>
                <a:lnTo>
                  <a:pt x="750000" y="1031731"/>
                </a:lnTo>
                <a:lnTo>
                  <a:pt x="727200" y="1045747"/>
                </a:lnTo>
                <a:lnTo>
                  <a:pt x="704400" y="1055111"/>
                </a:lnTo>
                <a:lnTo>
                  <a:pt x="681599" y="1058400"/>
                </a:lnTo>
                <a:lnTo>
                  <a:pt x="658800" y="1055111"/>
                </a:lnTo>
                <a:lnTo>
                  <a:pt x="636000" y="1045747"/>
                </a:lnTo>
                <a:lnTo>
                  <a:pt x="613200" y="1031731"/>
                </a:lnTo>
                <a:lnTo>
                  <a:pt x="590400" y="1015200"/>
                </a:lnTo>
                <a:lnTo>
                  <a:pt x="590400" y="1015200"/>
                </a:lnTo>
                <a:lnTo>
                  <a:pt x="567600" y="1031731"/>
                </a:lnTo>
                <a:lnTo>
                  <a:pt x="544800" y="1045747"/>
                </a:lnTo>
                <a:lnTo>
                  <a:pt x="522000" y="1055111"/>
                </a:lnTo>
                <a:lnTo>
                  <a:pt x="499200" y="1058400"/>
                </a:lnTo>
                <a:lnTo>
                  <a:pt x="476400" y="1055111"/>
                </a:lnTo>
                <a:lnTo>
                  <a:pt x="453600" y="1045747"/>
                </a:lnTo>
                <a:lnTo>
                  <a:pt x="430799" y="1031731"/>
                </a:lnTo>
                <a:lnTo>
                  <a:pt x="408000" y="1015200"/>
                </a:lnTo>
                <a:lnTo>
                  <a:pt x="408000" y="1015200"/>
                </a:lnTo>
                <a:lnTo>
                  <a:pt x="385200" y="1031731"/>
                </a:lnTo>
                <a:lnTo>
                  <a:pt x="362400" y="1045747"/>
                </a:lnTo>
                <a:lnTo>
                  <a:pt x="339600" y="1055111"/>
                </a:lnTo>
                <a:lnTo>
                  <a:pt x="316800" y="1058400"/>
                </a:lnTo>
                <a:lnTo>
                  <a:pt x="294000" y="1055111"/>
                </a:lnTo>
                <a:lnTo>
                  <a:pt x="271200" y="1045747"/>
                </a:lnTo>
                <a:lnTo>
                  <a:pt x="248400" y="1031731"/>
                </a:lnTo>
                <a:lnTo>
                  <a:pt x="225600" y="1015200"/>
                </a:lnTo>
                <a:lnTo>
                  <a:pt x="225600" y="1015200"/>
                </a:lnTo>
                <a:lnTo>
                  <a:pt x="202800" y="1031731"/>
                </a:lnTo>
                <a:lnTo>
                  <a:pt x="180000" y="1045747"/>
                </a:lnTo>
                <a:lnTo>
                  <a:pt x="157200" y="1055111"/>
                </a:lnTo>
                <a:lnTo>
                  <a:pt x="134400" y="1058400"/>
                </a:lnTo>
                <a:lnTo>
                  <a:pt x="111600" y="1055111"/>
                </a:lnTo>
                <a:lnTo>
                  <a:pt x="88799" y="1045747"/>
                </a:lnTo>
                <a:lnTo>
                  <a:pt x="66000" y="1031731"/>
                </a:lnTo>
                <a:lnTo>
                  <a:pt x="43200" y="1015200"/>
                </a:lnTo>
                <a:lnTo>
                  <a:pt x="43200" y="1015200"/>
                </a:lnTo>
                <a:lnTo>
                  <a:pt x="26668" y="990900"/>
                </a:lnTo>
                <a:lnTo>
                  <a:pt x="12652" y="966600"/>
                </a:lnTo>
                <a:lnTo>
                  <a:pt x="3288" y="942300"/>
                </a:lnTo>
                <a:lnTo>
                  <a:pt x="0" y="918000"/>
                </a:lnTo>
                <a:lnTo>
                  <a:pt x="3288" y="893700"/>
                </a:lnTo>
                <a:lnTo>
                  <a:pt x="12652" y="869400"/>
                </a:lnTo>
                <a:lnTo>
                  <a:pt x="26668" y="845100"/>
                </a:lnTo>
                <a:lnTo>
                  <a:pt x="43200" y="820800"/>
                </a:lnTo>
                <a:lnTo>
                  <a:pt x="43200" y="820800"/>
                </a:lnTo>
                <a:lnTo>
                  <a:pt x="26668" y="796500"/>
                </a:lnTo>
                <a:lnTo>
                  <a:pt x="12652" y="772200"/>
                </a:lnTo>
                <a:lnTo>
                  <a:pt x="3288" y="747900"/>
                </a:lnTo>
                <a:lnTo>
                  <a:pt x="0" y="723600"/>
                </a:lnTo>
                <a:lnTo>
                  <a:pt x="3288" y="699300"/>
                </a:lnTo>
                <a:lnTo>
                  <a:pt x="12652" y="675000"/>
                </a:lnTo>
                <a:lnTo>
                  <a:pt x="26668" y="650700"/>
                </a:lnTo>
                <a:lnTo>
                  <a:pt x="43200" y="626400"/>
                </a:lnTo>
                <a:lnTo>
                  <a:pt x="43200" y="626400"/>
                </a:lnTo>
                <a:lnTo>
                  <a:pt x="26668" y="602100"/>
                </a:lnTo>
                <a:lnTo>
                  <a:pt x="12652" y="577800"/>
                </a:lnTo>
                <a:lnTo>
                  <a:pt x="3288" y="553500"/>
                </a:lnTo>
                <a:lnTo>
                  <a:pt x="0" y="529200"/>
                </a:lnTo>
                <a:lnTo>
                  <a:pt x="3288" y="504900"/>
                </a:lnTo>
                <a:lnTo>
                  <a:pt x="12652" y="480600"/>
                </a:lnTo>
                <a:lnTo>
                  <a:pt x="26668" y="456300"/>
                </a:lnTo>
                <a:lnTo>
                  <a:pt x="43200" y="432000"/>
                </a:lnTo>
                <a:lnTo>
                  <a:pt x="43200" y="432000"/>
                </a:lnTo>
                <a:lnTo>
                  <a:pt x="26668" y="407700"/>
                </a:lnTo>
                <a:lnTo>
                  <a:pt x="12652" y="383400"/>
                </a:lnTo>
                <a:lnTo>
                  <a:pt x="3288" y="359100"/>
                </a:lnTo>
                <a:lnTo>
                  <a:pt x="0" y="334800"/>
                </a:lnTo>
                <a:lnTo>
                  <a:pt x="3288" y="310500"/>
                </a:lnTo>
                <a:lnTo>
                  <a:pt x="12652" y="286200"/>
                </a:lnTo>
                <a:lnTo>
                  <a:pt x="26668" y="261900"/>
                </a:lnTo>
                <a:lnTo>
                  <a:pt x="43200" y="237600"/>
                </a:lnTo>
                <a:lnTo>
                  <a:pt x="43200" y="237600"/>
                </a:lnTo>
                <a:lnTo>
                  <a:pt x="26668" y="213300"/>
                </a:lnTo>
                <a:lnTo>
                  <a:pt x="12652" y="189000"/>
                </a:lnTo>
                <a:lnTo>
                  <a:pt x="3288" y="164700"/>
                </a:lnTo>
                <a:lnTo>
                  <a:pt x="0" y="140400"/>
                </a:lnTo>
                <a:lnTo>
                  <a:pt x="3288" y="116100"/>
                </a:lnTo>
                <a:lnTo>
                  <a:pt x="12652" y="91800"/>
                </a:lnTo>
                <a:lnTo>
                  <a:pt x="26668" y="67500"/>
                </a:lnTo>
                <a:lnTo>
                  <a:pt x="43200" y="43200"/>
                </a:lnTo>
                <a:close/>
              </a:path>
            </a:pathLst>
          </a:custGeom>
          <a:noFill/>
          <a:ln w="7620">
            <a:solidFill>
              <a:srgbClr val="A4433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452000" y="5364000"/>
            <a:ext cx="2520000" cy="79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  <a:r>
              <a:t>#16 — 450 SIDE GAPS</a:t>
            </a:r>
          </a:p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  <a:r>
              <a:t>Escape / staff access unresolved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416000" y="2592000"/>
            <a:ext cx="2520000" cy="86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A44338"/>
                </a:solidFill>
                <a:latin typeface="Liberation Sans"/>
              </a:defRPr>
            </a:pPr>
            <a:r>
              <a:t>N ↓ storefront</a:t>
            </a:r>
          </a:p>
          <a:p>
            <a:pPr>
              <a:spcAft>
                <a:spcPts val="400"/>
              </a:spcAft>
              <a:defRPr sz="900" b="0">
                <a:solidFill>
                  <a:srgbClr val="A44338"/>
                </a:solidFill>
                <a:latin typeface="Liberation Sans"/>
              </a:defRPr>
            </a:pPr>
            <a:r>
              <a:t>ASSUMED #23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Floor finish / module setting-out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AP-04 · porcelain extent includes floor beneath units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540000" y="9792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540000" y="10008000"/>
            <a:ext cx="7128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FOR COORDINATION  ·  SITE ITEMS OPEN  ·  REV B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06 OCT 2026  /  SOURCE REV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4000" y="10008000"/>
            <a:ext cx="522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1:20 @ A3  ·  DIMENSIONS mm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SPEC SNAPSHOT eeccbde1cd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92000" y="10008000"/>
            <a:ext cx="1152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AP-04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548000" y="2052000"/>
            <a:ext cx="0" cy="7308000"/>
          </a:xfrm>
          <a:prstGeom prst="line">
            <a:avLst/>
          </a:prstGeom>
          <a:ln w="7620">
            <a:solidFill>
              <a:srgbClr val="E8E1D5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10908000" y="2088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M04 / PORCELAIN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08000" y="2448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1200 × 600 rectified stone-look porcelain. Option A: long side across shop. Joint = 2; perimeter = 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08000" y="3852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WIDTH CHAIN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08000" y="4212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5 + 1194 + 2 + 1194 + 5 = 2400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08000" y="5616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DEPTH CHAIN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08000" y="5976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5 + 343 + (4 × 600) + (5 × 2) + 343 + 5 = 3106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08000" y="7380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FLOOR BUILD-UP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08000" y="7740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Tile, adhesive and substrate thicknesses TBC #26. Flush threshold detail on AP-17; no step introduced.</a:t>
            </a:r>
          </a:p>
        </p:txBody>
      </p:sp>
      <p:sp>
        <p:nvSpPr>
          <p:cNvPr id="20" name="GEOM:internal-envelope"/>
          <p:cNvSpPr/>
          <p:nvPr/>
        </p:nvSpPr>
        <p:spPr>
          <a:xfrm>
            <a:off x="2520000" y="3049199"/>
            <a:ext cx="4320000" cy="5590800"/>
          </a:xfrm>
          <a:prstGeom prst="rect">
            <a:avLst/>
          </a:prstGeom>
          <a:noFill/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29000" y="3058199"/>
            <a:ext cx="4302000" cy="5572800"/>
          </a:xfrm>
          <a:prstGeom prst="rect">
            <a:avLst/>
          </a:prstGeom>
          <a:noFill/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V="1">
            <a:off x="4680000" y="3058199"/>
            <a:ext cx="0" cy="5572801"/>
          </a:xfrm>
          <a:prstGeom prst="line">
            <a:avLst/>
          </a:prstGeom>
          <a:ln w="5715">
            <a:solidFill>
              <a:srgbClr val="737871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2529000" y="8011800"/>
            <a:ext cx="4302000" cy="0"/>
          </a:xfrm>
          <a:prstGeom prst="line">
            <a:avLst/>
          </a:prstGeom>
          <a:ln w="5715">
            <a:solidFill>
              <a:srgbClr val="737871"/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2529000" y="6928200"/>
            <a:ext cx="4302000" cy="0"/>
          </a:xfrm>
          <a:prstGeom prst="line">
            <a:avLst/>
          </a:prstGeom>
          <a:ln w="5715">
            <a:solidFill>
              <a:srgbClr val="737871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2529000" y="5844600"/>
            <a:ext cx="4302000" cy="0"/>
          </a:xfrm>
          <a:prstGeom prst="line">
            <a:avLst/>
          </a:prstGeom>
          <a:ln w="5715">
            <a:solidFill>
              <a:srgbClr val="737871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>
            <a:off x="2529000" y="4761000"/>
            <a:ext cx="4302000" cy="0"/>
          </a:xfrm>
          <a:prstGeom prst="line">
            <a:avLst/>
          </a:prstGeom>
          <a:ln w="5715">
            <a:solidFill>
              <a:srgbClr val="737871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>
            <a:off x="2529000" y="3677400"/>
            <a:ext cx="4302000" cy="0"/>
          </a:xfrm>
          <a:prstGeom prst="line">
            <a:avLst/>
          </a:prstGeom>
          <a:ln w="5715">
            <a:solidFill>
              <a:srgbClr val="737871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2520000" y="8640000"/>
            <a:ext cx="0" cy="43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>
            <a:off x="6840000" y="8640000"/>
            <a:ext cx="0" cy="43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2520000" y="9072000"/>
            <a:ext cx="432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 flipV="1">
            <a:off x="2484000" y="90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 flipV="1">
            <a:off x="6804000" y="90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3" name="TextBox 32"/>
          <p:cNvSpPr txBox="1"/>
          <p:nvPr/>
        </p:nvSpPr>
        <p:spPr>
          <a:xfrm>
            <a:off x="4140000" y="8892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2400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2052000" y="8640000"/>
            <a:ext cx="46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 flipH="1">
            <a:off x="2052000" y="3049199"/>
            <a:ext cx="46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6" name="Connector 35"/>
          <p:cNvCxnSpPr/>
          <p:nvPr/>
        </p:nvCxnSpPr>
        <p:spPr>
          <a:xfrm flipV="1">
            <a:off x="2052000" y="3049199"/>
            <a:ext cx="0" cy="5590801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7" name="Connector 36"/>
          <p:cNvCxnSpPr/>
          <p:nvPr/>
        </p:nvCxnSpPr>
        <p:spPr>
          <a:xfrm flipV="1">
            <a:off x="2016000" y="860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8" name="Connector 37"/>
          <p:cNvCxnSpPr/>
          <p:nvPr/>
        </p:nvCxnSpPr>
        <p:spPr>
          <a:xfrm flipV="1">
            <a:off x="2016000" y="3013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9" name="TextBox 38"/>
          <p:cNvSpPr txBox="1"/>
          <p:nvPr/>
        </p:nvSpPr>
        <p:spPr>
          <a:xfrm>
            <a:off x="1620000" y="58446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3106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2529000" y="2770199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1" name="Connector 40"/>
          <p:cNvCxnSpPr/>
          <p:nvPr/>
        </p:nvCxnSpPr>
        <p:spPr>
          <a:xfrm flipV="1">
            <a:off x="4678200" y="2770199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2" name="Connector 41"/>
          <p:cNvCxnSpPr/>
          <p:nvPr/>
        </p:nvCxnSpPr>
        <p:spPr>
          <a:xfrm>
            <a:off x="2529000" y="2770199"/>
            <a:ext cx="21492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3" name="Connector 42"/>
          <p:cNvCxnSpPr/>
          <p:nvPr/>
        </p:nvCxnSpPr>
        <p:spPr>
          <a:xfrm flipV="1">
            <a:off x="2493000" y="2734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4" name="Connector 43"/>
          <p:cNvCxnSpPr/>
          <p:nvPr/>
        </p:nvCxnSpPr>
        <p:spPr>
          <a:xfrm flipV="1">
            <a:off x="4642200" y="2734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5" name="TextBox 44"/>
          <p:cNvSpPr txBox="1"/>
          <p:nvPr/>
        </p:nvSpPr>
        <p:spPr>
          <a:xfrm>
            <a:off x="3063600" y="2590199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1194</a:t>
            </a:r>
          </a:p>
        </p:txBody>
      </p:sp>
      <p:cxnSp>
        <p:nvCxnSpPr>
          <p:cNvPr id="46" name="Connector 45"/>
          <p:cNvCxnSpPr/>
          <p:nvPr/>
        </p:nvCxnSpPr>
        <p:spPr>
          <a:xfrm flipH="1">
            <a:off x="2304000" y="8631000"/>
            <a:ext cx="216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7" name="Connector 46"/>
          <p:cNvCxnSpPr/>
          <p:nvPr/>
        </p:nvCxnSpPr>
        <p:spPr>
          <a:xfrm flipH="1">
            <a:off x="2304000" y="8013600"/>
            <a:ext cx="216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8" name="Connector 47"/>
          <p:cNvCxnSpPr/>
          <p:nvPr/>
        </p:nvCxnSpPr>
        <p:spPr>
          <a:xfrm flipV="1">
            <a:off x="2304000" y="8013600"/>
            <a:ext cx="0" cy="6174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9" name="Connector 48"/>
          <p:cNvCxnSpPr/>
          <p:nvPr/>
        </p:nvCxnSpPr>
        <p:spPr>
          <a:xfrm flipV="1">
            <a:off x="2268000" y="8595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0" name="Connector 49"/>
          <p:cNvCxnSpPr/>
          <p:nvPr/>
        </p:nvCxnSpPr>
        <p:spPr>
          <a:xfrm flipV="1">
            <a:off x="2268000" y="79776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51" name="TextBox 50"/>
          <p:cNvSpPr txBox="1"/>
          <p:nvPr/>
        </p:nvSpPr>
        <p:spPr>
          <a:xfrm>
            <a:off x="1872000" y="83223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343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2520000" y="9504000"/>
            <a:ext cx="3600000" cy="0"/>
          </a:xfrm>
          <a:prstGeom prst="line">
            <a:avLst/>
          </a:prstGeom>
          <a:ln w="19050">
            <a:solidFill>
              <a:srgbClr val="252725"/>
            </a:solidFill>
          </a:ln>
          <a:effectLst/>
        </p:spPr>
      </p:cxnSp>
      <p:cxnSp>
        <p:nvCxnSpPr>
          <p:cNvPr id="53" name="Connector 52"/>
          <p:cNvCxnSpPr/>
          <p:nvPr/>
        </p:nvCxnSpPr>
        <p:spPr>
          <a:xfrm>
            <a:off x="2520000" y="9468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54" name="Connector 53"/>
          <p:cNvCxnSpPr/>
          <p:nvPr/>
        </p:nvCxnSpPr>
        <p:spPr>
          <a:xfrm>
            <a:off x="4320000" y="9468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55" name="Connector 54"/>
          <p:cNvCxnSpPr/>
          <p:nvPr/>
        </p:nvCxnSpPr>
        <p:spPr>
          <a:xfrm>
            <a:off x="6120000" y="9468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56" name="TextBox 55"/>
          <p:cNvSpPr txBox="1"/>
          <p:nvPr/>
        </p:nvSpPr>
        <p:spPr>
          <a:xfrm>
            <a:off x="2520000" y="9576000"/>
            <a:ext cx="414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0                         2000 mm   |   1:20</a:t>
            </a:r>
          </a:p>
        </p:txBody>
      </p:sp>
      <p:sp>
        <p:nvSpPr>
          <p:cNvPr id="57" name="Freeform 56"/>
          <p:cNvSpPr/>
          <p:nvPr/>
        </p:nvSpPr>
        <p:spPr>
          <a:xfrm>
            <a:off x="7408800" y="6652800"/>
            <a:ext cx="2606400" cy="1454400"/>
          </a:xfrm>
          <a:custGeom>
            <a:avLst/>
            <a:gdLst/>
            <a:ahLst/>
            <a:cxnLst/>
            <a:rect l="l" t="t" r="r" b="b"/>
            <a:pathLst>
              <a:path w="2606400" h="1454400">
                <a:moveTo>
                  <a:pt x="43200" y="43200"/>
                </a:moveTo>
                <a:lnTo>
                  <a:pt x="65700" y="26668"/>
                </a:lnTo>
                <a:lnTo>
                  <a:pt x="88200" y="12652"/>
                </a:lnTo>
                <a:lnTo>
                  <a:pt x="110700" y="3288"/>
                </a:lnTo>
                <a:lnTo>
                  <a:pt x="133200" y="0"/>
                </a:lnTo>
                <a:lnTo>
                  <a:pt x="155700" y="3288"/>
                </a:lnTo>
                <a:lnTo>
                  <a:pt x="178200" y="12652"/>
                </a:lnTo>
                <a:lnTo>
                  <a:pt x="200700" y="26668"/>
                </a:lnTo>
                <a:lnTo>
                  <a:pt x="223200" y="43200"/>
                </a:lnTo>
                <a:lnTo>
                  <a:pt x="223200" y="43200"/>
                </a:lnTo>
                <a:lnTo>
                  <a:pt x="245700" y="26668"/>
                </a:lnTo>
                <a:lnTo>
                  <a:pt x="268200" y="12652"/>
                </a:lnTo>
                <a:lnTo>
                  <a:pt x="290700" y="3288"/>
                </a:lnTo>
                <a:lnTo>
                  <a:pt x="313200" y="0"/>
                </a:lnTo>
                <a:lnTo>
                  <a:pt x="335700" y="3288"/>
                </a:lnTo>
                <a:lnTo>
                  <a:pt x="358200" y="12652"/>
                </a:lnTo>
                <a:lnTo>
                  <a:pt x="380700" y="26668"/>
                </a:lnTo>
                <a:lnTo>
                  <a:pt x="403200" y="43200"/>
                </a:lnTo>
                <a:lnTo>
                  <a:pt x="403200" y="43200"/>
                </a:lnTo>
                <a:lnTo>
                  <a:pt x="425700" y="26668"/>
                </a:lnTo>
                <a:lnTo>
                  <a:pt x="448200" y="12652"/>
                </a:lnTo>
                <a:lnTo>
                  <a:pt x="470700" y="3288"/>
                </a:lnTo>
                <a:lnTo>
                  <a:pt x="493200" y="0"/>
                </a:lnTo>
                <a:lnTo>
                  <a:pt x="515700" y="3288"/>
                </a:lnTo>
                <a:lnTo>
                  <a:pt x="538200" y="12652"/>
                </a:lnTo>
                <a:lnTo>
                  <a:pt x="560700" y="26668"/>
                </a:lnTo>
                <a:lnTo>
                  <a:pt x="583200" y="43200"/>
                </a:lnTo>
                <a:lnTo>
                  <a:pt x="583200" y="43200"/>
                </a:lnTo>
                <a:lnTo>
                  <a:pt x="605700" y="26668"/>
                </a:lnTo>
                <a:lnTo>
                  <a:pt x="628200" y="12652"/>
                </a:lnTo>
                <a:lnTo>
                  <a:pt x="650700" y="3288"/>
                </a:lnTo>
                <a:lnTo>
                  <a:pt x="673200" y="0"/>
                </a:lnTo>
                <a:lnTo>
                  <a:pt x="695700" y="3288"/>
                </a:lnTo>
                <a:lnTo>
                  <a:pt x="718200" y="12652"/>
                </a:lnTo>
                <a:lnTo>
                  <a:pt x="740700" y="26668"/>
                </a:lnTo>
                <a:lnTo>
                  <a:pt x="763200" y="43200"/>
                </a:lnTo>
                <a:lnTo>
                  <a:pt x="763200" y="43200"/>
                </a:lnTo>
                <a:lnTo>
                  <a:pt x="785700" y="26668"/>
                </a:lnTo>
                <a:lnTo>
                  <a:pt x="808200" y="12652"/>
                </a:lnTo>
                <a:lnTo>
                  <a:pt x="830700" y="3288"/>
                </a:lnTo>
                <a:lnTo>
                  <a:pt x="853200" y="0"/>
                </a:lnTo>
                <a:lnTo>
                  <a:pt x="875700" y="3288"/>
                </a:lnTo>
                <a:lnTo>
                  <a:pt x="898200" y="12652"/>
                </a:lnTo>
                <a:lnTo>
                  <a:pt x="920700" y="26668"/>
                </a:lnTo>
                <a:lnTo>
                  <a:pt x="943200" y="43200"/>
                </a:lnTo>
                <a:lnTo>
                  <a:pt x="943200" y="43200"/>
                </a:lnTo>
                <a:lnTo>
                  <a:pt x="965700" y="26668"/>
                </a:lnTo>
                <a:lnTo>
                  <a:pt x="988200" y="12652"/>
                </a:lnTo>
                <a:lnTo>
                  <a:pt x="1010700" y="3288"/>
                </a:lnTo>
                <a:lnTo>
                  <a:pt x="1033200" y="0"/>
                </a:lnTo>
                <a:lnTo>
                  <a:pt x="1055700" y="3288"/>
                </a:lnTo>
                <a:lnTo>
                  <a:pt x="1078200" y="12652"/>
                </a:lnTo>
                <a:lnTo>
                  <a:pt x="1100700" y="26668"/>
                </a:lnTo>
                <a:lnTo>
                  <a:pt x="1123200" y="43200"/>
                </a:lnTo>
                <a:lnTo>
                  <a:pt x="1123200" y="43200"/>
                </a:lnTo>
                <a:lnTo>
                  <a:pt x="1145700" y="26668"/>
                </a:lnTo>
                <a:lnTo>
                  <a:pt x="1168200" y="12652"/>
                </a:lnTo>
                <a:lnTo>
                  <a:pt x="1190700" y="3288"/>
                </a:lnTo>
                <a:lnTo>
                  <a:pt x="1213200" y="0"/>
                </a:lnTo>
                <a:lnTo>
                  <a:pt x="1235700" y="3288"/>
                </a:lnTo>
                <a:lnTo>
                  <a:pt x="1258200" y="12652"/>
                </a:lnTo>
                <a:lnTo>
                  <a:pt x="1280700" y="26668"/>
                </a:lnTo>
                <a:lnTo>
                  <a:pt x="1303200" y="43200"/>
                </a:lnTo>
                <a:lnTo>
                  <a:pt x="1303200" y="43200"/>
                </a:lnTo>
                <a:lnTo>
                  <a:pt x="1325700" y="26668"/>
                </a:lnTo>
                <a:lnTo>
                  <a:pt x="1348200" y="12652"/>
                </a:lnTo>
                <a:lnTo>
                  <a:pt x="1370700" y="3288"/>
                </a:lnTo>
                <a:lnTo>
                  <a:pt x="1393200" y="0"/>
                </a:lnTo>
                <a:lnTo>
                  <a:pt x="1415700" y="3288"/>
                </a:lnTo>
                <a:lnTo>
                  <a:pt x="1438200" y="12652"/>
                </a:lnTo>
                <a:lnTo>
                  <a:pt x="1460700" y="26668"/>
                </a:lnTo>
                <a:lnTo>
                  <a:pt x="1483200" y="43200"/>
                </a:lnTo>
                <a:lnTo>
                  <a:pt x="1483200" y="43200"/>
                </a:lnTo>
                <a:lnTo>
                  <a:pt x="1505700" y="26668"/>
                </a:lnTo>
                <a:lnTo>
                  <a:pt x="1528200" y="12652"/>
                </a:lnTo>
                <a:lnTo>
                  <a:pt x="1550700" y="3288"/>
                </a:lnTo>
                <a:lnTo>
                  <a:pt x="1573200" y="0"/>
                </a:lnTo>
                <a:lnTo>
                  <a:pt x="1595700" y="3288"/>
                </a:lnTo>
                <a:lnTo>
                  <a:pt x="1618200" y="12652"/>
                </a:lnTo>
                <a:lnTo>
                  <a:pt x="1640700" y="26668"/>
                </a:lnTo>
                <a:lnTo>
                  <a:pt x="1663200" y="43200"/>
                </a:lnTo>
                <a:lnTo>
                  <a:pt x="1663200" y="43200"/>
                </a:lnTo>
                <a:lnTo>
                  <a:pt x="1685700" y="26668"/>
                </a:lnTo>
                <a:lnTo>
                  <a:pt x="1708200" y="12652"/>
                </a:lnTo>
                <a:lnTo>
                  <a:pt x="1730700" y="3288"/>
                </a:lnTo>
                <a:lnTo>
                  <a:pt x="1753200" y="0"/>
                </a:lnTo>
                <a:lnTo>
                  <a:pt x="1775700" y="3288"/>
                </a:lnTo>
                <a:lnTo>
                  <a:pt x="1798200" y="12652"/>
                </a:lnTo>
                <a:lnTo>
                  <a:pt x="1820700" y="26668"/>
                </a:lnTo>
                <a:lnTo>
                  <a:pt x="1843200" y="43200"/>
                </a:lnTo>
                <a:lnTo>
                  <a:pt x="1843200" y="43200"/>
                </a:lnTo>
                <a:lnTo>
                  <a:pt x="1865700" y="26668"/>
                </a:lnTo>
                <a:lnTo>
                  <a:pt x="1888200" y="12652"/>
                </a:lnTo>
                <a:lnTo>
                  <a:pt x="1910700" y="3288"/>
                </a:lnTo>
                <a:lnTo>
                  <a:pt x="1933200" y="0"/>
                </a:lnTo>
                <a:lnTo>
                  <a:pt x="1955700" y="3288"/>
                </a:lnTo>
                <a:lnTo>
                  <a:pt x="1978200" y="12652"/>
                </a:lnTo>
                <a:lnTo>
                  <a:pt x="2000700" y="26668"/>
                </a:lnTo>
                <a:lnTo>
                  <a:pt x="2023200" y="43200"/>
                </a:lnTo>
                <a:lnTo>
                  <a:pt x="2023200" y="43200"/>
                </a:lnTo>
                <a:lnTo>
                  <a:pt x="2045700" y="26668"/>
                </a:lnTo>
                <a:lnTo>
                  <a:pt x="2068200" y="12652"/>
                </a:lnTo>
                <a:lnTo>
                  <a:pt x="2090700" y="3288"/>
                </a:lnTo>
                <a:lnTo>
                  <a:pt x="2113200" y="0"/>
                </a:lnTo>
                <a:lnTo>
                  <a:pt x="2135700" y="3288"/>
                </a:lnTo>
                <a:lnTo>
                  <a:pt x="2158200" y="12652"/>
                </a:lnTo>
                <a:lnTo>
                  <a:pt x="2180700" y="26668"/>
                </a:lnTo>
                <a:lnTo>
                  <a:pt x="2203200" y="43200"/>
                </a:lnTo>
                <a:lnTo>
                  <a:pt x="2203200" y="43200"/>
                </a:lnTo>
                <a:lnTo>
                  <a:pt x="2225700" y="26668"/>
                </a:lnTo>
                <a:lnTo>
                  <a:pt x="2248200" y="12652"/>
                </a:lnTo>
                <a:lnTo>
                  <a:pt x="2270700" y="3288"/>
                </a:lnTo>
                <a:lnTo>
                  <a:pt x="2293200" y="0"/>
                </a:lnTo>
                <a:lnTo>
                  <a:pt x="2315700" y="3288"/>
                </a:lnTo>
                <a:lnTo>
                  <a:pt x="2338200" y="12652"/>
                </a:lnTo>
                <a:lnTo>
                  <a:pt x="2360700" y="26668"/>
                </a:lnTo>
                <a:lnTo>
                  <a:pt x="2383200" y="43200"/>
                </a:lnTo>
                <a:lnTo>
                  <a:pt x="2383200" y="43200"/>
                </a:lnTo>
                <a:lnTo>
                  <a:pt x="2405700" y="26668"/>
                </a:lnTo>
                <a:lnTo>
                  <a:pt x="2428200" y="12652"/>
                </a:lnTo>
                <a:lnTo>
                  <a:pt x="2450700" y="3288"/>
                </a:lnTo>
                <a:lnTo>
                  <a:pt x="2473200" y="0"/>
                </a:lnTo>
                <a:lnTo>
                  <a:pt x="2495700" y="3288"/>
                </a:lnTo>
                <a:lnTo>
                  <a:pt x="2518200" y="12652"/>
                </a:lnTo>
                <a:lnTo>
                  <a:pt x="2540700" y="26668"/>
                </a:lnTo>
                <a:lnTo>
                  <a:pt x="2563200" y="43200"/>
                </a:lnTo>
                <a:lnTo>
                  <a:pt x="2563200" y="43200"/>
                </a:lnTo>
                <a:lnTo>
                  <a:pt x="2579731" y="64575"/>
                </a:lnTo>
                <a:lnTo>
                  <a:pt x="2593747" y="85950"/>
                </a:lnTo>
                <a:lnTo>
                  <a:pt x="2603111" y="107325"/>
                </a:lnTo>
                <a:lnTo>
                  <a:pt x="2606400" y="128700"/>
                </a:lnTo>
                <a:lnTo>
                  <a:pt x="2603111" y="150075"/>
                </a:lnTo>
                <a:lnTo>
                  <a:pt x="2593747" y="171450"/>
                </a:lnTo>
                <a:lnTo>
                  <a:pt x="2579731" y="192825"/>
                </a:lnTo>
                <a:lnTo>
                  <a:pt x="2563200" y="214200"/>
                </a:lnTo>
                <a:lnTo>
                  <a:pt x="2563200" y="214200"/>
                </a:lnTo>
                <a:lnTo>
                  <a:pt x="2579731" y="235575"/>
                </a:lnTo>
                <a:lnTo>
                  <a:pt x="2593747" y="256950"/>
                </a:lnTo>
                <a:lnTo>
                  <a:pt x="2603111" y="278325"/>
                </a:lnTo>
                <a:lnTo>
                  <a:pt x="2606400" y="299700"/>
                </a:lnTo>
                <a:lnTo>
                  <a:pt x="2603111" y="321075"/>
                </a:lnTo>
                <a:lnTo>
                  <a:pt x="2593747" y="342450"/>
                </a:lnTo>
                <a:lnTo>
                  <a:pt x="2579731" y="363825"/>
                </a:lnTo>
                <a:lnTo>
                  <a:pt x="2563200" y="385200"/>
                </a:lnTo>
                <a:lnTo>
                  <a:pt x="2563200" y="385200"/>
                </a:lnTo>
                <a:lnTo>
                  <a:pt x="2579731" y="406575"/>
                </a:lnTo>
                <a:lnTo>
                  <a:pt x="2593747" y="427950"/>
                </a:lnTo>
                <a:lnTo>
                  <a:pt x="2603111" y="449325"/>
                </a:lnTo>
                <a:lnTo>
                  <a:pt x="2606400" y="470700"/>
                </a:lnTo>
                <a:lnTo>
                  <a:pt x="2603111" y="492075"/>
                </a:lnTo>
                <a:lnTo>
                  <a:pt x="2593747" y="513450"/>
                </a:lnTo>
                <a:lnTo>
                  <a:pt x="2579731" y="534825"/>
                </a:lnTo>
                <a:lnTo>
                  <a:pt x="2563200" y="556200"/>
                </a:lnTo>
                <a:lnTo>
                  <a:pt x="2563200" y="556200"/>
                </a:lnTo>
                <a:lnTo>
                  <a:pt x="2579731" y="577575"/>
                </a:lnTo>
                <a:lnTo>
                  <a:pt x="2593747" y="598950"/>
                </a:lnTo>
                <a:lnTo>
                  <a:pt x="2603111" y="620325"/>
                </a:lnTo>
                <a:lnTo>
                  <a:pt x="2606400" y="641700"/>
                </a:lnTo>
                <a:lnTo>
                  <a:pt x="2603111" y="663075"/>
                </a:lnTo>
                <a:lnTo>
                  <a:pt x="2593747" y="684450"/>
                </a:lnTo>
                <a:lnTo>
                  <a:pt x="2579731" y="705825"/>
                </a:lnTo>
                <a:lnTo>
                  <a:pt x="2563200" y="727200"/>
                </a:lnTo>
                <a:lnTo>
                  <a:pt x="2563200" y="727200"/>
                </a:lnTo>
                <a:lnTo>
                  <a:pt x="2579731" y="748575"/>
                </a:lnTo>
                <a:lnTo>
                  <a:pt x="2593747" y="769950"/>
                </a:lnTo>
                <a:lnTo>
                  <a:pt x="2603111" y="791325"/>
                </a:lnTo>
                <a:lnTo>
                  <a:pt x="2606400" y="812700"/>
                </a:lnTo>
                <a:lnTo>
                  <a:pt x="2603111" y="834075"/>
                </a:lnTo>
                <a:lnTo>
                  <a:pt x="2593747" y="855450"/>
                </a:lnTo>
                <a:lnTo>
                  <a:pt x="2579731" y="876825"/>
                </a:lnTo>
                <a:lnTo>
                  <a:pt x="2563200" y="898200"/>
                </a:lnTo>
                <a:lnTo>
                  <a:pt x="2563200" y="898200"/>
                </a:lnTo>
                <a:lnTo>
                  <a:pt x="2579731" y="919575"/>
                </a:lnTo>
                <a:lnTo>
                  <a:pt x="2593747" y="940950"/>
                </a:lnTo>
                <a:lnTo>
                  <a:pt x="2603111" y="962325"/>
                </a:lnTo>
                <a:lnTo>
                  <a:pt x="2606400" y="983700"/>
                </a:lnTo>
                <a:lnTo>
                  <a:pt x="2603111" y="1005075"/>
                </a:lnTo>
                <a:lnTo>
                  <a:pt x="2593747" y="1026450"/>
                </a:lnTo>
                <a:lnTo>
                  <a:pt x="2579731" y="1047825"/>
                </a:lnTo>
                <a:lnTo>
                  <a:pt x="2563200" y="1069200"/>
                </a:lnTo>
                <a:lnTo>
                  <a:pt x="2563200" y="1069200"/>
                </a:lnTo>
                <a:lnTo>
                  <a:pt x="2579731" y="1090575"/>
                </a:lnTo>
                <a:lnTo>
                  <a:pt x="2593747" y="1111950"/>
                </a:lnTo>
                <a:lnTo>
                  <a:pt x="2603111" y="1133325"/>
                </a:lnTo>
                <a:lnTo>
                  <a:pt x="2606400" y="1154700"/>
                </a:lnTo>
                <a:lnTo>
                  <a:pt x="2603111" y="1176075"/>
                </a:lnTo>
                <a:lnTo>
                  <a:pt x="2593747" y="1197450"/>
                </a:lnTo>
                <a:lnTo>
                  <a:pt x="2579731" y="1218825"/>
                </a:lnTo>
                <a:lnTo>
                  <a:pt x="2563200" y="1240200"/>
                </a:lnTo>
                <a:lnTo>
                  <a:pt x="2563200" y="1240200"/>
                </a:lnTo>
                <a:lnTo>
                  <a:pt x="2579731" y="1261575"/>
                </a:lnTo>
                <a:lnTo>
                  <a:pt x="2593747" y="1282950"/>
                </a:lnTo>
                <a:lnTo>
                  <a:pt x="2603111" y="1304325"/>
                </a:lnTo>
                <a:lnTo>
                  <a:pt x="2606400" y="1325700"/>
                </a:lnTo>
                <a:lnTo>
                  <a:pt x="2603111" y="1347075"/>
                </a:lnTo>
                <a:lnTo>
                  <a:pt x="2593747" y="1368450"/>
                </a:lnTo>
                <a:lnTo>
                  <a:pt x="2579731" y="1389825"/>
                </a:lnTo>
                <a:lnTo>
                  <a:pt x="2563200" y="1411200"/>
                </a:lnTo>
                <a:lnTo>
                  <a:pt x="2563200" y="1411200"/>
                </a:lnTo>
                <a:lnTo>
                  <a:pt x="2540700" y="1427731"/>
                </a:lnTo>
                <a:lnTo>
                  <a:pt x="2518200" y="1441747"/>
                </a:lnTo>
                <a:lnTo>
                  <a:pt x="2495700" y="1451111"/>
                </a:lnTo>
                <a:lnTo>
                  <a:pt x="2473200" y="1454400"/>
                </a:lnTo>
                <a:lnTo>
                  <a:pt x="2450700" y="1451111"/>
                </a:lnTo>
                <a:lnTo>
                  <a:pt x="2428200" y="1441747"/>
                </a:lnTo>
                <a:lnTo>
                  <a:pt x="2405700" y="1427731"/>
                </a:lnTo>
                <a:lnTo>
                  <a:pt x="2383200" y="1411200"/>
                </a:lnTo>
                <a:lnTo>
                  <a:pt x="2383200" y="1411200"/>
                </a:lnTo>
                <a:lnTo>
                  <a:pt x="2360700" y="1427731"/>
                </a:lnTo>
                <a:lnTo>
                  <a:pt x="2338200" y="1441747"/>
                </a:lnTo>
                <a:lnTo>
                  <a:pt x="2315700" y="1451111"/>
                </a:lnTo>
                <a:lnTo>
                  <a:pt x="2293200" y="1454400"/>
                </a:lnTo>
                <a:lnTo>
                  <a:pt x="2270700" y="1451111"/>
                </a:lnTo>
                <a:lnTo>
                  <a:pt x="2248200" y="1441747"/>
                </a:lnTo>
                <a:lnTo>
                  <a:pt x="2225700" y="1427731"/>
                </a:lnTo>
                <a:lnTo>
                  <a:pt x="2203200" y="1411200"/>
                </a:lnTo>
                <a:lnTo>
                  <a:pt x="2203200" y="1411200"/>
                </a:lnTo>
                <a:lnTo>
                  <a:pt x="2180700" y="1427731"/>
                </a:lnTo>
                <a:lnTo>
                  <a:pt x="2158200" y="1441747"/>
                </a:lnTo>
                <a:lnTo>
                  <a:pt x="2135700" y="1451111"/>
                </a:lnTo>
                <a:lnTo>
                  <a:pt x="2113200" y="1454400"/>
                </a:lnTo>
                <a:lnTo>
                  <a:pt x="2090700" y="1451111"/>
                </a:lnTo>
                <a:lnTo>
                  <a:pt x="2068200" y="1441747"/>
                </a:lnTo>
                <a:lnTo>
                  <a:pt x="2045700" y="1427731"/>
                </a:lnTo>
                <a:lnTo>
                  <a:pt x="2023200" y="1411200"/>
                </a:lnTo>
                <a:lnTo>
                  <a:pt x="2023200" y="1411200"/>
                </a:lnTo>
                <a:lnTo>
                  <a:pt x="2000700" y="1427731"/>
                </a:lnTo>
                <a:lnTo>
                  <a:pt x="1978200" y="1441747"/>
                </a:lnTo>
                <a:lnTo>
                  <a:pt x="1955700" y="1451111"/>
                </a:lnTo>
                <a:lnTo>
                  <a:pt x="1933200" y="1454400"/>
                </a:lnTo>
                <a:lnTo>
                  <a:pt x="1910700" y="1451111"/>
                </a:lnTo>
                <a:lnTo>
                  <a:pt x="1888200" y="1441747"/>
                </a:lnTo>
                <a:lnTo>
                  <a:pt x="1865700" y="1427731"/>
                </a:lnTo>
                <a:lnTo>
                  <a:pt x="1843200" y="1411200"/>
                </a:lnTo>
                <a:lnTo>
                  <a:pt x="1843200" y="1411200"/>
                </a:lnTo>
                <a:lnTo>
                  <a:pt x="1820700" y="1427731"/>
                </a:lnTo>
                <a:lnTo>
                  <a:pt x="1798200" y="1441747"/>
                </a:lnTo>
                <a:lnTo>
                  <a:pt x="1775700" y="1451111"/>
                </a:lnTo>
                <a:lnTo>
                  <a:pt x="1753200" y="1454400"/>
                </a:lnTo>
                <a:lnTo>
                  <a:pt x="1730700" y="1451111"/>
                </a:lnTo>
                <a:lnTo>
                  <a:pt x="1708200" y="1441747"/>
                </a:lnTo>
                <a:lnTo>
                  <a:pt x="1685700" y="1427731"/>
                </a:lnTo>
                <a:lnTo>
                  <a:pt x="1663200" y="1411200"/>
                </a:lnTo>
                <a:lnTo>
                  <a:pt x="1663200" y="1411200"/>
                </a:lnTo>
                <a:lnTo>
                  <a:pt x="1640700" y="1427731"/>
                </a:lnTo>
                <a:lnTo>
                  <a:pt x="1618200" y="1441747"/>
                </a:lnTo>
                <a:lnTo>
                  <a:pt x="1595700" y="1451111"/>
                </a:lnTo>
                <a:lnTo>
                  <a:pt x="1573200" y="1454400"/>
                </a:lnTo>
                <a:lnTo>
                  <a:pt x="1550700" y="1451111"/>
                </a:lnTo>
                <a:lnTo>
                  <a:pt x="1528200" y="1441747"/>
                </a:lnTo>
                <a:lnTo>
                  <a:pt x="1505700" y="1427731"/>
                </a:lnTo>
                <a:lnTo>
                  <a:pt x="1483200" y="1411200"/>
                </a:lnTo>
                <a:lnTo>
                  <a:pt x="1483200" y="1411200"/>
                </a:lnTo>
                <a:lnTo>
                  <a:pt x="1460700" y="1427731"/>
                </a:lnTo>
                <a:lnTo>
                  <a:pt x="1438200" y="1441747"/>
                </a:lnTo>
                <a:lnTo>
                  <a:pt x="1415700" y="1451111"/>
                </a:lnTo>
                <a:lnTo>
                  <a:pt x="1393200" y="1454400"/>
                </a:lnTo>
                <a:lnTo>
                  <a:pt x="1370700" y="1451111"/>
                </a:lnTo>
                <a:lnTo>
                  <a:pt x="1348200" y="1441747"/>
                </a:lnTo>
                <a:lnTo>
                  <a:pt x="1325700" y="1427731"/>
                </a:lnTo>
                <a:lnTo>
                  <a:pt x="1303200" y="1411200"/>
                </a:lnTo>
                <a:lnTo>
                  <a:pt x="1303200" y="1411200"/>
                </a:lnTo>
                <a:lnTo>
                  <a:pt x="1280700" y="1427731"/>
                </a:lnTo>
                <a:lnTo>
                  <a:pt x="1258200" y="1441747"/>
                </a:lnTo>
                <a:lnTo>
                  <a:pt x="1235700" y="1451111"/>
                </a:lnTo>
                <a:lnTo>
                  <a:pt x="1213200" y="1454400"/>
                </a:lnTo>
                <a:lnTo>
                  <a:pt x="1190700" y="1451111"/>
                </a:lnTo>
                <a:lnTo>
                  <a:pt x="1168200" y="1441747"/>
                </a:lnTo>
                <a:lnTo>
                  <a:pt x="1145700" y="1427731"/>
                </a:lnTo>
                <a:lnTo>
                  <a:pt x="1123200" y="1411200"/>
                </a:lnTo>
                <a:lnTo>
                  <a:pt x="1123200" y="1411200"/>
                </a:lnTo>
                <a:lnTo>
                  <a:pt x="1100700" y="1427731"/>
                </a:lnTo>
                <a:lnTo>
                  <a:pt x="1078200" y="1441747"/>
                </a:lnTo>
                <a:lnTo>
                  <a:pt x="1055700" y="1451111"/>
                </a:lnTo>
                <a:lnTo>
                  <a:pt x="1033200" y="1454400"/>
                </a:lnTo>
                <a:lnTo>
                  <a:pt x="1010700" y="1451111"/>
                </a:lnTo>
                <a:lnTo>
                  <a:pt x="988200" y="1441747"/>
                </a:lnTo>
                <a:lnTo>
                  <a:pt x="965700" y="1427731"/>
                </a:lnTo>
                <a:lnTo>
                  <a:pt x="943200" y="1411200"/>
                </a:lnTo>
                <a:lnTo>
                  <a:pt x="943200" y="1411200"/>
                </a:lnTo>
                <a:lnTo>
                  <a:pt x="920700" y="1427731"/>
                </a:lnTo>
                <a:lnTo>
                  <a:pt x="898200" y="1441747"/>
                </a:lnTo>
                <a:lnTo>
                  <a:pt x="875700" y="1451111"/>
                </a:lnTo>
                <a:lnTo>
                  <a:pt x="853200" y="1454400"/>
                </a:lnTo>
                <a:lnTo>
                  <a:pt x="830700" y="1451111"/>
                </a:lnTo>
                <a:lnTo>
                  <a:pt x="808200" y="1441747"/>
                </a:lnTo>
                <a:lnTo>
                  <a:pt x="785700" y="1427731"/>
                </a:lnTo>
                <a:lnTo>
                  <a:pt x="763200" y="1411200"/>
                </a:lnTo>
                <a:lnTo>
                  <a:pt x="763200" y="1411200"/>
                </a:lnTo>
                <a:lnTo>
                  <a:pt x="740700" y="1427731"/>
                </a:lnTo>
                <a:lnTo>
                  <a:pt x="718200" y="1441747"/>
                </a:lnTo>
                <a:lnTo>
                  <a:pt x="695700" y="1451111"/>
                </a:lnTo>
                <a:lnTo>
                  <a:pt x="673200" y="1454400"/>
                </a:lnTo>
                <a:lnTo>
                  <a:pt x="650700" y="1451111"/>
                </a:lnTo>
                <a:lnTo>
                  <a:pt x="628200" y="1441747"/>
                </a:lnTo>
                <a:lnTo>
                  <a:pt x="605700" y="1427731"/>
                </a:lnTo>
                <a:lnTo>
                  <a:pt x="583200" y="1411200"/>
                </a:lnTo>
                <a:lnTo>
                  <a:pt x="583200" y="1411200"/>
                </a:lnTo>
                <a:lnTo>
                  <a:pt x="560700" y="1427731"/>
                </a:lnTo>
                <a:lnTo>
                  <a:pt x="538200" y="1441747"/>
                </a:lnTo>
                <a:lnTo>
                  <a:pt x="515700" y="1451111"/>
                </a:lnTo>
                <a:lnTo>
                  <a:pt x="493200" y="1454400"/>
                </a:lnTo>
                <a:lnTo>
                  <a:pt x="470700" y="1451111"/>
                </a:lnTo>
                <a:lnTo>
                  <a:pt x="448200" y="1441747"/>
                </a:lnTo>
                <a:lnTo>
                  <a:pt x="425700" y="1427731"/>
                </a:lnTo>
                <a:lnTo>
                  <a:pt x="403200" y="1411200"/>
                </a:lnTo>
                <a:lnTo>
                  <a:pt x="403200" y="1411200"/>
                </a:lnTo>
                <a:lnTo>
                  <a:pt x="380700" y="1427731"/>
                </a:lnTo>
                <a:lnTo>
                  <a:pt x="358200" y="1441747"/>
                </a:lnTo>
                <a:lnTo>
                  <a:pt x="335700" y="1451111"/>
                </a:lnTo>
                <a:lnTo>
                  <a:pt x="313200" y="1454400"/>
                </a:lnTo>
                <a:lnTo>
                  <a:pt x="290700" y="1451111"/>
                </a:lnTo>
                <a:lnTo>
                  <a:pt x="268200" y="1441747"/>
                </a:lnTo>
                <a:lnTo>
                  <a:pt x="245700" y="1427731"/>
                </a:lnTo>
                <a:lnTo>
                  <a:pt x="223200" y="1411200"/>
                </a:lnTo>
                <a:lnTo>
                  <a:pt x="223200" y="1411200"/>
                </a:lnTo>
                <a:lnTo>
                  <a:pt x="200700" y="1427731"/>
                </a:lnTo>
                <a:lnTo>
                  <a:pt x="178200" y="1441747"/>
                </a:lnTo>
                <a:lnTo>
                  <a:pt x="155700" y="1451111"/>
                </a:lnTo>
                <a:lnTo>
                  <a:pt x="133200" y="1454400"/>
                </a:lnTo>
                <a:lnTo>
                  <a:pt x="110700" y="1451111"/>
                </a:lnTo>
                <a:lnTo>
                  <a:pt x="88200" y="1441747"/>
                </a:lnTo>
                <a:lnTo>
                  <a:pt x="65700" y="1427731"/>
                </a:lnTo>
                <a:lnTo>
                  <a:pt x="43200" y="1411200"/>
                </a:lnTo>
                <a:lnTo>
                  <a:pt x="43200" y="1411200"/>
                </a:lnTo>
                <a:lnTo>
                  <a:pt x="26668" y="1389825"/>
                </a:lnTo>
                <a:lnTo>
                  <a:pt x="12652" y="1368450"/>
                </a:lnTo>
                <a:lnTo>
                  <a:pt x="3288" y="1347075"/>
                </a:lnTo>
                <a:lnTo>
                  <a:pt x="0" y="1325700"/>
                </a:lnTo>
                <a:lnTo>
                  <a:pt x="3288" y="1304325"/>
                </a:lnTo>
                <a:lnTo>
                  <a:pt x="12652" y="1282950"/>
                </a:lnTo>
                <a:lnTo>
                  <a:pt x="26668" y="1261575"/>
                </a:lnTo>
                <a:lnTo>
                  <a:pt x="43200" y="1240200"/>
                </a:lnTo>
                <a:lnTo>
                  <a:pt x="43200" y="1240200"/>
                </a:lnTo>
                <a:lnTo>
                  <a:pt x="26668" y="1218825"/>
                </a:lnTo>
                <a:lnTo>
                  <a:pt x="12652" y="1197450"/>
                </a:lnTo>
                <a:lnTo>
                  <a:pt x="3288" y="1176075"/>
                </a:lnTo>
                <a:lnTo>
                  <a:pt x="0" y="1154700"/>
                </a:lnTo>
                <a:lnTo>
                  <a:pt x="3288" y="1133325"/>
                </a:lnTo>
                <a:lnTo>
                  <a:pt x="12652" y="1111950"/>
                </a:lnTo>
                <a:lnTo>
                  <a:pt x="26668" y="1090575"/>
                </a:lnTo>
                <a:lnTo>
                  <a:pt x="43200" y="1069200"/>
                </a:lnTo>
                <a:lnTo>
                  <a:pt x="43200" y="1069200"/>
                </a:lnTo>
                <a:lnTo>
                  <a:pt x="26668" y="1047825"/>
                </a:lnTo>
                <a:lnTo>
                  <a:pt x="12652" y="1026450"/>
                </a:lnTo>
                <a:lnTo>
                  <a:pt x="3288" y="1005075"/>
                </a:lnTo>
                <a:lnTo>
                  <a:pt x="0" y="983700"/>
                </a:lnTo>
                <a:lnTo>
                  <a:pt x="3288" y="962325"/>
                </a:lnTo>
                <a:lnTo>
                  <a:pt x="12652" y="940950"/>
                </a:lnTo>
                <a:lnTo>
                  <a:pt x="26668" y="919575"/>
                </a:lnTo>
                <a:lnTo>
                  <a:pt x="43200" y="898200"/>
                </a:lnTo>
                <a:lnTo>
                  <a:pt x="43200" y="898200"/>
                </a:lnTo>
                <a:lnTo>
                  <a:pt x="26668" y="876825"/>
                </a:lnTo>
                <a:lnTo>
                  <a:pt x="12652" y="855450"/>
                </a:lnTo>
                <a:lnTo>
                  <a:pt x="3288" y="834075"/>
                </a:lnTo>
                <a:lnTo>
                  <a:pt x="0" y="812700"/>
                </a:lnTo>
                <a:lnTo>
                  <a:pt x="3288" y="791325"/>
                </a:lnTo>
                <a:lnTo>
                  <a:pt x="12652" y="769950"/>
                </a:lnTo>
                <a:lnTo>
                  <a:pt x="26668" y="748575"/>
                </a:lnTo>
                <a:lnTo>
                  <a:pt x="43200" y="727200"/>
                </a:lnTo>
                <a:lnTo>
                  <a:pt x="43200" y="727200"/>
                </a:lnTo>
                <a:lnTo>
                  <a:pt x="26668" y="705825"/>
                </a:lnTo>
                <a:lnTo>
                  <a:pt x="12652" y="684450"/>
                </a:lnTo>
                <a:lnTo>
                  <a:pt x="3288" y="663075"/>
                </a:lnTo>
                <a:lnTo>
                  <a:pt x="0" y="641700"/>
                </a:lnTo>
                <a:lnTo>
                  <a:pt x="3288" y="620325"/>
                </a:lnTo>
                <a:lnTo>
                  <a:pt x="12652" y="598950"/>
                </a:lnTo>
                <a:lnTo>
                  <a:pt x="26668" y="577575"/>
                </a:lnTo>
                <a:lnTo>
                  <a:pt x="43200" y="556200"/>
                </a:lnTo>
                <a:lnTo>
                  <a:pt x="43200" y="556200"/>
                </a:lnTo>
                <a:lnTo>
                  <a:pt x="26668" y="534825"/>
                </a:lnTo>
                <a:lnTo>
                  <a:pt x="12652" y="513450"/>
                </a:lnTo>
                <a:lnTo>
                  <a:pt x="3288" y="492075"/>
                </a:lnTo>
                <a:lnTo>
                  <a:pt x="0" y="470700"/>
                </a:lnTo>
                <a:lnTo>
                  <a:pt x="3288" y="449325"/>
                </a:lnTo>
                <a:lnTo>
                  <a:pt x="12652" y="427950"/>
                </a:lnTo>
                <a:lnTo>
                  <a:pt x="26668" y="406575"/>
                </a:lnTo>
                <a:lnTo>
                  <a:pt x="43200" y="385200"/>
                </a:lnTo>
                <a:lnTo>
                  <a:pt x="43200" y="385200"/>
                </a:lnTo>
                <a:lnTo>
                  <a:pt x="26668" y="363825"/>
                </a:lnTo>
                <a:lnTo>
                  <a:pt x="12652" y="342450"/>
                </a:lnTo>
                <a:lnTo>
                  <a:pt x="3288" y="321075"/>
                </a:lnTo>
                <a:lnTo>
                  <a:pt x="0" y="299700"/>
                </a:lnTo>
                <a:lnTo>
                  <a:pt x="3288" y="278325"/>
                </a:lnTo>
                <a:lnTo>
                  <a:pt x="12652" y="256950"/>
                </a:lnTo>
                <a:lnTo>
                  <a:pt x="26668" y="235575"/>
                </a:lnTo>
                <a:lnTo>
                  <a:pt x="43200" y="214200"/>
                </a:lnTo>
                <a:lnTo>
                  <a:pt x="43200" y="214200"/>
                </a:lnTo>
                <a:lnTo>
                  <a:pt x="26668" y="192825"/>
                </a:lnTo>
                <a:lnTo>
                  <a:pt x="12652" y="171450"/>
                </a:lnTo>
                <a:lnTo>
                  <a:pt x="3288" y="150075"/>
                </a:lnTo>
                <a:lnTo>
                  <a:pt x="0" y="128700"/>
                </a:lnTo>
                <a:lnTo>
                  <a:pt x="3288" y="107325"/>
                </a:lnTo>
                <a:lnTo>
                  <a:pt x="12652" y="85950"/>
                </a:lnTo>
                <a:lnTo>
                  <a:pt x="26668" y="64575"/>
                </a:lnTo>
                <a:lnTo>
                  <a:pt x="43200" y="43200"/>
                </a:lnTo>
                <a:close/>
              </a:path>
            </a:pathLst>
          </a:custGeom>
          <a:noFill/>
          <a:ln w="7620">
            <a:solidFill>
              <a:srgbClr val="A4433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60000" y="6804000"/>
            <a:ext cx="2304000" cy="11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  <a:r>
              <a:t>#4 / #26</a:t>
            </a:r>
          </a:p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  <a:r>
              <a:t>Survey before tile ordering.</a:t>
            </a:r>
          </a:p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  <a:r>
              <a:t>Cuts exclude fabrication tolerances.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Ceiling / lighting coordination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AP-05 · lighting positions follow confirmed Rev A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540000" y="9792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540000" y="10008000"/>
            <a:ext cx="7128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FOR COORDINATION  ·  SITE ITEMS OPEN  ·  REV B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06 OCT 2026  /  SOURCE REV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4000" y="10008000"/>
            <a:ext cx="522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1:20 @ A3  ·  DIMENSIONS mm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SPEC SNAPSHOT eeccbde1cd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92000" y="10008000"/>
            <a:ext cx="1152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AP-05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548000" y="2052000"/>
            <a:ext cx="0" cy="7308000"/>
          </a:xfrm>
          <a:prstGeom prst="line">
            <a:avLst/>
          </a:prstGeom>
          <a:ln w="7620">
            <a:solidFill>
              <a:srgbClr val="E8E1D5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10908000" y="2088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L01 / TRACKS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08000" y="2448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Two black tracks: x=650 / 1750, y=450–2656. Four adjustable cylindrical spots per track. All lighting 3000 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08000" y="3852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L02 / DOWNLIGHTS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08000" y="4212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Three fittings at x=700 / 1200 / 1700; y=225. Spacing retained from approved design.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08000" y="5616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L03 / SHELF + PLINTH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08000" y="5976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Concealed under-shelf LEDs; toe-kick LEDs 2 × 2656. Access and wiring strategy AP-14.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08000" y="7380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CEILING / MEP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08000" y="7740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Smooth gypsum, warm off-white. Ceiling support, fire/MEP devices and driver ventilation require consultant coordination #16.</a:t>
            </a:r>
          </a:p>
        </p:txBody>
      </p:sp>
      <p:sp>
        <p:nvSpPr>
          <p:cNvPr id="20" name="GEOM:internal-envelope"/>
          <p:cNvSpPr/>
          <p:nvPr/>
        </p:nvSpPr>
        <p:spPr>
          <a:xfrm>
            <a:off x="2520000" y="3049199"/>
            <a:ext cx="4320000" cy="5590800"/>
          </a:xfrm>
          <a:prstGeom prst="rect">
            <a:avLst/>
          </a:prstGeom>
          <a:noFill/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V="1">
            <a:off x="3690000" y="3859199"/>
            <a:ext cx="0" cy="3970801"/>
          </a:xfrm>
          <a:prstGeom prst="line">
            <a:avLst/>
          </a:prstGeom>
          <a:ln w="25400">
            <a:solidFill>
              <a:srgbClr val="252725"/>
            </a:solidFill>
          </a:ln>
          <a:effectLst/>
        </p:spPr>
      </p:cxnSp>
      <p:sp>
        <p:nvSpPr>
          <p:cNvPr id="22" name="Oval 21"/>
          <p:cNvSpPr/>
          <p:nvPr/>
        </p:nvSpPr>
        <p:spPr>
          <a:xfrm>
            <a:off x="3625200" y="7495200"/>
            <a:ext cx="129600" cy="129600"/>
          </a:xfrm>
          <a:prstGeom prst="ellipse">
            <a:avLst/>
          </a:prstGeom>
          <a:noFill/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25200" y="6415200"/>
            <a:ext cx="129600" cy="129600"/>
          </a:xfrm>
          <a:prstGeom prst="ellipse">
            <a:avLst/>
          </a:prstGeom>
          <a:noFill/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625200" y="5335200"/>
            <a:ext cx="129600" cy="129600"/>
          </a:xfrm>
          <a:prstGeom prst="ellipse">
            <a:avLst/>
          </a:prstGeom>
          <a:noFill/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25200" y="4255200"/>
            <a:ext cx="129600" cy="129600"/>
          </a:xfrm>
          <a:prstGeom prst="ellipse">
            <a:avLst/>
          </a:prstGeom>
          <a:noFill/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 flipV="1">
            <a:off x="5670000" y="3859199"/>
            <a:ext cx="0" cy="3970801"/>
          </a:xfrm>
          <a:prstGeom prst="line">
            <a:avLst/>
          </a:prstGeom>
          <a:ln w="25400">
            <a:solidFill>
              <a:srgbClr val="252725"/>
            </a:solidFill>
          </a:ln>
          <a:effectLst/>
        </p:spPr>
      </p:cxnSp>
      <p:sp>
        <p:nvSpPr>
          <p:cNvPr id="27" name="Oval 26"/>
          <p:cNvSpPr/>
          <p:nvPr/>
        </p:nvSpPr>
        <p:spPr>
          <a:xfrm>
            <a:off x="5605200" y="7495200"/>
            <a:ext cx="129600" cy="129600"/>
          </a:xfrm>
          <a:prstGeom prst="ellipse">
            <a:avLst/>
          </a:prstGeom>
          <a:noFill/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05200" y="6415200"/>
            <a:ext cx="129600" cy="129600"/>
          </a:xfrm>
          <a:prstGeom prst="ellipse">
            <a:avLst/>
          </a:prstGeom>
          <a:noFill/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605200" y="5335200"/>
            <a:ext cx="129600" cy="129600"/>
          </a:xfrm>
          <a:prstGeom prst="ellipse">
            <a:avLst/>
          </a:prstGeom>
          <a:noFill/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605200" y="4255200"/>
            <a:ext cx="129600" cy="129600"/>
          </a:xfrm>
          <a:prstGeom prst="ellipse">
            <a:avLst/>
          </a:prstGeom>
          <a:noFill/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708000" y="8163000"/>
            <a:ext cx="144000" cy="144000"/>
          </a:xfrm>
          <a:prstGeom prst="ellipse">
            <a:avLst/>
          </a:prstGeom>
          <a:noFill/>
          <a:ln w="8890">
            <a:solidFill>
              <a:srgbClr val="9A825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608000" y="8163000"/>
            <a:ext cx="144000" cy="144000"/>
          </a:xfrm>
          <a:prstGeom prst="ellipse">
            <a:avLst/>
          </a:prstGeom>
          <a:noFill/>
          <a:ln w="8890">
            <a:solidFill>
              <a:srgbClr val="9A825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508000" y="8163000"/>
            <a:ext cx="144000" cy="144000"/>
          </a:xfrm>
          <a:prstGeom prst="ellipse">
            <a:avLst/>
          </a:prstGeom>
          <a:noFill/>
          <a:ln w="8890">
            <a:solidFill>
              <a:srgbClr val="9A825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 flipV="1">
            <a:off x="2916000" y="3049199"/>
            <a:ext cx="0" cy="4780801"/>
          </a:xfrm>
          <a:prstGeom prst="line">
            <a:avLst/>
          </a:prstGeom>
          <a:ln w="12700">
            <a:solidFill>
              <a:srgbClr val="9A825A"/>
            </a:solidFill>
            <a:prstDash val="dash"/>
          </a:ln>
          <a:effectLst/>
        </p:spPr>
      </p:cxnSp>
      <p:cxnSp>
        <p:nvCxnSpPr>
          <p:cNvPr id="35" name="Connector 34"/>
          <p:cNvCxnSpPr/>
          <p:nvPr/>
        </p:nvCxnSpPr>
        <p:spPr>
          <a:xfrm flipV="1">
            <a:off x="6444000" y="3049199"/>
            <a:ext cx="0" cy="4780801"/>
          </a:xfrm>
          <a:prstGeom prst="line">
            <a:avLst/>
          </a:prstGeom>
          <a:ln w="12700">
            <a:solidFill>
              <a:srgbClr val="9A825A"/>
            </a:solidFill>
            <a:prstDash val="dash"/>
          </a:ln>
          <a:effectLst/>
        </p:spPr>
      </p:cxnSp>
      <p:cxnSp>
        <p:nvCxnSpPr>
          <p:cNvPr id="36" name="Connector 35"/>
          <p:cNvCxnSpPr/>
          <p:nvPr/>
        </p:nvCxnSpPr>
        <p:spPr>
          <a:xfrm>
            <a:off x="2520000" y="8640000"/>
            <a:ext cx="0" cy="43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7" name="Connector 36"/>
          <p:cNvCxnSpPr/>
          <p:nvPr/>
        </p:nvCxnSpPr>
        <p:spPr>
          <a:xfrm>
            <a:off x="6840000" y="8640000"/>
            <a:ext cx="0" cy="43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8" name="Connector 37"/>
          <p:cNvCxnSpPr/>
          <p:nvPr/>
        </p:nvCxnSpPr>
        <p:spPr>
          <a:xfrm>
            <a:off x="2520000" y="9072000"/>
            <a:ext cx="432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9" name="Connector 38"/>
          <p:cNvCxnSpPr/>
          <p:nvPr/>
        </p:nvCxnSpPr>
        <p:spPr>
          <a:xfrm flipV="1">
            <a:off x="2484000" y="90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0" name="Connector 39"/>
          <p:cNvCxnSpPr/>
          <p:nvPr/>
        </p:nvCxnSpPr>
        <p:spPr>
          <a:xfrm flipV="1">
            <a:off x="6804000" y="90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1" name="TextBox 40"/>
          <p:cNvSpPr txBox="1"/>
          <p:nvPr/>
        </p:nvSpPr>
        <p:spPr>
          <a:xfrm>
            <a:off x="4140000" y="8892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2400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2052000" y="8640000"/>
            <a:ext cx="46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3" name="Connector 42"/>
          <p:cNvCxnSpPr/>
          <p:nvPr/>
        </p:nvCxnSpPr>
        <p:spPr>
          <a:xfrm flipH="1">
            <a:off x="2052000" y="3049199"/>
            <a:ext cx="46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4" name="Connector 43"/>
          <p:cNvCxnSpPr/>
          <p:nvPr/>
        </p:nvCxnSpPr>
        <p:spPr>
          <a:xfrm flipV="1">
            <a:off x="2052000" y="3049199"/>
            <a:ext cx="0" cy="5590801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5" name="Connector 44"/>
          <p:cNvCxnSpPr/>
          <p:nvPr/>
        </p:nvCxnSpPr>
        <p:spPr>
          <a:xfrm flipV="1">
            <a:off x="2016000" y="860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6" name="Connector 45"/>
          <p:cNvCxnSpPr/>
          <p:nvPr/>
        </p:nvCxnSpPr>
        <p:spPr>
          <a:xfrm flipV="1">
            <a:off x="2016000" y="3013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7" name="TextBox 46"/>
          <p:cNvSpPr txBox="1"/>
          <p:nvPr/>
        </p:nvSpPr>
        <p:spPr>
          <a:xfrm>
            <a:off x="1620000" y="58446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3106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690000" y="7830000"/>
            <a:ext cx="28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9" name="Connector 48"/>
          <p:cNvCxnSpPr/>
          <p:nvPr/>
        </p:nvCxnSpPr>
        <p:spPr>
          <a:xfrm>
            <a:off x="3690000" y="3859199"/>
            <a:ext cx="28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0" name="Connector 49"/>
          <p:cNvCxnSpPr/>
          <p:nvPr/>
        </p:nvCxnSpPr>
        <p:spPr>
          <a:xfrm flipV="1">
            <a:off x="3978000" y="3859199"/>
            <a:ext cx="0" cy="3970801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1" name="Connector 50"/>
          <p:cNvCxnSpPr/>
          <p:nvPr/>
        </p:nvCxnSpPr>
        <p:spPr>
          <a:xfrm flipV="1">
            <a:off x="3942000" y="779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2" name="Connector 51"/>
          <p:cNvCxnSpPr/>
          <p:nvPr/>
        </p:nvCxnSpPr>
        <p:spPr>
          <a:xfrm flipV="1">
            <a:off x="3942000" y="3823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53" name="TextBox 52"/>
          <p:cNvSpPr txBox="1"/>
          <p:nvPr/>
        </p:nvSpPr>
        <p:spPr>
          <a:xfrm>
            <a:off x="3546000" y="58446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2206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2520000" y="9504000"/>
            <a:ext cx="3600000" cy="0"/>
          </a:xfrm>
          <a:prstGeom prst="line">
            <a:avLst/>
          </a:prstGeom>
          <a:ln w="19050">
            <a:solidFill>
              <a:srgbClr val="252725"/>
            </a:solidFill>
          </a:ln>
          <a:effectLst/>
        </p:spPr>
      </p:cxnSp>
      <p:cxnSp>
        <p:nvCxnSpPr>
          <p:cNvPr id="55" name="Connector 54"/>
          <p:cNvCxnSpPr/>
          <p:nvPr/>
        </p:nvCxnSpPr>
        <p:spPr>
          <a:xfrm>
            <a:off x="2520000" y="9468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56" name="Connector 55"/>
          <p:cNvCxnSpPr/>
          <p:nvPr/>
        </p:nvCxnSpPr>
        <p:spPr>
          <a:xfrm>
            <a:off x="4320000" y="9468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57" name="Connector 56"/>
          <p:cNvCxnSpPr/>
          <p:nvPr/>
        </p:nvCxnSpPr>
        <p:spPr>
          <a:xfrm>
            <a:off x="6120000" y="9468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58" name="TextBox 57"/>
          <p:cNvSpPr txBox="1"/>
          <p:nvPr/>
        </p:nvSpPr>
        <p:spPr>
          <a:xfrm>
            <a:off x="2520000" y="9576000"/>
            <a:ext cx="414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0                         2000 mm   |   1:20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Storefront / external elevation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AP-06 · glazed entrance and halo-lit fascia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540000" y="9792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540000" y="10008000"/>
            <a:ext cx="7128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FOR COORDINATION  ·  SITE ITEMS OPEN  ·  REV B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06 OCT 2026  /  SOURCE REV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4000" y="10008000"/>
            <a:ext cx="522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1:20 @ A3  ·  DIMENSIONS mm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SPEC SNAPSHOT eeccbde1cd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92000" y="10008000"/>
            <a:ext cx="1152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AP-06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548000" y="2052000"/>
            <a:ext cx="0" cy="7308000"/>
          </a:xfrm>
          <a:prstGeom prst="line">
            <a:avLst/>
          </a:prstGeom>
          <a:ln w="7620">
            <a:solidFill>
              <a:srgbClr val="E8E1D5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10908000" y="2088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FRONTAGE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08000" y="2448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450 + 1500 + 450 = 2400. The 450 × 450 display columns face the street; shelf depth remains 250.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08000" y="3852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G01 / GLAZING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08000" y="4212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Door 1000 × 2580 × 12 toughened glass. Fixed pane 488 W. Three nominal 4 gaps: 488 + 1000 + 12 = 1500.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08000" y="5616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SIGN BAND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08000" y="5976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600 high above 2600 ceiling datum; total storefront height 3200. Exterior logo 1000 W, uniformly scaled.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08000" y="7380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DETAIL REFERENCES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08000" y="7740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Head AP-15</a:t>
            </a:r>
          </a:p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Jamb / pivot AP-16</a:t>
            </a:r>
          </a:p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Flush threshold AP-17</a:t>
            </a:r>
          </a:p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Sign backing AP-18</a:t>
            </a:r>
          </a:p>
        </p:txBody>
      </p:sp>
      <p:sp>
        <p:nvSpPr>
          <p:cNvPr id="20" name="GEOM:storefront-envelope"/>
          <p:cNvSpPr/>
          <p:nvPr/>
        </p:nvSpPr>
        <p:spPr>
          <a:xfrm>
            <a:off x="2340000" y="2772000"/>
            <a:ext cx="4320000" cy="5760000"/>
          </a:xfrm>
          <a:prstGeom prst="rect">
            <a:avLst/>
          </a:prstGeom>
          <a:noFill/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40000" y="2772000"/>
            <a:ext cx="4320000" cy="10800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40000" y="3852000"/>
            <a:ext cx="810000" cy="4680000"/>
          </a:xfrm>
          <a:prstGeom prst="rect">
            <a:avLst/>
          </a:prstGeom>
          <a:noFill/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2340000" y="7452000"/>
            <a:ext cx="81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2340000" y="6732000"/>
            <a:ext cx="81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2340000" y="6012000"/>
            <a:ext cx="81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>
            <a:off x="2340000" y="5292000"/>
            <a:ext cx="81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>
            <a:off x="2340000" y="4572000"/>
            <a:ext cx="81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28" name="Rectangle 27"/>
          <p:cNvSpPr/>
          <p:nvPr/>
        </p:nvSpPr>
        <p:spPr>
          <a:xfrm>
            <a:off x="5850000" y="3852000"/>
            <a:ext cx="810000" cy="4680000"/>
          </a:xfrm>
          <a:prstGeom prst="rect">
            <a:avLst/>
          </a:prstGeom>
          <a:noFill/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850000" y="7452000"/>
            <a:ext cx="81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5850000" y="6732000"/>
            <a:ext cx="81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5850000" y="6012000"/>
            <a:ext cx="81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>
            <a:off x="5850000" y="5292000"/>
            <a:ext cx="81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5850000" y="4572000"/>
            <a:ext cx="81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34" name="Rectangle 33"/>
          <p:cNvSpPr/>
          <p:nvPr/>
        </p:nvSpPr>
        <p:spPr>
          <a:xfrm>
            <a:off x="3157200" y="3870000"/>
            <a:ext cx="878400" cy="4644000"/>
          </a:xfrm>
          <a:prstGeom prst="rect">
            <a:avLst/>
          </a:prstGeom>
          <a:noFill/>
          <a:ln w="8890">
            <a:solidFill>
              <a:srgbClr val="46697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GEOM:door-leaf"/>
          <p:cNvSpPr/>
          <p:nvPr/>
        </p:nvSpPr>
        <p:spPr>
          <a:xfrm>
            <a:off x="4042800" y="3870000"/>
            <a:ext cx="1800000" cy="4644000"/>
          </a:xfrm>
          <a:prstGeom prst="rect">
            <a:avLst/>
          </a:prstGeom>
          <a:noFill/>
          <a:ln w="8890">
            <a:solidFill>
              <a:srgbClr val="46697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6" name="Picture 3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0" y="2904321"/>
            <a:ext cx="1800000" cy="815357"/>
          </a:xfrm>
          <a:prstGeom prst="rect">
            <a:avLst/>
          </a:prstGeom>
          <a:effectLst/>
        </p:spPr>
      </p:pic>
      <p:cxnSp>
        <p:nvCxnSpPr>
          <p:cNvPr id="37" name="Connector 36"/>
          <p:cNvCxnSpPr/>
          <p:nvPr/>
        </p:nvCxnSpPr>
        <p:spPr>
          <a:xfrm>
            <a:off x="2340000" y="8532000"/>
            <a:ext cx="0" cy="43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8" name="Connector 37"/>
          <p:cNvCxnSpPr/>
          <p:nvPr/>
        </p:nvCxnSpPr>
        <p:spPr>
          <a:xfrm>
            <a:off x="6660000" y="8532000"/>
            <a:ext cx="0" cy="43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" name="Connector 38"/>
          <p:cNvCxnSpPr/>
          <p:nvPr/>
        </p:nvCxnSpPr>
        <p:spPr>
          <a:xfrm>
            <a:off x="2340000" y="8964000"/>
            <a:ext cx="432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0" name="Connector 39"/>
          <p:cNvCxnSpPr/>
          <p:nvPr/>
        </p:nvCxnSpPr>
        <p:spPr>
          <a:xfrm flipV="1">
            <a:off x="2304000" y="892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1" name="Connector 40"/>
          <p:cNvCxnSpPr/>
          <p:nvPr/>
        </p:nvCxnSpPr>
        <p:spPr>
          <a:xfrm flipV="1">
            <a:off x="6624000" y="892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2" name="TextBox 41"/>
          <p:cNvSpPr txBox="1"/>
          <p:nvPr/>
        </p:nvSpPr>
        <p:spPr>
          <a:xfrm>
            <a:off x="3960000" y="8784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2400</a:t>
            </a:r>
          </a:p>
        </p:txBody>
      </p:sp>
      <p:cxnSp>
        <p:nvCxnSpPr>
          <p:cNvPr id="43" name="Connector 42"/>
          <p:cNvCxnSpPr/>
          <p:nvPr/>
        </p:nvCxnSpPr>
        <p:spPr>
          <a:xfrm flipH="1">
            <a:off x="1872000" y="8532000"/>
            <a:ext cx="46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4" name="Connector 43"/>
          <p:cNvCxnSpPr/>
          <p:nvPr/>
        </p:nvCxnSpPr>
        <p:spPr>
          <a:xfrm flipH="1">
            <a:off x="1872000" y="2772000"/>
            <a:ext cx="46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5" name="Connector 44"/>
          <p:cNvCxnSpPr/>
          <p:nvPr/>
        </p:nvCxnSpPr>
        <p:spPr>
          <a:xfrm flipV="1">
            <a:off x="1872000" y="2772000"/>
            <a:ext cx="0" cy="576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6" name="Connector 45"/>
          <p:cNvCxnSpPr/>
          <p:nvPr/>
        </p:nvCxnSpPr>
        <p:spPr>
          <a:xfrm flipV="1">
            <a:off x="1836000" y="849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7" name="Connector 46"/>
          <p:cNvCxnSpPr/>
          <p:nvPr/>
        </p:nvCxnSpPr>
        <p:spPr>
          <a:xfrm flipV="1">
            <a:off x="1836000" y="27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8" name="TextBox 47"/>
          <p:cNvSpPr txBox="1"/>
          <p:nvPr/>
        </p:nvSpPr>
        <p:spPr>
          <a:xfrm>
            <a:off x="1440000" y="565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3200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842800" y="8514000"/>
            <a:ext cx="28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0" name="Connector 49"/>
          <p:cNvCxnSpPr/>
          <p:nvPr/>
        </p:nvCxnSpPr>
        <p:spPr>
          <a:xfrm>
            <a:off x="5842800" y="3870000"/>
            <a:ext cx="28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1" name="Connector 50"/>
          <p:cNvCxnSpPr/>
          <p:nvPr/>
        </p:nvCxnSpPr>
        <p:spPr>
          <a:xfrm flipV="1">
            <a:off x="6130800" y="3870000"/>
            <a:ext cx="0" cy="4644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2" name="Connector 51"/>
          <p:cNvCxnSpPr/>
          <p:nvPr/>
        </p:nvCxnSpPr>
        <p:spPr>
          <a:xfrm flipV="1">
            <a:off x="6094800" y="847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3" name="Connector 52"/>
          <p:cNvCxnSpPr/>
          <p:nvPr/>
        </p:nvCxnSpPr>
        <p:spPr>
          <a:xfrm flipV="1">
            <a:off x="6094800" y="383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54" name="TextBox 53"/>
          <p:cNvSpPr txBox="1"/>
          <p:nvPr/>
        </p:nvSpPr>
        <p:spPr>
          <a:xfrm>
            <a:off x="5698800" y="619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2580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660000" y="3852000"/>
            <a:ext cx="36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6" name="Connector 55"/>
          <p:cNvCxnSpPr/>
          <p:nvPr/>
        </p:nvCxnSpPr>
        <p:spPr>
          <a:xfrm>
            <a:off x="6660000" y="2772000"/>
            <a:ext cx="36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7" name="Connector 56"/>
          <p:cNvCxnSpPr/>
          <p:nvPr/>
        </p:nvCxnSpPr>
        <p:spPr>
          <a:xfrm flipV="1">
            <a:off x="7020000" y="2772000"/>
            <a:ext cx="0" cy="108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8" name="Connector 57"/>
          <p:cNvCxnSpPr/>
          <p:nvPr/>
        </p:nvCxnSpPr>
        <p:spPr>
          <a:xfrm flipV="1">
            <a:off x="6984000" y="381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9" name="Connector 58"/>
          <p:cNvCxnSpPr/>
          <p:nvPr/>
        </p:nvCxnSpPr>
        <p:spPr>
          <a:xfrm flipV="1">
            <a:off x="6984000" y="27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60" name="TextBox 59"/>
          <p:cNvSpPr txBox="1"/>
          <p:nvPr/>
        </p:nvSpPr>
        <p:spPr>
          <a:xfrm>
            <a:off x="6588000" y="331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600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230000" y="6282000"/>
            <a:ext cx="1980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252725"/>
                </a:solidFill>
                <a:latin typeface="Liberation Sans"/>
              </a:defRPr>
            </a:pPr>
            <a:r>
              <a:t>12 mm GLASS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2340000" y="9342000"/>
            <a:ext cx="3600000" cy="0"/>
          </a:xfrm>
          <a:prstGeom prst="line">
            <a:avLst/>
          </a:prstGeom>
          <a:ln w="19050">
            <a:solidFill>
              <a:srgbClr val="252725"/>
            </a:solidFill>
          </a:ln>
          <a:effectLst/>
        </p:spPr>
      </p:cxnSp>
      <p:cxnSp>
        <p:nvCxnSpPr>
          <p:cNvPr id="63" name="Connector 62"/>
          <p:cNvCxnSpPr/>
          <p:nvPr/>
        </p:nvCxnSpPr>
        <p:spPr>
          <a:xfrm>
            <a:off x="2340000" y="930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64" name="Connector 63"/>
          <p:cNvCxnSpPr/>
          <p:nvPr/>
        </p:nvCxnSpPr>
        <p:spPr>
          <a:xfrm>
            <a:off x="4140000" y="930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65" name="Connector 64"/>
          <p:cNvCxnSpPr/>
          <p:nvPr/>
        </p:nvCxnSpPr>
        <p:spPr>
          <a:xfrm>
            <a:off x="5940000" y="930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66" name="TextBox 65"/>
          <p:cNvSpPr txBox="1"/>
          <p:nvPr/>
        </p:nvSpPr>
        <p:spPr>
          <a:xfrm>
            <a:off x="2340000" y="9414000"/>
            <a:ext cx="414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0                         2000 mm   |   1:20</a:t>
            </a:r>
          </a:p>
        </p:txBody>
      </p:sp>
      <p:sp>
        <p:nvSpPr>
          <p:cNvPr id="67" name="Freeform 66"/>
          <p:cNvSpPr/>
          <p:nvPr/>
        </p:nvSpPr>
        <p:spPr>
          <a:xfrm>
            <a:off x="7336800" y="6868800"/>
            <a:ext cx="2750400" cy="1166400"/>
          </a:xfrm>
          <a:custGeom>
            <a:avLst/>
            <a:gdLst/>
            <a:ahLst/>
            <a:cxnLst/>
            <a:rect l="l" t="t" r="r" b="b"/>
            <a:pathLst>
              <a:path w="2750400" h="1166400">
                <a:moveTo>
                  <a:pt x="43200" y="43200"/>
                </a:moveTo>
                <a:lnTo>
                  <a:pt x="65400" y="26668"/>
                </a:lnTo>
                <a:lnTo>
                  <a:pt x="87599" y="12652"/>
                </a:lnTo>
                <a:lnTo>
                  <a:pt x="109800" y="3288"/>
                </a:lnTo>
                <a:lnTo>
                  <a:pt x="132000" y="0"/>
                </a:lnTo>
                <a:lnTo>
                  <a:pt x="154200" y="3288"/>
                </a:lnTo>
                <a:lnTo>
                  <a:pt x="176400" y="12652"/>
                </a:lnTo>
                <a:lnTo>
                  <a:pt x="198600" y="26668"/>
                </a:lnTo>
                <a:lnTo>
                  <a:pt x="220800" y="43200"/>
                </a:lnTo>
                <a:lnTo>
                  <a:pt x="220800" y="43200"/>
                </a:lnTo>
                <a:lnTo>
                  <a:pt x="243000" y="26668"/>
                </a:lnTo>
                <a:lnTo>
                  <a:pt x="265200" y="12652"/>
                </a:lnTo>
                <a:lnTo>
                  <a:pt x="287400" y="3288"/>
                </a:lnTo>
                <a:lnTo>
                  <a:pt x="309600" y="0"/>
                </a:lnTo>
                <a:lnTo>
                  <a:pt x="331800" y="3288"/>
                </a:lnTo>
                <a:lnTo>
                  <a:pt x="354000" y="12652"/>
                </a:lnTo>
                <a:lnTo>
                  <a:pt x="376200" y="26668"/>
                </a:lnTo>
                <a:lnTo>
                  <a:pt x="398400" y="43200"/>
                </a:lnTo>
                <a:lnTo>
                  <a:pt x="398400" y="43200"/>
                </a:lnTo>
                <a:lnTo>
                  <a:pt x="420599" y="26668"/>
                </a:lnTo>
                <a:lnTo>
                  <a:pt x="442800" y="12652"/>
                </a:lnTo>
                <a:lnTo>
                  <a:pt x="465000" y="3288"/>
                </a:lnTo>
                <a:lnTo>
                  <a:pt x="487200" y="0"/>
                </a:lnTo>
                <a:lnTo>
                  <a:pt x="509400" y="3288"/>
                </a:lnTo>
                <a:lnTo>
                  <a:pt x="531600" y="12652"/>
                </a:lnTo>
                <a:lnTo>
                  <a:pt x="553800" y="26668"/>
                </a:lnTo>
                <a:lnTo>
                  <a:pt x="576000" y="43200"/>
                </a:lnTo>
                <a:lnTo>
                  <a:pt x="576000" y="43200"/>
                </a:lnTo>
                <a:lnTo>
                  <a:pt x="598200" y="26668"/>
                </a:lnTo>
                <a:lnTo>
                  <a:pt x="620400" y="12652"/>
                </a:lnTo>
                <a:lnTo>
                  <a:pt x="642600" y="3288"/>
                </a:lnTo>
                <a:lnTo>
                  <a:pt x="664799" y="0"/>
                </a:lnTo>
                <a:lnTo>
                  <a:pt x="687000" y="3288"/>
                </a:lnTo>
                <a:lnTo>
                  <a:pt x="709200" y="12652"/>
                </a:lnTo>
                <a:lnTo>
                  <a:pt x="731400" y="26668"/>
                </a:lnTo>
                <a:lnTo>
                  <a:pt x="753600" y="43200"/>
                </a:lnTo>
                <a:lnTo>
                  <a:pt x="753600" y="43200"/>
                </a:lnTo>
                <a:lnTo>
                  <a:pt x="775800" y="26668"/>
                </a:lnTo>
                <a:lnTo>
                  <a:pt x="798000" y="12652"/>
                </a:lnTo>
                <a:lnTo>
                  <a:pt x="820200" y="3288"/>
                </a:lnTo>
                <a:lnTo>
                  <a:pt x="842400" y="0"/>
                </a:lnTo>
                <a:lnTo>
                  <a:pt x="864600" y="3288"/>
                </a:lnTo>
                <a:lnTo>
                  <a:pt x="886800" y="12652"/>
                </a:lnTo>
                <a:lnTo>
                  <a:pt x="909000" y="26668"/>
                </a:lnTo>
                <a:lnTo>
                  <a:pt x="931200" y="43200"/>
                </a:lnTo>
                <a:lnTo>
                  <a:pt x="931200" y="43200"/>
                </a:lnTo>
                <a:lnTo>
                  <a:pt x="953400" y="26668"/>
                </a:lnTo>
                <a:lnTo>
                  <a:pt x="975600" y="12652"/>
                </a:lnTo>
                <a:lnTo>
                  <a:pt x="997799" y="3288"/>
                </a:lnTo>
                <a:lnTo>
                  <a:pt x="1020000" y="0"/>
                </a:lnTo>
                <a:lnTo>
                  <a:pt x="1042200" y="3288"/>
                </a:lnTo>
                <a:lnTo>
                  <a:pt x="1064400" y="12652"/>
                </a:lnTo>
                <a:lnTo>
                  <a:pt x="1086600" y="26668"/>
                </a:lnTo>
                <a:lnTo>
                  <a:pt x="1108800" y="43200"/>
                </a:lnTo>
                <a:lnTo>
                  <a:pt x="1108800" y="43200"/>
                </a:lnTo>
                <a:lnTo>
                  <a:pt x="1131000" y="26668"/>
                </a:lnTo>
                <a:lnTo>
                  <a:pt x="1153200" y="12652"/>
                </a:lnTo>
                <a:lnTo>
                  <a:pt x="1175400" y="3288"/>
                </a:lnTo>
                <a:lnTo>
                  <a:pt x="1197600" y="0"/>
                </a:lnTo>
                <a:lnTo>
                  <a:pt x="1219800" y="3288"/>
                </a:lnTo>
                <a:lnTo>
                  <a:pt x="1242000" y="12652"/>
                </a:lnTo>
                <a:lnTo>
                  <a:pt x="1264200" y="26668"/>
                </a:lnTo>
                <a:lnTo>
                  <a:pt x="1286400" y="43200"/>
                </a:lnTo>
                <a:lnTo>
                  <a:pt x="1286400" y="43200"/>
                </a:lnTo>
                <a:lnTo>
                  <a:pt x="1308600" y="26668"/>
                </a:lnTo>
                <a:lnTo>
                  <a:pt x="1330800" y="12652"/>
                </a:lnTo>
                <a:lnTo>
                  <a:pt x="1353000" y="3288"/>
                </a:lnTo>
                <a:lnTo>
                  <a:pt x="1375200" y="0"/>
                </a:lnTo>
                <a:lnTo>
                  <a:pt x="1397400" y="3288"/>
                </a:lnTo>
                <a:lnTo>
                  <a:pt x="1419600" y="12652"/>
                </a:lnTo>
                <a:lnTo>
                  <a:pt x="1441800" y="26668"/>
                </a:lnTo>
                <a:lnTo>
                  <a:pt x="1464000" y="43200"/>
                </a:lnTo>
                <a:lnTo>
                  <a:pt x="1464000" y="43200"/>
                </a:lnTo>
                <a:lnTo>
                  <a:pt x="1486200" y="26668"/>
                </a:lnTo>
                <a:lnTo>
                  <a:pt x="1508400" y="12652"/>
                </a:lnTo>
                <a:lnTo>
                  <a:pt x="1530600" y="3288"/>
                </a:lnTo>
                <a:lnTo>
                  <a:pt x="1552800" y="0"/>
                </a:lnTo>
                <a:lnTo>
                  <a:pt x="1575000" y="3288"/>
                </a:lnTo>
                <a:lnTo>
                  <a:pt x="1597200" y="12652"/>
                </a:lnTo>
                <a:lnTo>
                  <a:pt x="1619400" y="26668"/>
                </a:lnTo>
                <a:lnTo>
                  <a:pt x="1641600" y="43200"/>
                </a:lnTo>
                <a:lnTo>
                  <a:pt x="1641600" y="43200"/>
                </a:lnTo>
                <a:lnTo>
                  <a:pt x="1663800" y="26668"/>
                </a:lnTo>
                <a:lnTo>
                  <a:pt x="1686000" y="12652"/>
                </a:lnTo>
                <a:lnTo>
                  <a:pt x="1708200" y="3288"/>
                </a:lnTo>
                <a:lnTo>
                  <a:pt x="1730400" y="0"/>
                </a:lnTo>
                <a:lnTo>
                  <a:pt x="1752600" y="3288"/>
                </a:lnTo>
                <a:lnTo>
                  <a:pt x="1774800" y="12652"/>
                </a:lnTo>
                <a:lnTo>
                  <a:pt x="1797000" y="26668"/>
                </a:lnTo>
                <a:lnTo>
                  <a:pt x="1819200" y="43200"/>
                </a:lnTo>
                <a:lnTo>
                  <a:pt x="1819200" y="43200"/>
                </a:lnTo>
                <a:lnTo>
                  <a:pt x="1841400" y="26668"/>
                </a:lnTo>
                <a:lnTo>
                  <a:pt x="1863600" y="12652"/>
                </a:lnTo>
                <a:lnTo>
                  <a:pt x="1885800" y="3288"/>
                </a:lnTo>
                <a:lnTo>
                  <a:pt x="1908000" y="0"/>
                </a:lnTo>
                <a:lnTo>
                  <a:pt x="1930200" y="3288"/>
                </a:lnTo>
                <a:lnTo>
                  <a:pt x="1952399" y="12652"/>
                </a:lnTo>
                <a:lnTo>
                  <a:pt x="1974600" y="26668"/>
                </a:lnTo>
                <a:lnTo>
                  <a:pt x="1996800" y="43200"/>
                </a:lnTo>
                <a:lnTo>
                  <a:pt x="1996800" y="43200"/>
                </a:lnTo>
                <a:lnTo>
                  <a:pt x="2019000" y="26668"/>
                </a:lnTo>
                <a:lnTo>
                  <a:pt x="2041200" y="12652"/>
                </a:lnTo>
                <a:lnTo>
                  <a:pt x="2063400" y="3288"/>
                </a:lnTo>
                <a:lnTo>
                  <a:pt x="2085600" y="0"/>
                </a:lnTo>
                <a:lnTo>
                  <a:pt x="2107800" y="3288"/>
                </a:lnTo>
                <a:lnTo>
                  <a:pt x="2130000" y="12652"/>
                </a:lnTo>
                <a:lnTo>
                  <a:pt x="2152200" y="26668"/>
                </a:lnTo>
                <a:lnTo>
                  <a:pt x="2174400" y="43200"/>
                </a:lnTo>
                <a:lnTo>
                  <a:pt x="2174400" y="43200"/>
                </a:lnTo>
                <a:lnTo>
                  <a:pt x="2196600" y="26668"/>
                </a:lnTo>
                <a:lnTo>
                  <a:pt x="2218800" y="12652"/>
                </a:lnTo>
                <a:lnTo>
                  <a:pt x="2241000" y="3288"/>
                </a:lnTo>
                <a:lnTo>
                  <a:pt x="2263200" y="0"/>
                </a:lnTo>
                <a:lnTo>
                  <a:pt x="2285399" y="3288"/>
                </a:lnTo>
                <a:lnTo>
                  <a:pt x="2307600" y="12652"/>
                </a:lnTo>
                <a:lnTo>
                  <a:pt x="2329800" y="26668"/>
                </a:lnTo>
                <a:lnTo>
                  <a:pt x="2352000" y="43200"/>
                </a:lnTo>
                <a:lnTo>
                  <a:pt x="2352000" y="43200"/>
                </a:lnTo>
                <a:lnTo>
                  <a:pt x="2374200" y="26668"/>
                </a:lnTo>
                <a:lnTo>
                  <a:pt x="2396400" y="12652"/>
                </a:lnTo>
                <a:lnTo>
                  <a:pt x="2418600" y="3288"/>
                </a:lnTo>
                <a:lnTo>
                  <a:pt x="2440800" y="0"/>
                </a:lnTo>
                <a:lnTo>
                  <a:pt x="2463000" y="3288"/>
                </a:lnTo>
                <a:lnTo>
                  <a:pt x="2485200" y="12652"/>
                </a:lnTo>
                <a:lnTo>
                  <a:pt x="2507400" y="26668"/>
                </a:lnTo>
                <a:lnTo>
                  <a:pt x="2529600" y="43200"/>
                </a:lnTo>
                <a:lnTo>
                  <a:pt x="2529600" y="43200"/>
                </a:lnTo>
                <a:lnTo>
                  <a:pt x="2551800" y="26668"/>
                </a:lnTo>
                <a:lnTo>
                  <a:pt x="2574000" y="12652"/>
                </a:lnTo>
                <a:lnTo>
                  <a:pt x="2596200" y="3288"/>
                </a:lnTo>
                <a:lnTo>
                  <a:pt x="2618399" y="0"/>
                </a:lnTo>
                <a:lnTo>
                  <a:pt x="2640600" y="3288"/>
                </a:lnTo>
                <a:lnTo>
                  <a:pt x="2662800" y="12652"/>
                </a:lnTo>
                <a:lnTo>
                  <a:pt x="2685000" y="26668"/>
                </a:lnTo>
                <a:lnTo>
                  <a:pt x="2707200" y="43200"/>
                </a:lnTo>
                <a:lnTo>
                  <a:pt x="2707200" y="43200"/>
                </a:lnTo>
                <a:lnTo>
                  <a:pt x="2723731" y="65700"/>
                </a:lnTo>
                <a:lnTo>
                  <a:pt x="2737747" y="88200"/>
                </a:lnTo>
                <a:lnTo>
                  <a:pt x="2747111" y="110700"/>
                </a:lnTo>
                <a:lnTo>
                  <a:pt x="2750400" y="133200"/>
                </a:lnTo>
                <a:lnTo>
                  <a:pt x="2747111" y="155700"/>
                </a:lnTo>
                <a:lnTo>
                  <a:pt x="2737747" y="178200"/>
                </a:lnTo>
                <a:lnTo>
                  <a:pt x="2723731" y="200700"/>
                </a:lnTo>
                <a:lnTo>
                  <a:pt x="2707200" y="223200"/>
                </a:lnTo>
                <a:lnTo>
                  <a:pt x="2707200" y="223200"/>
                </a:lnTo>
                <a:lnTo>
                  <a:pt x="2723731" y="245700"/>
                </a:lnTo>
                <a:lnTo>
                  <a:pt x="2737747" y="268200"/>
                </a:lnTo>
                <a:lnTo>
                  <a:pt x="2747111" y="290700"/>
                </a:lnTo>
                <a:lnTo>
                  <a:pt x="2750400" y="313200"/>
                </a:lnTo>
                <a:lnTo>
                  <a:pt x="2747111" y="335700"/>
                </a:lnTo>
                <a:lnTo>
                  <a:pt x="2737747" y="358200"/>
                </a:lnTo>
                <a:lnTo>
                  <a:pt x="2723731" y="380700"/>
                </a:lnTo>
                <a:lnTo>
                  <a:pt x="2707200" y="403200"/>
                </a:lnTo>
                <a:lnTo>
                  <a:pt x="2707200" y="403200"/>
                </a:lnTo>
                <a:lnTo>
                  <a:pt x="2723731" y="425700"/>
                </a:lnTo>
                <a:lnTo>
                  <a:pt x="2737747" y="448200"/>
                </a:lnTo>
                <a:lnTo>
                  <a:pt x="2747111" y="470700"/>
                </a:lnTo>
                <a:lnTo>
                  <a:pt x="2750400" y="493200"/>
                </a:lnTo>
                <a:lnTo>
                  <a:pt x="2747111" y="515700"/>
                </a:lnTo>
                <a:lnTo>
                  <a:pt x="2737747" y="538200"/>
                </a:lnTo>
                <a:lnTo>
                  <a:pt x="2723731" y="560700"/>
                </a:lnTo>
                <a:lnTo>
                  <a:pt x="2707200" y="583200"/>
                </a:lnTo>
                <a:lnTo>
                  <a:pt x="2707200" y="583200"/>
                </a:lnTo>
                <a:lnTo>
                  <a:pt x="2723731" y="605700"/>
                </a:lnTo>
                <a:lnTo>
                  <a:pt x="2737747" y="628200"/>
                </a:lnTo>
                <a:lnTo>
                  <a:pt x="2747111" y="650700"/>
                </a:lnTo>
                <a:lnTo>
                  <a:pt x="2750400" y="673200"/>
                </a:lnTo>
                <a:lnTo>
                  <a:pt x="2747111" y="695700"/>
                </a:lnTo>
                <a:lnTo>
                  <a:pt x="2737747" y="718200"/>
                </a:lnTo>
                <a:lnTo>
                  <a:pt x="2723731" y="740700"/>
                </a:lnTo>
                <a:lnTo>
                  <a:pt x="2707200" y="763200"/>
                </a:lnTo>
                <a:lnTo>
                  <a:pt x="2707200" y="763200"/>
                </a:lnTo>
                <a:lnTo>
                  <a:pt x="2723731" y="785700"/>
                </a:lnTo>
                <a:lnTo>
                  <a:pt x="2737747" y="808200"/>
                </a:lnTo>
                <a:lnTo>
                  <a:pt x="2747111" y="830700"/>
                </a:lnTo>
                <a:lnTo>
                  <a:pt x="2750400" y="853200"/>
                </a:lnTo>
                <a:lnTo>
                  <a:pt x="2747111" y="875700"/>
                </a:lnTo>
                <a:lnTo>
                  <a:pt x="2737747" y="898200"/>
                </a:lnTo>
                <a:lnTo>
                  <a:pt x="2723731" y="920700"/>
                </a:lnTo>
                <a:lnTo>
                  <a:pt x="2707200" y="943200"/>
                </a:lnTo>
                <a:lnTo>
                  <a:pt x="2707200" y="943200"/>
                </a:lnTo>
                <a:lnTo>
                  <a:pt x="2723731" y="965700"/>
                </a:lnTo>
                <a:lnTo>
                  <a:pt x="2737747" y="988200"/>
                </a:lnTo>
                <a:lnTo>
                  <a:pt x="2747111" y="1010700"/>
                </a:lnTo>
                <a:lnTo>
                  <a:pt x="2750400" y="1033200"/>
                </a:lnTo>
                <a:lnTo>
                  <a:pt x="2747111" y="1055700"/>
                </a:lnTo>
                <a:lnTo>
                  <a:pt x="2737747" y="1078200"/>
                </a:lnTo>
                <a:lnTo>
                  <a:pt x="2723731" y="1100700"/>
                </a:lnTo>
                <a:lnTo>
                  <a:pt x="2707200" y="1123200"/>
                </a:lnTo>
                <a:lnTo>
                  <a:pt x="2707200" y="1123200"/>
                </a:lnTo>
                <a:lnTo>
                  <a:pt x="2685000" y="1139731"/>
                </a:lnTo>
                <a:lnTo>
                  <a:pt x="2662800" y="1153747"/>
                </a:lnTo>
                <a:lnTo>
                  <a:pt x="2640600" y="1163111"/>
                </a:lnTo>
                <a:lnTo>
                  <a:pt x="2618400" y="1166400"/>
                </a:lnTo>
                <a:lnTo>
                  <a:pt x="2596200" y="1163111"/>
                </a:lnTo>
                <a:lnTo>
                  <a:pt x="2574000" y="1153747"/>
                </a:lnTo>
                <a:lnTo>
                  <a:pt x="2551800" y="1139731"/>
                </a:lnTo>
                <a:lnTo>
                  <a:pt x="2529600" y="1123200"/>
                </a:lnTo>
                <a:lnTo>
                  <a:pt x="2529600" y="1123200"/>
                </a:lnTo>
                <a:lnTo>
                  <a:pt x="2507400" y="1139731"/>
                </a:lnTo>
                <a:lnTo>
                  <a:pt x="2485200" y="1153747"/>
                </a:lnTo>
                <a:lnTo>
                  <a:pt x="2462999" y="1163111"/>
                </a:lnTo>
                <a:lnTo>
                  <a:pt x="2440800" y="1166400"/>
                </a:lnTo>
                <a:lnTo>
                  <a:pt x="2418600" y="1163111"/>
                </a:lnTo>
                <a:lnTo>
                  <a:pt x="2396400" y="1153747"/>
                </a:lnTo>
                <a:lnTo>
                  <a:pt x="2374200" y="1139731"/>
                </a:lnTo>
                <a:lnTo>
                  <a:pt x="2352000" y="1123200"/>
                </a:lnTo>
                <a:lnTo>
                  <a:pt x="2352000" y="1123200"/>
                </a:lnTo>
                <a:lnTo>
                  <a:pt x="2329800" y="1139731"/>
                </a:lnTo>
                <a:lnTo>
                  <a:pt x="2307600" y="1153747"/>
                </a:lnTo>
                <a:lnTo>
                  <a:pt x="2285400" y="1163111"/>
                </a:lnTo>
                <a:lnTo>
                  <a:pt x="2263200" y="1166400"/>
                </a:lnTo>
                <a:lnTo>
                  <a:pt x="2241000" y="1163111"/>
                </a:lnTo>
                <a:lnTo>
                  <a:pt x="2218800" y="1153747"/>
                </a:lnTo>
                <a:lnTo>
                  <a:pt x="2196600" y="1139731"/>
                </a:lnTo>
                <a:lnTo>
                  <a:pt x="2174400" y="1123200"/>
                </a:lnTo>
                <a:lnTo>
                  <a:pt x="2174400" y="1123200"/>
                </a:lnTo>
                <a:lnTo>
                  <a:pt x="2152200" y="1139731"/>
                </a:lnTo>
                <a:lnTo>
                  <a:pt x="2129999" y="1153747"/>
                </a:lnTo>
                <a:lnTo>
                  <a:pt x="2107800" y="1163111"/>
                </a:lnTo>
                <a:lnTo>
                  <a:pt x="2085600" y="1166400"/>
                </a:lnTo>
                <a:lnTo>
                  <a:pt x="2063400" y="1163111"/>
                </a:lnTo>
                <a:lnTo>
                  <a:pt x="2041200" y="1153747"/>
                </a:lnTo>
                <a:lnTo>
                  <a:pt x="2019000" y="1139731"/>
                </a:lnTo>
                <a:lnTo>
                  <a:pt x="1996800" y="1123200"/>
                </a:lnTo>
                <a:lnTo>
                  <a:pt x="1996800" y="1123200"/>
                </a:lnTo>
                <a:lnTo>
                  <a:pt x="1974600" y="1139731"/>
                </a:lnTo>
                <a:lnTo>
                  <a:pt x="1952400" y="1153747"/>
                </a:lnTo>
                <a:lnTo>
                  <a:pt x="1930200" y="1163111"/>
                </a:lnTo>
                <a:lnTo>
                  <a:pt x="1908000" y="1166400"/>
                </a:lnTo>
                <a:lnTo>
                  <a:pt x="1885800" y="1163111"/>
                </a:lnTo>
                <a:lnTo>
                  <a:pt x="1863600" y="1153747"/>
                </a:lnTo>
                <a:lnTo>
                  <a:pt x="1841400" y="1139731"/>
                </a:lnTo>
                <a:lnTo>
                  <a:pt x="1819200" y="1123200"/>
                </a:lnTo>
                <a:lnTo>
                  <a:pt x="1819200" y="1123200"/>
                </a:lnTo>
                <a:lnTo>
                  <a:pt x="1797000" y="1139731"/>
                </a:lnTo>
                <a:lnTo>
                  <a:pt x="1774800" y="1153747"/>
                </a:lnTo>
                <a:lnTo>
                  <a:pt x="1752600" y="1163111"/>
                </a:lnTo>
                <a:lnTo>
                  <a:pt x="1730400" y="1166400"/>
                </a:lnTo>
                <a:lnTo>
                  <a:pt x="1708200" y="1163111"/>
                </a:lnTo>
                <a:lnTo>
                  <a:pt x="1686000" y="1153747"/>
                </a:lnTo>
                <a:lnTo>
                  <a:pt x="1663800" y="1139731"/>
                </a:lnTo>
                <a:lnTo>
                  <a:pt x="1641600" y="1123200"/>
                </a:lnTo>
                <a:lnTo>
                  <a:pt x="1641600" y="1123200"/>
                </a:lnTo>
                <a:lnTo>
                  <a:pt x="1619400" y="1139731"/>
                </a:lnTo>
                <a:lnTo>
                  <a:pt x="1597200" y="1153747"/>
                </a:lnTo>
                <a:lnTo>
                  <a:pt x="1575000" y="1163111"/>
                </a:lnTo>
                <a:lnTo>
                  <a:pt x="1552800" y="1166400"/>
                </a:lnTo>
                <a:lnTo>
                  <a:pt x="1530600" y="1163111"/>
                </a:lnTo>
                <a:lnTo>
                  <a:pt x="1508400" y="1153747"/>
                </a:lnTo>
                <a:lnTo>
                  <a:pt x="1486200" y="1139731"/>
                </a:lnTo>
                <a:lnTo>
                  <a:pt x="1464000" y="1123200"/>
                </a:lnTo>
                <a:lnTo>
                  <a:pt x="1464000" y="1123200"/>
                </a:lnTo>
                <a:lnTo>
                  <a:pt x="1441800" y="1139731"/>
                </a:lnTo>
                <a:lnTo>
                  <a:pt x="1419600" y="1153747"/>
                </a:lnTo>
                <a:lnTo>
                  <a:pt x="1397400" y="1163111"/>
                </a:lnTo>
                <a:lnTo>
                  <a:pt x="1375200" y="1166400"/>
                </a:lnTo>
                <a:lnTo>
                  <a:pt x="1353000" y="1163111"/>
                </a:lnTo>
                <a:lnTo>
                  <a:pt x="1330800" y="1153747"/>
                </a:lnTo>
                <a:lnTo>
                  <a:pt x="1308600" y="1139731"/>
                </a:lnTo>
                <a:lnTo>
                  <a:pt x="1286400" y="1123200"/>
                </a:lnTo>
                <a:lnTo>
                  <a:pt x="1286400" y="1123200"/>
                </a:lnTo>
                <a:lnTo>
                  <a:pt x="1264200" y="1139731"/>
                </a:lnTo>
                <a:lnTo>
                  <a:pt x="1242000" y="1153747"/>
                </a:lnTo>
                <a:lnTo>
                  <a:pt x="1219800" y="1163111"/>
                </a:lnTo>
                <a:lnTo>
                  <a:pt x="1197600" y="1166400"/>
                </a:lnTo>
                <a:lnTo>
                  <a:pt x="1175400" y="1163111"/>
                </a:lnTo>
                <a:lnTo>
                  <a:pt x="1153200" y="1153747"/>
                </a:lnTo>
                <a:lnTo>
                  <a:pt x="1131000" y="1139731"/>
                </a:lnTo>
                <a:lnTo>
                  <a:pt x="1108800" y="1123200"/>
                </a:lnTo>
                <a:lnTo>
                  <a:pt x="1108800" y="1123200"/>
                </a:lnTo>
                <a:lnTo>
                  <a:pt x="1086600" y="1139731"/>
                </a:lnTo>
                <a:lnTo>
                  <a:pt x="1064400" y="1153747"/>
                </a:lnTo>
                <a:lnTo>
                  <a:pt x="1042200" y="1163111"/>
                </a:lnTo>
                <a:lnTo>
                  <a:pt x="1020000" y="1166400"/>
                </a:lnTo>
                <a:lnTo>
                  <a:pt x="997799" y="1163111"/>
                </a:lnTo>
                <a:lnTo>
                  <a:pt x="975600" y="1153747"/>
                </a:lnTo>
                <a:lnTo>
                  <a:pt x="953400" y="1139731"/>
                </a:lnTo>
                <a:lnTo>
                  <a:pt x="931200" y="1123200"/>
                </a:lnTo>
                <a:lnTo>
                  <a:pt x="931200" y="1123200"/>
                </a:lnTo>
                <a:lnTo>
                  <a:pt x="909000" y="1139731"/>
                </a:lnTo>
                <a:lnTo>
                  <a:pt x="886800" y="1153747"/>
                </a:lnTo>
                <a:lnTo>
                  <a:pt x="864600" y="1163111"/>
                </a:lnTo>
                <a:lnTo>
                  <a:pt x="842400" y="1166400"/>
                </a:lnTo>
                <a:lnTo>
                  <a:pt x="820199" y="1163111"/>
                </a:lnTo>
                <a:lnTo>
                  <a:pt x="798000" y="1153747"/>
                </a:lnTo>
                <a:lnTo>
                  <a:pt x="775800" y="1139731"/>
                </a:lnTo>
                <a:lnTo>
                  <a:pt x="753600" y="1123200"/>
                </a:lnTo>
                <a:lnTo>
                  <a:pt x="753600" y="1123200"/>
                </a:lnTo>
                <a:lnTo>
                  <a:pt x="731400" y="1139731"/>
                </a:lnTo>
                <a:lnTo>
                  <a:pt x="709200" y="1153747"/>
                </a:lnTo>
                <a:lnTo>
                  <a:pt x="687000" y="1163111"/>
                </a:lnTo>
                <a:lnTo>
                  <a:pt x="664799" y="1166400"/>
                </a:lnTo>
                <a:lnTo>
                  <a:pt x="642600" y="1163111"/>
                </a:lnTo>
                <a:lnTo>
                  <a:pt x="620400" y="1153747"/>
                </a:lnTo>
                <a:lnTo>
                  <a:pt x="598200" y="1139731"/>
                </a:lnTo>
                <a:lnTo>
                  <a:pt x="576000" y="1123200"/>
                </a:lnTo>
                <a:lnTo>
                  <a:pt x="576000" y="1123200"/>
                </a:lnTo>
                <a:lnTo>
                  <a:pt x="553800" y="1139731"/>
                </a:lnTo>
                <a:lnTo>
                  <a:pt x="531600" y="1153747"/>
                </a:lnTo>
                <a:lnTo>
                  <a:pt x="509400" y="1163111"/>
                </a:lnTo>
                <a:lnTo>
                  <a:pt x="487199" y="1166400"/>
                </a:lnTo>
                <a:lnTo>
                  <a:pt x="465000" y="1163111"/>
                </a:lnTo>
                <a:lnTo>
                  <a:pt x="442800" y="1153747"/>
                </a:lnTo>
                <a:lnTo>
                  <a:pt x="420600" y="1139731"/>
                </a:lnTo>
                <a:lnTo>
                  <a:pt x="398400" y="1123200"/>
                </a:lnTo>
                <a:lnTo>
                  <a:pt x="398400" y="1123200"/>
                </a:lnTo>
                <a:lnTo>
                  <a:pt x="376200" y="1139731"/>
                </a:lnTo>
                <a:lnTo>
                  <a:pt x="354000" y="1153747"/>
                </a:lnTo>
                <a:lnTo>
                  <a:pt x="331799" y="1163111"/>
                </a:lnTo>
                <a:lnTo>
                  <a:pt x="309599" y="1166400"/>
                </a:lnTo>
                <a:lnTo>
                  <a:pt x="287400" y="1163111"/>
                </a:lnTo>
                <a:lnTo>
                  <a:pt x="265200" y="1153747"/>
                </a:lnTo>
                <a:lnTo>
                  <a:pt x="243000" y="1139731"/>
                </a:lnTo>
                <a:lnTo>
                  <a:pt x="220800" y="1123200"/>
                </a:lnTo>
                <a:lnTo>
                  <a:pt x="220800" y="1123200"/>
                </a:lnTo>
                <a:lnTo>
                  <a:pt x="198600" y="1139731"/>
                </a:lnTo>
                <a:lnTo>
                  <a:pt x="176400" y="1153747"/>
                </a:lnTo>
                <a:lnTo>
                  <a:pt x="154199" y="1163111"/>
                </a:lnTo>
                <a:lnTo>
                  <a:pt x="132000" y="1166400"/>
                </a:lnTo>
                <a:lnTo>
                  <a:pt x="109800" y="1163111"/>
                </a:lnTo>
                <a:lnTo>
                  <a:pt x="87600" y="1153747"/>
                </a:lnTo>
                <a:lnTo>
                  <a:pt x="65400" y="1139731"/>
                </a:lnTo>
                <a:lnTo>
                  <a:pt x="43200" y="1123200"/>
                </a:lnTo>
                <a:lnTo>
                  <a:pt x="43200" y="1123200"/>
                </a:lnTo>
                <a:lnTo>
                  <a:pt x="26668" y="1100700"/>
                </a:lnTo>
                <a:lnTo>
                  <a:pt x="12652" y="1078200"/>
                </a:lnTo>
                <a:lnTo>
                  <a:pt x="3288" y="1055700"/>
                </a:lnTo>
                <a:lnTo>
                  <a:pt x="0" y="1033200"/>
                </a:lnTo>
                <a:lnTo>
                  <a:pt x="3288" y="1010700"/>
                </a:lnTo>
                <a:lnTo>
                  <a:pt x="12652" y="988200"/>
                </a:lnTo>
                <a:lnTo>
                  <a:pt x="26668" y="965700"/>
                </a:lnTo>
                <a:lnTo>
                  <a:pt x="43200" y="943200"/>
                </a:lnTo>
                <a:lnTo>
                  <a:pt x="43200" y="943200"/>
                </a:lnTo>
                <a:lnTo>
                  <a:pt x="26668" y="920700"/>
                </a:lnTo>
                <a:lnTo>
                  <a:pt x="12652" y="898200"/>
                </a:lnTo>
                <a:lnTo>
                  <a:pt x="3288" y="875700"/>
                </a:lnTo>
                <a:lnTo>
                  <a:pt x="0" y="853200"/>
                </a:lnTo>
                <a:lnTo>
                  <a:pt x="3288" y="830700"/>
                </a:lnTo>
                <a:lnTo>
                  <a:pt x="12652" y="808200"/>
                </a:lnTo>
                <a:lnTo>
                  <a:pt x="26668" y="785700"/>
                </a:lnTo>
                <a:lnTo>
                  <a:pt x="43200" y="763200"/>
                </a:lnTo>
                <a:lnTo>
                  <a:pt x="43200" y="763200"/>
                </a:lnTo>
                <a:lnTo>
                  <a:pt x="26668" y="740700"/>
                </a:lnTo>
                <a:lnTo>
                  <a:pt x="12652" y="718200"/>
                </a:lnTo>
                <a:lnTo>
                  <a:pt x="3288" y="695700"/>
                </a:lnTo>
                <a:lnTo>
                  <a:pt x="0" y="673200"/>
                </a:lnTo>
                <a:lnTo>
                  <a:pt x="3288" y="650700"/>
                </a:lnTo>
                <a:lnTo>
                  <a:pt x="12652" y="628200"/>
                </a:lnTo>
                <a:lnTo>
                  <a:pt x="26668" y="605700"/>
                </a:lnTo>
                <a:lnTo>
                  <a:pt x="43200" y="583200"/>
                </a:lnTo>
                <a:lnTo>
                  <a:pt x="43200" y="583200"/>
                </a:lnTo>
                <a:lnTo>
                  <a:pt x="26668" y="560700"/>
                </a:lnTo>
                <a:lnTo>
                  <a:pt x="12652" y="538200"/>
                </a:lnTo>
                <a:lnTo>
                  <a:pt x="3288" y="515700"/>
                </a:lnTo>
                <a:lnTo>
                  <a:pt x="0" y="493200"/>
                </a:lnTo>
                <a:lnTo>
                  <a:pt x="3288" y="470700"/>
                </a:lnTo>
                <a:lnTo>
                  <a:pt x="12652" y="448200"/>
                </a:lnTo>
                <a:lnTo>
                  <a:pt x="26668" y="425700"/>
                </a:lnTo>
                <a:lnTo>
                  <a:pt x="43200" y="403200"/>
                </a:lnTo>
                <a:lnTo>
                  <a:pt x="43200" y="403200"/>
                </a:lnTo>
                <a:lnTo>
                  <a:pt x="26668" y="380700"/>
                </a:lnTo>
                <a:lnTo>
                  <a:pt x="12652" y="358200"/>
                </a:lnTo>
                <a:lnTo>
                  <a:pt x="3288" y="335700"/>
                </a:lnTo>
                <a:lnTo>
                  <a:pt x="0" y="313200"/>
                </a:lnTo>
                <a:lnTo>
                  <a:pt x="3288" y="290700"/>
                </a:lnTo>
                <a:lnTo>
                  <a:pt x="12652" y="268200"/>
                </a:lnTo>
                <a:lnTo>
                  <a:pt x="26668" y="245700"/>
                </a:lnTo>
                <a:lnTo>
                  <a:pt x="43200" y="223200"/>
                </a:lnTo>
                <a:lnTo>
                  <a:pt x="43200" y="223200"/>
                </a:lnTo>
                <a:lnTo>
                  <a:pt x="26668" y="200700"/>
                </a:lnTo>
                <a:lnTo>
                  <a:pt x="12652" y="178200"/>
                </a:lnTo>
                <a:lnTo>
                  <a:pt x="3288" y="155700"/>
                </a:lnTo>
                <a:lnTo>
                  <a:pt x="0" y="133200"/>
                </a:lnTo>
                <a:lnTo>
                  <a:pt x="3288" y="110700"/>
                </a:lnTo>
                <a:lnTo>
                  <a:pt x="12652" y="88200"/>
                </a:lnTo>
                <a:lnTo>
                  <a:pt x="26668" y="65700"/>
                </a:lnTo>
                <a:lnTo>
                  <a:pt x="43200" y="43200"/>
                </a:lnTo>
                <a:close/>
              </a:path>
            </a:pathLst>
          </a:custGeom>
          <a:noFill/>
          <a:ln w="7620">
            <a:solidFill>
              <a:srgbClr val="A4433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488000" y="7020000"/>
            <a:ext cx="2448000" cy="90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  <a:r>
              <a:t>#16 — top/bottom clearance</a:t>
            </a:r>
          </a:p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  <a:r>
              <a:t>10 + 2580 + 10 = 2600</a:t>
            </a:r>
          </a:p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  <a:r>
              <a:t>PROPOSED split; glazier to confirm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Rear focal wall / internal elevation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AP-07 · wall-mounted non-illuminated brand mark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540000" y="9792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540000" y="10008000"/>
            <a:ext cx="7128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FOR COORDINATION  ·  SITE ITEMS OPEN  ·  REV B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06 OCT 2026  /  SOURCE REV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4000" y="10008000"/>
            <a:ext cx="522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1:20 @ A3  ·  DIMENSIONS mm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SPEC SNAPSHOT eeccbde1cd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92000" y="10008000"/>
            <a:ext cx="1152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AP-07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548000" y="2052000"/>
            <a:ext cx="0" cy="7308000"/>
          </a:xfrm>
          <a:prstGeom prst="line">
            <a:avLst/>
          </a:prstGeom>
          <a:ln w="7620">
            <a:solidFill>
              <a:srgbClr val="E8E1D5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10908000" y="2088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REAR MODULES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08000" y="2448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250 side + 500 display + 900 logo zone + 500 display + 250 side = 2400. Rear display depth 250.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08000" y="3852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BRAND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08000" y="4212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600 W logo at centre z=1900. Native asset ratio retained; approximately 271.8 H. No illumination or rear mesh.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08000" y="5616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DISPLAY LEVELS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08000" y="5976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600 / 1000 / 1400 / 1800 / 2200 AFFL. Frame 2600; top mesh is confined to side units.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08000" y="7380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ASSEMBLY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08000" y="7740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Removable central back panel and wall fixing strategy AP-19. Rear shelf LEDs return into accessible service routes.</a:t>
            </a:r>
          </a:p>
        </p:txBody>
      </p:sp>
      <p:sp>
        <p:nvSpPr>
          <p:cNvPr id="20" name="GEOM:internal-envelope"/>
          <p:cNvSpPr/>
          <p:nvPr/>
        </p:nvSpPr>
        <p:spPr>
          <a:xfrm>
            <a:off x="2340000" y="3240000"/>
            <a:ext cx="4320000" cy="4680000"/>
          </a:xfrm>
          <a:prstGeom prst="rect">
            <a:avLst/>
          </a:prstGeom>
          <a:noFill/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40000" y="3240000"/>
            <a:ext cx="450000" cy="46800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0000" y="3240000"/>
            <a:ext cx="450000" cy="46800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90000" y="6840000"/>
            <a:ext cx="900000" cy="10800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2790000" y="6840000"/>
            <a:ext cx="90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2790000" y="6120000"/>
            <a:ext cx="90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>
            <a:off x="2790000" y="5400000"/>
            <a:ext cx="90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>
            <a:off x="2790000" y="4680000"/>
            <a:ext cx="90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2790000" y="3960000"/>
            <a:ext cx="90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 flipV="1">
            <a:off x="2790000" y="3240000"/>
            <a:ext cx="0" cy="4680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 flipV="1">
            <a:off x="3690000" y="3240000"/>
            <a:ext cx="0" cy="4680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31" name="Rectangle 30"/>
          <p:cNvSpPr/>
          <p:nvPr/>
        </p:nvSpPr>
        <p:spPr>
          <a:xfrm>
            <a:off x="5310000" y="6840000"/>
            <a:ext cx="900000" cy="10800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5310000" y="6840000"/>
            <a:ext cx="90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5310000" y="6120000"/>
            <a:ext cx="90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>
            <a:off x="5310000" y="5400000"/>
            <a:ext cx="90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>
            <a:off x="5310000" y="4680000"/>
            <a:ext cx="90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36" name="Connector 35"/>
          <p:cNvCxnSpPr/>
          <p:nvPr/>
        </p:nvCxnSpPr>
        <p:spPr>
          <a:xfrm>
            <a:off x="5310000" y="3960000"/>
            <a:ext cx="90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37" name="Connector 36"/>
          <p:cNvCxnSpPr/>
          <p:nvPr/>
        </p:nvCxnSpPr>
        <p:spPr>
          <a:xfrm flipV="1">
            <a:off x="5310000" y="3240000"/>
            <a:ext cx="0" cy="4680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38" name="Connector 37"/>
          <p:cNvCxnSpPr/>
          <p:nvPr/>
        </p:nvCxnSpPr>
        <p:spPr>
          <a:xfrm flipV="1">
            <a:off x="6210000" y="3240000"/>
            <a:ext cx="0" cy="4680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pic>
        <p:nvPicPr>
          <p:cNvPr id="39" name="Picture 3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0000" y="4255392"/>
            <a:ext cx="1080000" cy="489214"/>
          </a:xfrm>
          <a:prstGeom prst="rect">
            <a:avLst/>
          </a:prstGeom>
          <a:effectLst/>
        </p:spPr>
      </p:pic>
      <p:sp>
        <p:nvSpPr>
          <p:cNvPr id="40" name="GEOM:counter-elevation"/>
          <p:cNvSpPr/>
          <p:nvPr/>
        </p:nvSpPr>
        <p:spPr>
          <a:xfrm>
            <a:off x="3600000" y="6300000"/>
            <a:ext cx="1800000" cy="1620000"/>
          </a:xfrm>
          <a:prstGeom prst="rect">
            <a:avLst/>
          </a:prstGeom>
          <a:solidFill>
            <a:srgbClr val="DDD7CC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30000" y="6840000"/>
            <a:ext cx="540000" cy="810000"/>
          </a:xfrm>
          <a:prstGeom prst="rect">
            <a:avLst/>
          </a:prstGeom>
          <a:noFill/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2340000" y="7920000"/>
            <a:ext cx="0" cy="43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3" name="Connector 42"/>
          <p:cNvCxnSpPr/>
          <p:nvPr/>
        </p:nvCxnSpPr>
        <p:spPr>
          <a:xfrm>
            <a:off x="6660000" y="7920000"/>
            <a:ext cx="0" cy="43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4" name="Connector 43"/>
          <p:cNvCxnSpPr/>
          <p:nvPr/>
        </p:nvCxnSpPr>
        <p:spPr>
          <a:xfrm>
            <a:off x="2340000" y="8352000"/>
            <a:ext cx="432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5" name="Connector 44"/>
          <p:cNvCxnSpPr/>
          <p:nvPr/>
        </p:nvCxnSpPr>
        <p:spPr>
          <a:xfrm flipV="1">
            <a:off x="2304000" y="831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6" name="Connector 45"/>
          <p:cNvCxnSpPr/>
          <p:nvPr/>
        </p:nvCxnSpPr>
        <p:spPr>
          <a:xfrm flipV="1">
            <a:off x="6624000" y="831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7" name="TextBox 46"/>
          <p:cNvSpPr txBox="1"/>
          <p:nvPr/>
        </p:nvSpPr>
        <p:spPr>
          <a:xfrm>
            <a:off x="3960000" y="8172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2400</a:t>
            </a:r>
          </a:p>
        </p:txBody>
      </p:sp>
      <p:cxnSp>
        <p:nvCxnSpPr>
          <p:cNvPr id="48" name="Connector 47"/>
          <p:cNvCxnSpPr/>
          <p:nvPr/>
        </p:nvCxnSpPr>
        <p:spPr>
          <a:xfrm flipH="1">
            <a:off x="1872000" y="7920000"/>
            <a:ext cx="46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9" name="Connector 48"/>
          <p:cNvCxnSpPr/>
          <p:nvPr/>
        </p:nvCxnSpPr>
        <p:spPr>
          <a:xfrm flipH="1">
            <a:off x="1872000" y="3240000"/>
            <a:ext cx="46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0" name="Connector 49"/>
          <p:cNvCxnSpPr/>
          <p:nvPr/>
        </p:nvCxnSpPr>
        <p:spPr>
          <a:xfrm flipV="1">
            <a:off x="1872000" y="3240000"/>
            <a:ext cx="0" cy="468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1" name="Connector 50"/>
          <p:cNvCxnSpPr/>
          <p:nvPr/>
        </p:nvCxnSpPr>
        <p:spPr>
          <a:xfrm flipV="1">
            <a:off x="1836000" y="788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2" name="Connector 51"/>
          <p:cNvCxnSpPr/>
          <p:nvPr/>
        </p:nvCxnSpPr>
        <p:spPr>
          <a:xfrm flipV="1">
            <a:off x="1836000" y="320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53" name="TextBox 52"/>
          <p:cNvSpPr txBox="1"/>
          <p:nvPr/>
        </p:nvSpPr>
        <p:spPr>
          <a:xfrm>
            <a:off x="1440000" y="5580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2600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400000" y="7920000"/>
            <a:ext cx="28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5" name="Connector 54"/>
          <p:cNvCxnSpPr/>
          <p:nvPr/>
        </p:nvCxnSpPr>
        <p:spPr>
          <a:xfrm>
            <a:off x="5400000" y="6300000"/>
            <a:ext cx="28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6" name="Connector 55"/>
          <p:cNvCxnSpPr/>
          <p:nvPr/>
        </p:nvCxnSpPr>
        <p:spPr>
          <a:xfrm flipV="1">
            <a:off x="5688000" y="6300000"/>
            <a:ext cx="0" cy="16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7" name="Connector 56"/>
          <p:cNvCxnSpPr/>
          <p:nvPr/>
        </p:nvCxnSpPr>
        <p:spPr>
          <a:xfrm flipV="1">
            <a:off x="5652000" y="788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8" name="Connector 57"/>
          <p:cNvCxnSpPr/>
          <p:nvPr/>
        </p:nvCxnSpPr>
        <p:spPr>
          <a:xfrm flipV="1">
            <a:off x="5652000" y="626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59" name="TextBox 58"/>
          <p:cNvSpPr txBox="1"/>
          <p:nvPr/>
        </p:nvSpPr>
        <p:spPr>
          <a:xfrm>
            <a:off x="5256000" y="7110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900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2340000" y="8820000"/>
            <a:ext cx="3600000" cy="0"/>
          </a:xfrm>
          <a:prstGeom prst="line">
            <a:avLst/>
          </a:prstGeom>
          <a:ln w="19050">
            <a:solidFill>
              <a:srgbClr val="252725"/>
            </a:solidFill>
          </a:ln>
          <a:effectLst/>
        </p:spPr>
      </p:cxnSp>
      <p:cxnSp>
        <p:nvCxnSpPr>
          <p:cNvPr id="61" name="Connector 60"/>
          <p:cNvCxnSpPr/>
          <p:nvPr/>
        </p:nvCxnSpPr>
        <p:spPr>
          <a:xfrm>
            <a:off x="2340000" y="8784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62" name="Connector 61"/>
          <p:cNvCxnSpPr/>
          <p:nvPr/>
        </p:nvCxnSpPr>
        <p:spPr>
          <a:xfrm>
            <a:off x="4140000" y="8784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63" name="Connector 62"/>
          <p:cNvCxnSpPr/>
          <p:nvPr/>
        </p:nvCxnSpPr>
        <p:spPr>
          <a:xfrm>
            <a:off x="5940000" y="8784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64" name="TextBox 63"/>
          <p:cNvSpPr txBox="1"/>
          <p:nvPr/>
        </p:nvSpPr>
        <p:spPr>
          <a:xfrm>
            <a:off x="2340000" y="8892000"/>
            <a:ext cx="414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0                         2000 mm   |   1:20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Left display / internal elevation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Full side run retained; rear units fit between side footprints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540000" y="9792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540000" y="10008000"/>
            <a:ext cx="7128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FOR COORDINATION  ·  SITE ITEMS OPEN  ·  REV B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06 OCT 2026  /  SOURCE REV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4000" y="10008000"/>
            <a:ext cx="522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1:20 @ A3  ·  DIMENSIONS mm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SPEC SNAPSHOT eeccbde1cd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92000" y="10008000"/>
            <a:ext cx="1152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AP-08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548000" y="2052000"/>
            <a:ext cx="0" cy="7308000"/>
          </a:xfrm>
          <a:prstGeom prst="line">
            <a:avLst/>
          </a:prstGeom>
          <a:ln w="7620">
            <a:solidFill>
              <a:srgbClr val="E8E1D5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10908000" y="2088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FOUR MODULES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08000" y="2448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450 storefront + 4 × 664 = 3106. Module boundaries at 450 / 1114 / 1778 / 2442 / 3106.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08000" y="3852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VERTICAL SCHEDULE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08000" y="4212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100 plinth + 500 cabinet + 5 × 400 = 2600. Display decks at 600 to 2200.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08000" y="5616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MESH / DOORS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08000" y="5976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Mesh zone 2200–2600 on front plane. Doors 1.5 mm steel, flush handleless, light-neutral PPC.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08000" y="7380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FABRICATION 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08000" y="7740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664 is a design module, not a shelf cutting size. Shared posts, welds, coatings and adjustment affect clear spans. See AP-12.</a:t>
            </a:r>
          </a:p>
        </p:txBody>
      </p:sp>
      <p:sp>
        <p:nvSpPr>
          <p:cNvPr id="20" name="GEOM:side-envelope"/>
          <p:cNvSpPr/>
          <p:nvPr/>
        </p:nvSpPr>
        <p:spPr>
          <a:xfrm>
            <a:off x="1692000" y="3384000"/>
            <a:ext cx="5590800" cy="4680000"/>
          </a:xfrm>
          <a:prstGeom prst="rect">
            <a:avLst/>
          </a:prstGeom>
          <a:noFill/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692000" y="3384000"/>
            <a:ext cx="810000" cy="46800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V="1">
            <a:off x="2502000" y="3384000"/>
            <a:ext cx="0" cy="4680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 flipV="1">
            <a:off x="3697200" y="3384000"/>
            <a:ext cx="0" cy="4680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 flipV="1">
            <a:off x="4892400" y="3384000"/>
            <a:ext cx="0" cy="4680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 flipV="1">
            <a:off x="6087600" y="3384000"/>
            <a:ext cx="0" cy="4680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 flipV="1">
            <a:off x="7282800" y="3384000"/>
            <a:ext cx="0" cy="4680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27" name="Rectangle 26"/>
          <p:cNvSpPr/>
          <p:nvPr/>
        </p:nvSpPr>
        <p:spPr>
          <a:xfrm>
            <a:off x="2502000" y="6984000"/>
            <a:ext cx="4780800" cy="10800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02000" y="3384000"/>
            <a:ext cx="4780800" cy="720000"/>
          </a:xfrm>
          <a:prstGeom prst="rect">
            <a:avLst/>
          </a:prstGeom>
          <a:noFill/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2502000" y="6984000"/>
            <a:ext cx="47808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2502000" y="6264000"/>
            <a:ext cx="47808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2502000" y="5544000"/>
            <a:ext cx="47808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>
            <a:off x="2502000" y="4824000"/>
            <a:ext cx="47808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2502000" y="4104000"/>
            <a:ext cx="47808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 flipV="1">
            <a:off x="2502000" y="3384000"/>
            <a:ext cx="450000" cy="720000"/>
          </a:xfrm>
          <a:prstGeom prst="line">
            <a:avLst/>
          </a:prstGeom>
          <a:ln w="3175">
            <a:solidFill>
              <a:srgbClr val="737871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 flipV="1">
            <a:off x="2682000" y="3384000"/>
            <a:ext cx="450000" cy="720000"/>
          </a:xfrm>
          <a:prstGeom prst="line">
            <a:avLst/>
          </a:prstGeom>
          <a:ln w="3175">
            <a:solidFill>
              <a:srgbClr val="737871"/>
            </a:solidFill>
          </a:ln>
          <a:effectLst/>
        </p:spPr>
      </p:cxnSp>
      <p:cxnSp>
        <p:nvCxnSpPr>
          <p:cNvPr id="36" name="Connector 35"/>
          <p:cNvCxnSpPr/>
          <p:nvPr/>
        </p:nvCxnSpPr>
        <p:spPr>
          <a:xfrm flipV="1">
            <a:off x="2862000" y="3384000"/>
            <a:ext cx="450000" cy="720000"/>
          </a:xfrm>
          <a:prstGeom prst="line">
            <a:avLst/>
          </a:prstGeom>
          <a:ln w="3175">
            <a:solidFill>
              <a:srgbClr val="737871"/>
            </a:solidFill>
          </a:ln>
          <a:effectLst/>
        </p:spPr>
      </p:cxnSp>
      <p:cxnSp>
        <p:nvCxnSpPr>
          <p:cNvPr id="37" name="Connector 36"/>
          <p:cNvCxnSpPr/>
          <p:nvPr/>
        </p:nvCxnSpPr>
        <p:spPr>
          <a:xfrm flipV="1">
            <a:off x="3042000" y="3384000"/>
            <a:ext cx="450000" cy="720000"/>
          </a:xfrm>
          <a:prstGeom prst="line">
            <a:avLst/>
          </a:prstGeom>
          <a:ln w="3175">
            <a:solidFill>
              <a:srgbClr val="737871"/>
            </a:solidFill>
          </a:ln>
          <a:effectLst/>
        </p:spPr>
      </p:cxnSp>
      <p:cxnSp>
        <p:nvCxnSpPr>
          <p:cNvPr id="38" name="Connector 37"/>
          <p:cNvCxnSpPr/>
          <p:nvPr/>
        </p:nvCxnSpPr>
        <p:spPr>
          <a:xfrm flipV="1">
            <a:off x="3222000" y="3384000"/>
            <a:ext cx="450000" cy="720000"/>
          </a:xfrm>
          <a:prstGeom prst="line">
            <a:avLst/>
          </a:prstGeom>
          <a:ln w="3175">
            <a:solidFill>
              <a:srgbClr val="737871"/>
            </a:solidFill>
          </a:ln>
          <a:effectLst/>
        </p:spPr>
      </p:cxnSp>
      <p:cxnSp>
        <p:nvCxnSpPr>
          <p:cNvPr id="39" name="Connector 38"/>
          <p:cNvCxnSpPr/>
          <p:nvPr/>
        </p:nvCxnSpPr>
        <p:spPr>
          <a:xfrm flipV="1">
            <a:off x="3402000" y="3384000"/>
            <a:ext cx="450000" cy="720000"/>
          </a:xfrm>
          <a:prstGeom prst="line">
            <a:avLst/>
          </a:prstGeom>
          <a:ln w="3175">
            <a:solidFill>
              <a:srgbClr val="737871"/>
            </a:solidFill>
          </a:ln>
          <a:effectLst/>
        </p:spPr>
      </p:cxnSp>
      <p:cxnSp>
        <p:nvCxnSpPr>
          <p:cNvPr id="40" name="Connector 39"/>
          <p:cNvCxnSpPr/>
          <p:nvPr/>
        </p:nvCxnSpPr>
        <p:spPr>
          <a:xfrm flipV="1">
            <a:off x="3582000" y="3384000"/>
            <a:ext cx="450000" cy="720000"/>
          </a:xfrm>
          <a:prstGeom prst="line">
            <a:avLst/>
          </a:prstGeom>
          <a:ln w="3175">
            <a:solidFill>
              <a:srgbClr val="737871"/>
            </a:solidFill>
          </a:ln>
          <a:effectLst/>
        </p:spPr>
      </p:cxnSp>
      <p:cxnSp>
        <p:nvCxnSpPr>
          <p:cNvPr id="41" name="Connector 40"/>
          <p:cNvCxnSpPr/>
          <p:nvPr/>
        </p:nvCxnSpPr>
        <p:spPr>
          <a:xfrm flipV="1">
            <a:off x="3762000" y="3384000"/>
            <a:ext cx="450000" cy="720000"/>
          </a:xfrm>
          <a:prstGeom prst="line">
            <a:avLst/>
          </a:prstGeom>
          <a:ln w="3175">
            <a:solidFill>
              <a:srgbClr val="737871"/>
            </a:solidFill>
          </a:ln>
          <a:effectLst/>
        </p:spPr>
      </p:cxnSp>
      <p:cxnSp>
        <p:nvCxnSpPr>
          <p:cNvPr id="42" name="Connector 41"/>
          <p:cNvCxnSpPr/>
          <p:nvPr/>
        </p:nvCxnSpPr>
        <p:spPr>
          <a:xfrm flipV="1">
            <a:off x="3942000" y="3384000"/>
            <a:ext cx="450000" cy="720000"/>
          </a:xfrm>
          <a:prstGeom prst="line">
            <a:avLst/>
          </a:prstGeom>
          <a:ln w="3175">
            <a:solidFill>
              <a:srgbClr val="737871"/>
            </a:solidFill>
          </a:ln>
          <a:effectLst/>
        </p:spPr>
      </p:cxnSp>
      <p:cxnSp>
        <p:nvCxnSpPr>
          <p:cNvPr id="43" name="Connector 42"/>
          <p:cNvCxnSpPr/>
          <p:nvPr/>
        </p:nvCxnSpPr>
        <p:spPr>
          <a:xfrm flipV="1">
            <a:off x="4122000" y="3384000"/>
            <a:ext cx="450000" cy="720000"/>
          </a:xfrm>
          <a:prstGeom prst="line">
            <a:avLst/>
          </a:prstGeom>
          <a:ln w="3175">
            <a:solidFill>
              <a:srgbClr val="737871"/>
            </a:solidFill>
          </a:ln>
          <a:effectLst/>
        </p:spPr>
      </p:cxnSp>
      <p:cxnSp>
        <p:nvCxnSpPr>
          <p:cNvPr id="44" name="Connector 43"/>
          <p:cNvCxnSpPr/>
          <p:nvPr/>
        </p:nvCxnSpPr>
        <p:spPr>
          <a:xfrm flipV="1">
            <a:off x="4302000" y="3384000"/>
            <a:ext cx="450000" cy="720000"/>
          </a:xfrm>
          <a:prstGeom prst="line">
            <a:avLst/>
          </a:prstGeom>
          <a:ln w="3175">
            <a:solidFill>
              <a:srgbClr val="737871"/>
            </a:solidFill>
          </a:ln>
          <a:effectLst/>
        </p:spPr>
      </p:cxnSp>
      <p:cxnSp>
        <p:nvCxnSpPr>
          <p:cNvPr id="45" name="Connector 44"/>
          <p:cNvCxnSpPr/>
          <p:nvPr/>
        </p:nvCxnSpPr>
        <p:spPr>
          <a:xfrm flipV="1">
            <a:off x="4482000" y="3384000"/>
            <a:ext cx="450000" cy="720000"/>
          </a:xfrm>
          <a:prstGeom prst="line">
            <a:avLst/>
          </a:prstGeom>
          <a:ln w="3175">
            <a:solidFill>
              <a:srgbClr val="737871"/>
            </a:solidFill>
          </a:ln>
          <a:effectLst/>
        </p:spPr>
      </p:cxnSp>
      <p:cxnSp>
        <p:nvCxnSpPr>
          <p:cNvPr id="46" name="Connector 45"/>
          <p:cNvCxnSpPr/>
          <p:nvPr/>
        </p:nvCxnSpPr>
        <p:spPr>
          <a:xfrm flipV="1">
            <a:off x="4662000" y="3384000"/>
            <a:ext cx="450000" cy="720000"/>
          </a:xfrm>
          <a:prstGeom prst="line">
            <a:avLst/>
          </a:prstGeom>
          <a:ln w="3175">
            <a:solidFill>
              <a:srgbClr val="737871"/>
            </a:solidFill>
          </a:ln>
          <a:effectLst/>
        </p:spPr>
      </p:cxnSp>
      <p:cxnSp>
        <p:nvCxnSpPr>
          <p:cNvPr id="47" name="Connector 46"/>
          <p:cNvCxnSpPr/>
          <p:nvPr/>
        </p:nvCxnSpPr>
        <p:spPr>
          <a:xfrm flipV="1">
            <a:off x="4842000" y="3384000"/>
            <a:ext cx="450000" cy="720000"/>
          </a:xfrm>
          <a:prstGeom prst="line">
            <a:avLst/>
          </a:prstGeom>
          <a:ln w="3175">
            <a:solidFill>
              <a:srgbClr val="737871"/>
            </a:solidFill>
          </a:ln>
          <a:effectLst/>
        </p:spPr>
      </p:cxnSp>
      <p:cxnSp>
        <p:nvCxnSpPr>
          <p:cNvPr id="48" name="Connector 47"/>
          <p:cNvCxnSpPr/>
          <p:nvPr/>
        </p:nvCxnSpPr>
        <p:spPr>
          <a:xfrm flipV="1">
            <a:off x="5022000" y="3384000"/>
            <a:ext cx="450000" cy="720000"/>
          </a:xfrm>
          <a:prstGeom prst="line">
            <a:avLst/>
          </a:prstGeom>
          <a:ln w="3175">
            <a:solidFill>
              <a:srgbClr val="737871"/>
            </a:solidFill>
          </a:ln>
          <a:effectLst/>
        </p:spPr>
      </p:cxnSp>
      <p:cxnSp>
        <p:nvCxnSpPr>
          <p:cNvPr id="49" name="Connector 48"/>
          <p:cNvCxnSpPr/>
          <p:nvPr/>
        </p:nvCxnSpPr>
        <p:spPr>
          <a:xfrm flipV="1">
            <a:off x="5202000" y="3384000"/>
            <a:ext cx="450000" cy="720000"/>
          </a:xfrm>
          <a:prstGeom prst="line">
            <a:avLst/>
          </a:prstGeom>
          <a:ln w="3175">
            <a:solidFill>
              <a:srgbClr val="737871"/>
            </a:solidFill>
          </a:ln>
          <a:effectLst/>
        </p:spPr>
      </p:cxnSp>
      <p:cxnSp>
        <p:nvCxnSpPr>
          <p:cNvPr id="50" name="Connector 49"/>
          <p:cNvCxnSpPr/>
          <p:nvPr/>
        </p:nvCxnSpPr>
        <p:spPr>
          <a:xfrm flipV="1">
            <a:off x="5382000" y="3384000"/>
            <a:ext cx="450000" cy="720000"/>
          </a:xfrm>
          <a:prstGeom prst="line">
            <a:avLst/>
          </a:prstGeom>
          <a:ln w="3175">
            <a:solidFill>
              <a:srgbClr val="737871"/>
            </a:solidFill>
          </a:ln>
          <a:effectLst/>
        </p:spPr>
      </p:cxnSp>
      <p:cxnSp>
        <p:nvCxnSpPr>
          <p:cNvPr id="51" name="Connector 50"/>
          <p:cNvCxnSpPr/>
          <p:nvPr/>
        </p:nvCxnSpPr>
        <p:spPr>
          <a:xfrm flipV="1">
            <a:off x="5562000" y="3384000"/>
            <a:ext cx="450000" cy="720000"/>
          </a:xfrm>
          <a:prstGeom prst="line">
            <a:avLst/>
          </a:prstGeom>
          <a:ln w="3175">
            <a:solidFill>
              <a:srgbClr val="737871"/>
            </a:solidFill>
          </a:ln>
          <a:effectLst/>
        </p:spPr>
      </p:cxnSp>
      <p:cxnSp>
        <p:nvCxnSpPr>
          <p:cNvPr id="52" name="Connector 51"/>
          <p:cNvCxnSpPr/>
          <p:nvPr/>
        </p:nvCxnSpPr>
        <p:spPr>
          <a:xfrm flipV="1">
            <a:off x="5742000" y="3384000"/>
            <a:ext cx="450000" cy="720000"/>
          </a:xfrm>
          <a:prstGeom prst="line">
            <a:avLst/>
          </a:prstGeom>
          <a:ln w="3175">
            <a:solidFill>
              <a:srgbClr val="737871"/>
            </a:solidFill>
          </a:ln>
          <a:effectLst/>
        </p:spPr>
      </p:cxnSp>
      <p:cxnSp>
        <p:nvCxnSpPr>
          <p:cNvPr id="53" name="Connector 52"/>
          <p:cNvCxnSpPr/>
          <p:nvPr/>
        </p:nvCxnSpPr>
        <p:spPr>
          <a:xfrm flipV="1">
            <a:off x="5922000" y="3384000"/>
            <a:ext cx="450000" cy="720000"/>
          </a:xfrm>
          <a:prstGeom prst="line">
            <a:avLst/>
          </a:prstGeom>
          <a:ln w="3175">
            <a:solidFill>
              <a:srgbClr val="737871"/>
            </a:solidFill>
          </a:ln>
          <a:effectLst/>
        </p:spPr>
      </p:cxnSp>
      <p:cxnSp>
        <p:nvCxnSpPr>
          <p:cNvPr id="54" name="Connector 53"/>
          <p:cNvCxnSpPr/>
          <p:nvPr/>
        </p:nvCxnSpPr>
        <p:spPr>
          <a:xfrm flipV="1">
            <a:off x="6102000" y="3384000"/>
            <a:ext cx="450000" cy="720000"/>
          </a:xfrm>
          <a:prstGeom prst="line">
            <a:avLst/>
          </a:prstGeom>
          <a:ln w="3175">
            <a:solidFill>
              <a:srgbClr val="737871"/>
            </a:solidFill>
          </a:ln>
          <a:effectLst/>
        </p:spPr>
      </p:cxnSp>
      <p:cxnSp>
        <p:nvCxnSpPr>
          <p:cNvPr id="55" name="Connector 54"/>
          <p:cNvCxnSpPr/>
          <p:nvPr/>
        </p:nvCxnSpPr>
        <p:spPr>
          <a:xfrm flipV="1">
            <a:off x="6282000" y="3384000"/>
            <a:ext cx="450000" cy="720000"/>
          </a:xfrm>
          <a:prstGeom prst="line">
            <a:avLst/>
          </a:prstGeom>
          <a:ln w="3175">
            <a:solidFill>
              <a:srgbClr val="737871"/>
            </a:solidFill>
          </a:ln>
          <a:effectLst/>
        </p:spPr>
      </p:cxnSp>
      <p:cxnSp>
        <p:nvCxnSpPr>
          <p:cNvPr id="56" name="Connector 55"/>
          <p:cNvCxnSpPr/>
          <p:nvPr/>
        </p:nvCxnSpPr>
        <p:spPr>
          <a:xfrm flipV="1">
            <a:off x="6462000" y="3384000"/>
            <a:ext cx="450000" cy="720000"/>
          </a:xfrm>
          <a:prstGeom prst="line">
            <a:avLst/>
          </a:prstGeom>
          <a:ln w="3175">
            <a:solidFill>
              <a:srgbClr val="737871"/>
            </a:solidFill>
          </a:ln>
          <a:effectLst/>
        </p:spPr>
      </p:cxnSp>
      <p:cxnSp>
        <p:nvCxnSpPr>
          <p:cNvPr id="57" name="Connector 56"/>
          <p:cNvCxnSpPr/>
          <p:nvPr/>
        </p:nvCxnSpPr>
        <p:spPr>
          <a:xfrm flipV="1">
            <a:off x="6642000" y="3384000"/>
            <a:ext cx="450000" cy="720000"/>
          </a:xfrm>
          <a:prstGeom prst="line">
            <a:avLst/>
          </a:prstGeom>
          <a:ln w="3175">
            <a:solidFill>
              <a:srgbClr val="737871"/>
            </a:solidFill>
          </a:ln>
          <a:effectLst/>
        </p:spPr>
      </p:cxnSp>
      <p:cxnSp>
        <p:nvCxnSpPr>
          <p:cNvPr id="58" name="Connector 57"/>
          <p:cNvCxnSpPr/>
          <p:nvPr/>
        </p:nvCxnSpPr>
        <p:spPr>
          <a:xfrm flipV="1">
            <a:off x="6822000" y="3384000"/>
            <a:ext cx="450000" cy="720000"/>
          </a:xfrm>
          <a:prstGeom prst="line">
            <a:avLst/>
          </a:prstGeom>
          <a:ln w="3175">
            <a:solidFill>
              <a:srgbClr val="737871"/>
            </a:solidFill>
          </a:ln>
          <a:effectLst/>
        </p:spPr>
      </p:cxnSp>
      <p:cxnSp>
        <p:nvCxnSpPr>
          <p:cNvPr id="59" name="Connector 58"/>
          <p:cNvCxnSpPr/>
          <p:nvPr/>
        </p:nvCxnSpPr>
        <p:spPr>
          <a:xfrm flipV="1">
            <a:off x="7002000" y="3384000"/>
            <a:ext cx="280800" cy="720000"/>
          </a:xfrm>
          <a:prstGeom prst="line">
            <a:avLst/>
          </a:prstGeom>
          <a:ln w="3175">
            <a:solidFill>
              <a:srgbClr val="737871"/>
            </a:solidFill>
          </a:ln>
          <a:effectLst/>
        </p:spPr>
      </p:cxnSp>
      <p:cxnSp>
        <p:nvCxnSpPr>
          <p:cNvPr id="60" name="Connector 59"/>
          <p:cNvCxnSpPr/>
          <p:nvPr/>
        </p:nvCxnSpPr>
        <p:spPr>
          <a:xfrm flipV="1">
            <a:off x="7182000" y="3384000"/>
            <a:ext cx="100800" cy="720000"/>
          </a:xfrm>
          <a:prstGeom prst="line">
            <a:avLst/>
          </a:prstGeom>
          <a:ln w="3175">
            <a:solidFill>
              <a:srgbClr val="737871"/>
            </a:solidFill>
          </a:ln>
          <a:effectLst/>
        </p:spPr>
      </p:cxnSp>
      <p:cxnSp>
        <p:nvCxnSpPr>
          <p:cNvPr id="61" name="Connector 60"/>
          <p:cNvCxnSpPr/>
          <p:nvPr/>
        </p:nvCxnSpPr>
        <p:spPr>
          <a:xfrm>
            <a:off x="1692000" y="8064000"/>
            <a:ext cx="0" cy="540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62" name="Connector 61"/>
          <p:cNvCxnSpPr/>
          <p:nvPr/>
        </p:nvCxnSpPr>
        <p:spPr>
          <a:xfrm>
            <a:off x="7282800" y="8064000"/>
            <a:ext cx="0" cy="540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63" name="Connector 62"/>
          <p:cNvCxnSpPr/>
          <p:nvPr/>
        </p:nvCxnSpPr>
        <p:spPr>
          <a:xfrm>
            <a:off x="1692000" y="8604000"/>
            <a:ext cx="55908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64" name="Connector 63"/>
          <p:cNvCxnSpPr/>
          <p:nvPr/>
        </p:nvCxnSpPr>
        <p:spPr>
          <a:xfrm flipV="1">
            <a:off x="1656000" y="856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65" name="Connector 64"/>
          <p:cNvCxnSpPr/>
          <p:nvPr/>
        </p:nvCxnSpPr>
        <p:spPr>
          <a:xfrm flipV="1">
            <a:off x="7246800" y="856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66" name="TextBox 65"/>
          <p:cNvSpPr txBox="1"/>
          <p:nvPr/>
        </p:nvSpPr>
        <p:spPr>
          <a:xfrm>
            <a:off x="3947400" y="8424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3106</a:t>
            </a:r>
          </a:p>
        </p:txBody>
      </p:sp>
      <p:cxnSp>
        <p:nvCxnSpPr>
          <p:cNvPr id="67" name="Connector 66"/>
          <p:cNvCxnSpPr/>
          <p:nvPr/>
        </p:nvCxnSpPr>
        <p:spPr>
          <a:xfrm flipH="1">
            <a:off x="1224000" y="8064000"/>
            <a:ext cx="46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68" name="Connector 67"/>
          <p:cNvCxnSpPr/>
          <p:nvPr/>
        </p:nvCxnSpPr>
        <p:spPr>
          <a:xfrm flipH="1">
            <a:off x="1224000" y="3384000"/>
            <a:ext cx="46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69" name="Connector 68"/>
          <p:cNvCxnSpPr/>
          <p:nvPr/>
        </p:nvCxnSpPr>
        <p:spPr>
          <a:xfrm flipV="1">
            <a:off x="1224000" y="3384000"/>
            <a:ext cx="0" cy="468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70" name="Connector 69"/>
          <p:cNvCxnSpPr/>
          <p:nvPr/>
        </p:nvCxnSpPr>
        <p:spPr>
          <a:xfrm flipV="1">
            <a:off x="1188000" y="802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71" name="Connector 70"/>
          <p:cNvCxnSpPr/>
          <p:nvPr/>
        </p:nvCxnSpPr>
        <p:spPr>
          <a:xfrm flipV="1">
            <a:off x="1188000" y="334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72" name="TextBox 71"/>
          <p:cNvSpPr txBox="1"/>
          <p:nvPr/>
        </p:nvSpPr>
        <p:spPr>
          <a:xfrm>
            <a:off x="792000" y="5724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2600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2502000" y="8064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74" name="Connector 73"/>
          <p:cNvCxnSpPr/>
          <p:nvPr/>
        </p:nvCxnSpPr>
        <p:spPr>
          <a:xfrm>
            <a:off x="3697200" y="8064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75" name="Connector 74"/>
          <p:cNvCxnSpPr/>
          <p:nvPr/>
        </p:nvCxnSpPr>
        <p:spPr>
          <a:xfrm>
            <a:off x="2502000" y="8316000"/>
            <a:ext cx="11952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76" name="Connector 75"/>
          <p:cNvCxnSpPr/>
          <p:nvPr/>
        </p:nvCxnSpPr>
        <p:spPr>
          <a:xfrm flipV="1">
            <a:off x="2466000" y="828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77" name="Connector 76"/>
          <p:cNvCxnSpPr/>
          <p:nvPr/>
        </p:nvCxnSpPr>
        <p:spPr>
          <a:xfrm flipV="1">
            <a:off x="3661200" y="828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78" name="TextBox 77"/>
          <p:cNvSpPr txBox="1"/>
          <p:nvPr/>
        </p:nvSpPr>
        <p:spPr>
          <a:xfrm>
            <a:off x="2559600" y="8136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3697200" y="8064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80" name="Connector 79"/>
          <p:cNvCxnSpPr/>
          <p:nvPr/>
        </p:nvCxnSpPr>
        <p:spPr>
          <a:xfrm>
            <a:off x="4892400" y="8064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81" name="Connector 80"/>
          <p:cNvCxnSpPr/>
          <p:nvPr/>
        </p:nvCxnSpPr>
        <p:spPr>
          <a:xfrm>
            <a:off x="3697200" y="8316000"/>
            <a:ext cx="11952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82" name="Connector 81"/>
          <p:cNvCxnSpPr/>
          <p:nvPr/>
        </p:nvCxnSpPr>
        <p:spPr>
          <a:xfrm flipV="1">
            <a:off x="3661200" y="828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83" name="Connector 82"/>
          <p:cNvCxnSpPr/>
          <p:nvPr/>
        </p:nvCxnSpPr>
        <p:spPr>
          <a:xfrm flipV="1">
            <a:off x="4856400" y="828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84" name="TextBox 83"/>
          <p:cNvSpPr txBox="1"/>
          <p:nvPr/>
        </p:nvSpPr>
        <p:spPr>
          <a:xfrm>
            <a:off x="3754800" y="8136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4892400" y="8064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86" name="Connector 85"/>
          <p:cNvCxnSpPr/>
          <p:nvPr/>
        </p:nvCxnSpPr>
        <p:spPr>
          <a:xfrm>
            <a:off x="6087600" y="8064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87" name="Connector 86"/>
          <p:cNvCxnSpPr/>
          <p:nvPr/>
        </p:nvCxnSpPr>
        <p:spPr>
          <a:xfrm>
            <a:off x="4892400" y="8316000"/>
            <a:ext cx="11952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88" name="Connector 87"/>
          <p:cNvCxnSpPr/>
          <p:nvPr/>
        </p:nvCxnSpPr>
        <p:spPr>
          <a:xfrm flipV="1">
            <a:off x="4856400" y="828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89" name="Connector 88"/>
          <p:cNvCxnSpPr/>
          <p:nvPr/>
        </p:nvCxnSpPr>
        <p:spPr>
          <a:xfrm flipV="1">
            <a:off x="6051600" y="828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90" name="TextBox 89"/>
          <p:cNvSpPr txBox="1"/>
          <p:nvPr/>
        </p:nvSpPr>
        <p:spPr>
          <a:xfrm>
            <a:off x="4950000" y="8136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6087600" y="8064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92" name="Connector 91"/>
          <p:cNvCxnSpPr/>
          <p:nvPr/>
        </p:nvCxnSpPr>
        <p:spPr>
          <a:xfrm>
            <a:off x="7282800" y="8064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93" name="Connector 92"/>
          <p:cNvCxnSpPr/>
          <p:nvPr/>
        </p:nvCxnSpPr>
        <p:spPr>
          <a:xfrm>
            <a:off x="6087600" y="8316000"/>
            <a:ext cx="11952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94" name="Connector 93"/>
          <p:cNvCxnSpPr/>
          <p:nvPr/>
        </p:nvCxnSpPr>
        <p:spPr>
          <a:xfrm flipV="1">
            <a:off x="6051600" y="828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95" name="Connector 94"/>
          <p:cNvCxnSpPr/>
          <p:nvPr/>
        </p:nvCxnSpPr>
        <p:spPr>
          <a:xfrm flipV="1">
            <a:off x="7246800" y="828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96" name="TextBox 95"/>
          <p:cNvSpPr txBox="1"/>
          <p:nvPr/>
        </p:nvSpPr>
        <p:spPr>
          <a:xfrm>
            <a:off x="6145200" y="8136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692000" y="8874000"/>
            <a:ext cx="2520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252725"/>
                </a:solidFill>
                <a:latin typeface="Liberation Sans"/>
              </a:defRPr>
            </a:pPr>
            <a:r>
              <a:t>STOREFRONT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192000" y="8874000"/>
            <a:ext cx="2520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252725"/>
                </a:solidFill>
                <a:latin typeface="Liberation Sans"/>
              </a:defRPr>
            </a:pPr>
            <a:r>
              <a:t>REAR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1692000" y="9414000"/>
            <a:ext cx="3600000" cy="0"/>
          </a:xfrm>
          <a:prstGeom prst="line">
            <a:avLst/>
          </a:prstGeom>
          <a:ln w="19050">
            <a:solidFill>
              <a:srgbClr val="252725"/>
            </a:solidFill>
          </a:ln>
          <a:effectLst/>
        </p:spPr>
      </p:cxnSp>
      <p:cxnSp>
        <p:nvCxnSpPr>
          <p:cNvPr id="100" name="Connector 99"/>
          <p:cNvCxnSpPr/>
          <p:nvPr/>
        </p:nvCxnSpPr>
        <p:spPr>
          <a:xfrm>
            <a:off x="1692000" y="9378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101" name="Connector 100"/>
          <p:cNvCxnSpPr/>
          <p:nvPr/>
        </p:nvCxnSpPr>
        <p:spPr>
          <a:xfrm>
            <a:off x="3492000" y="9378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102" name="Connector 101"/>
          <p:cNvCxnSpPr/>
          <p:nvPr/>
        </p:nvCxnSpPr>
        <p:spPr>
          <a:xfrm>
            <a:off x="5292000" y="9378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103" name="TextBox 102"/>
          <p:cNvSpPr txBox="1"/>
          <p:nvPr/>
        </p:nvSpPr>
        <p:spPr>
          <a:xfrm>
            <a:off x="1692000" y="9486000"/>
            <a:ext cx="414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0                         2000 mm   |   1:20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Right display / internal elevation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Full side run retained; rear units fit between side footprints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540000" y="9792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540000" y="10008000"/>
            <a:ext cx="7128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FOR COORDINATION  ·  SITE ITEMS OPEN  ·  REV B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06 OCT 2026  /  SOURCE REV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4000" y="10008000"/>
            <a:ext cx="522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1:20 @ A3  ·  DIMENSIONS mm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SPEC SNAPSHOT eeccbde1cd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92000" y="10008000"/>
            <a:ext cx="1152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AP-09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548000" y="2052000"/>
            <a:ext cx="0" cy="7308000"/>
          </a:xfrm>
          <a:prstGeom prst="line">
            <a:avLst/>
          </a:prstGeom>
          <a:ln w="7620">
            <a:solidFill>
              <a:srgbClr val="E8E1D5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10908000" y="2088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FOUR MODULES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08000" y="2448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450 storefront + 4 × 664 = 3106. Module boundaries at 450 / 1114 / 1778 / 2442 / 3106.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08000" y="3852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VERTICAL SCHEDULE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08000" y="4212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100 plinth + 500 cabinet + 5 × 400 = 2600. Display decks at 600 to 2200.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08000" y="5616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MESH / DOORS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08000" y="5976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Mesh zone 2200–2600 on front plane. Doors 1.5 mm steel, flush handleless, light-neutral PPC.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08000" y="7380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FABRICATION 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08000" y="7740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664 is a design module, not a shelf cutting size. Shared posts, welds, coatings and adjustment affect clear spans. See AP-12.</a:t>
            </a:r>
          </a:p>
        </p:txBody>
      </p:sp>
      <p:sp>
        <p:nvSpPr>
          <p:cNvPr id="20" name="GEOM:side-envelope"/>
          <p:cNvSpPr/>
          <p:nvPr/>
        </p:nvSpPr>
        <p:spPr>
          <a:xfrm>
            <a:off x="1692000" y="3384000"/>
            <a:ext cx="5590800" cy="4680000"/>
          </a:xfrm>
          <a:prstGeom prst="rect">
            <a:avLst/>
          </a:prstGeom>
          <a:noFill/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72800" y="3384000"/>
            <a:ext cx="810000" cy="46800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V="1">
            <a:off x="1692000" y="3384000"/>
            <a:ext cx="0" cy="4680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 flipV="1">
            <a:off x="2887200" y="3384000"/>
            <a:ext cx="0" cy="4680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 flipV="1">
            <a:off x="4082400" y="3384000"/>
            <a:ext cx="0" cy="4680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 flipV="1">
            <a:off x="5277600" y="3384000"/>
            <a:ext cx="0" cy="4680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 flipV="1">
            <a:off x="6472800" y="3384000"/>
            <a:ext cx="0" cy="4680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27" name="Rectangle 26"/>
          <p:cNvSpPr/>
          <p:nvPr/>
        </p:nvSpPr>
        <p:spPr>
          <a:xfrm>
            <a:off x="1692000" y="6984000"/>
            <a:ext cx="4780800" cy="10800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692000" y="3384000"/>
            <a:ext cx="4780800" cy="720000"/>
          </a:xfrm>
          <a:prstGeom prst="rect">
            <a:avLst/>
          </a:prstGeom>
          <a:noFill/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1692000" y="6984000"/>
            <a:ext cx="47808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1692000" y="6264000"/>
            <a:ext cx="47808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1692000" y="5544000"/>
            <a:ext cx="47808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>
            <a:off x="1692000" y="4824000"/>
            <a:ext cx="47808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1692000" y="4104000"/>
            <a:ext cx="47808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 flipV="1">
            <a:off x="1692000" y="3384000"/>
            <a:ext cx="450000" cy="720000"/>
          </a:xfrm>
          <a:prstGeom prst="line">
            <a:avLst/>
          </a:prstGeom>
          <a:ln w="3175">
            <a:solidFill>
              <a:srgbClr val="737871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 flipV="1">
            <a:off x="1872000" y="3384000"/>
            <a:ext cx="450000" cy="720000"/>
          </a:xfrm>
          <a:prstGeom prst="line">
            <a:avLst/>
          </a:prstGeom>
          <a:ln w="3175">
            <a:solidFill>
              <a:srgbClr val="737871"/>
            </a:solidFill>
          </a:ln>
          <a:effectLst/>
        </p:spPr>
      </p:cxnSp>
      <p:cxnSp>
        <p:nvCxnSpPr>
          <p:cNvPr id="36" name="Connector 35"/>
          <p:cNvCxnSpPr/>
          <p:nvPr/>
        </p:nvCxnSpPr>
        <p:spPr>
          <a:xfrm flipV="1">
            <a:off x="2052000" y="3384000"/>
            <a:ext cx="450000" cy="720000"/>
          </a:xfrm>
          <a:prstGeom prst="line">
            <a:avLst/>
          </a:prstGeom>
          <a:ln w="3175">
            <a:solidFill>
              <a:srgbClr val="737871"/>
            </a:solidFill>
          </a:ln>
          <a:effectLst/>
        </p:spPr>
      </p:cxnSp>
      <p:cxnSp>
        <p:nvCxnSpPr>
          <p:cNvPr id="37" name="Connector 36"/>
          <p:cNvCxnSpPr/>
          <p:nvPr/>
        </p:nvCxnSpPr>
        <p:spPr>
          <a:xfrm flipV="1">
            <a:off x="2232000" y="3384000"/>
            <a:ext cx="450000" cy="720000"/>
          </a:xfrm>
          <a:prstGeom prst="line">
            <a:avLst/>
          </a:prstGeom>
          <a:ln w="3175">
            <a:solidFill>
              <a:srgbClr val="737871"/>
            </a:solidFill>
          </a:ln>
          <a:effectLst/>
        </p:spPr>
      </p:cxnSp>
      <p:cxnSp>
        <p:nvCxnSpPr>
          <p:cNvPr id="38" name="Connector 37"/>
          <p:cNvCxnSpPr/>
          <p:nvPr/>
        </p:nvCxnSpPr>
        <p:spPr>
          <a:xfrm flipV="1">
            <a:off x="2412000" y="3384000"/>
            <a:ext cx="450000" cy="720000"/>
          </a:xfrm>
          <a:prstGeom prst="line">
            <a:avLst/>
          </a:prstGeom>
          <a:ln w="3175">
            <a:solidFill>
              <a:srgbClr val="737871"/>
            </a:solidFill>
          </a:ln>
          <a:effectLst/>
        </p:spPr>
      </p:cxnSp>
      <p:cxnSp>
        <p:nvCxnSpPr>
          <p:cNvPr id="39" name="Connector 38"/>
          <p:cNvCxnSpPr/>
          <p:nvPr/>
        </p:nvCxnSpPr>
        <p:spPr>
          <a:xfrm flipV="1">
            <a:off x="2592000" y="3384000"/>
            <a:ext cx="450000" cy="720000"/>
          </a:xfrm>
          <a:prstGeom prst="line">
            <a:avLst/>
          </a:prstGeom>
          <a:ln w="3175">
            <a:solidFill>
              <a:srgbClr val="737871"/>
            </a:solidFill>
          </a:ln>
          <a:effectLst/>
        </p:spPr>
      </p:cxnSp>
      <p:cxnSp>
        <p:nvCxnSpPr>
          <p:cNvPr id="40" name="Connector 39"/>
          <p:cNvCxnSpPr/>
          <p:nvPr/>
        </p:nvCxnSpPr>
        <p:spPr>
          <a:xfrm flipV="1">
            <a:off x="2772000" y="3384000"/>
            <a:ext cx="450000" cy="720000"/>
          </a:xfrm>
          <a:prstGeom prst="line">
            <a:avLst/>
          </a:prstGeom>
          <a:ln w="3175">
            <a:solidFill>
              <a:srgbClr val="737871"/>
            </a:solidFill>
          </a:ln>
          <a:effectLst/>
        </p:spPr>
      </p:cxnSp>
      <p:cxnSp>
        <p:nvCxnSpPr>
          <p:cNvPr id="41" name="Connector 40"/>
          <p:cNvCxnSpPr/>
          <p:nvPr/>
        </p:nvCxnSpPr>
        <p:spPr>
          <a:xfrm flipV="1">
            <a:off x="2952000" y="3384000"/>
            <a:ext cx="450000" cy="720000"/>
          </a:xfrm>
          <a:prstGeom prst="line">
            <a:avLst/>
          </a:prstGeom>
          <a:ln w="3175">
            <a:solidFill>
              <a:srgbClr val="737871"/>
            </a:solidFill>
          </a:ln>
          <a:effectLst/>
        </p:spPr>
      </p:cxnSp>
      <p:cxnSp>
        <p:nvCxnSpPr>
          <p:cNvPr id="42" name="Connector 41"/>
          <p:cNvCxnSpPr/>
          <p:nvPr/>
        </p:nvCxnSpPr>
        <p:spPr>
          <a:xfrm flipV="1">
            <a:off x="3132000" y="3384000"/>
            <a:ext cx="450000" cy="720000"/>
          </a:xfrm>
          <a:prstGeom prst="line">
            <a:avLst/>
          </a:prstGeom>
          <a:ln w="3175">
            <a:solidFill>
              <a:srgbClr val="737871"/>
            </a:solidFill>
          </a:ln>
          <a:effectLst/>
        </p:spPr>
      </p:cxnSp>
      <p:cxnSp>
        <p:nvCxnSpPr>
          <p:cNvPr id="43" name="Connector 42"/>
          <p:cNvCxnSpPr/>
          <p:nvPr/>
        </p:nvCxnSpPr>
        <p:spPr>
          <a:xfrm flipV="1">
            <a:off x="3312000" y="3384000"/>
            <a:ext cx="450000" cy="720000"/>
          </a:xfrm>
          <a:prstGeom prst="line">
            <a:avLst/>
          </a:prstGeom>
          <a:ln w="3175">
            <a:solidFill>
              <a:srgbClr val="737871"/>
            </a:solidFill>
          </a:ln>
          <a:effectLst/>
        </p:spPr>
      </p:cxnSp>
      <p:cxnSp>
        <p:nvCxnSpPr>
          <p:cNvPr id="44" name="Connector 43"/>
          <p:cNvCxnSpPr/>
          <p:nvPr/>
        </p:nvCxnSpPr>
        <p:spPr>
          <a:xfrm flipV="1">
            <a:off x="3492000" y="3384000"/>
            <a:ext cx="450000" cy="720000"/>
          </a:xfrm>
          <a:prstGeom prst="line">
            <a:avLst/>
          </a:prstGeom>
          <a:ln w="3175">
            <a:solidFill>
              <a:srgbClr val="737871"/>
            </a:solidFill>
          </a:ln>
          <a:effectLst/>
        </p:spPr>
      </p:cxnSp>
      <p:cxnSp>
        <p:nvCxnSpPr>
          <p:cNvPr id="45" name="Connector 44"/>
          <p:cNvCxnSpPr/>
          <p:nvPr/>
        </p:nvCxnSpPr>
        <p:spPr>
          <a:xfrm flipV="1">
            <a:off x="3672000" y="3384000"/>
            <a:ext cx="450000" cy="720000"/>
          </a:xfrm>
          <a:prstGeom prst="line">
            <a:avLst/>
          </a:prstGeom>
          <a:ln w="3175">
            <a:solidFill>
              <a:srgbClr val="737871"/>
            </a:solidFill>
          </a:ln>
          <a:effectLst/>
        </p:spPr>
      </p:cxnSp>
      <p:cxnSp>
        <p:nvCxnSpPr>
          <p:cNvPr id="46" name="Connector 45"/>
          <p:cNvCxnSpPr/>
          <p:nvPr/>
        </p:nvCxnSpPr>
        <p:spPr>
          <a:xfrm flipV="1">
            <a:off x="3852000" y="3384000"/>
            <a:ext cx="450000" cy="720000"/>
          </a:xfrm>
          <a:prstGeom prst="line">
            <a:avLst/>
          </a:prstGeom>
          <a:ln w="3175">
            <a:solidFill>
              <a:srgbClr val="737871"/>
            </a:solidFill>
          </a:ln>
          <a:effectLst/>
        </p:spPr>
      </p:cxnSp>
      <p:cxnSp>
        <p:nvCxnSpPr>
          <p:cNvPr id="47" name="Connector 46"/>
          <p:cNvCxnSpPr/>
          <p:nvPr/>
        </p:nvCxnSpPr>
        <p:spPr>
          <a:xfrm flipV="1">
            <a:off x="4032000" y="3384000"/>
            <a:ext cx="450000" cy="720000"/>
          </a:xfrm>
          <a:prstGeom prst="line">
            <a:avLst/>
          </a:prstGeom>
          <a:ln w="3175">
            <a:solidFill>
              <a:srgbClr val="737871"/>
            </a:solidFill>
          </a:ln>
          <a:effectLst/>
        </p:spPr>
      </p:cxnSp>
      <p:cxnSp>
        <p:nvCxnSpPr>
          <p:cNvPr id="48" name="Connector 47"/>
          <p:cNvCxnSpPr/>
          <p:nvPr/>
        </p:nvCxnSpPr>
        <p:spPr>
          <a:xfrm flipV="1">
            <a:off x="4212000" y="3384000"/>
            <a:ext cx="450000" cy="720000"/>
          </a:xfrm>
          <a:prstGeom prst="line">
            <a:avLst/>
          </a:prstGeom>
          <a:ln w="3175">
            <a:solidFill>
              <a:srgbClr val="737871"/>
            </a:solidFill>
          </a:ln>
          <a:effectLst/>
        </p:spPr>
      </p:cxnSp>
      <p:cxnSp>
        <p:nvCxnSpPr>
          <p:cNvPr id="49" name="Connector 48"/>
          <p:cNvCxnSpPr/>
          <p:nvPr/>
        </p:nvCxnSpPr>
        <p:spPr>
          <a:xfrm flipV="1">
            <a:off x="4392000" y="3384000"/>
            <a:ext cx="450000" cy="720000"/>
          </a:xfrm>
          <a:prstGeom prst="line">
            <a:avLst/>
          </a:prstGeom>
          <a:ln w="3175">
            <a:solidFill>
              <a:srgbClr val="737871"/>
            </a:solidFill>
          </a:ln>
          <a:effectLst/>
        </p:spPr>
      </p:cxnSp>
      <p:cxnSp>
        <p:nvCxnSpPr>
          <p:cNvPr id="50" name="Connector 49"/>
          <p:cNvCxnSpPr/>
          <p:nvPr/>
        </p:nvCxnSpPr>
        <p:spPr>
          <a:xfrm flipV="1">
            <a:off x="4572000" y="3384000"/>
            <a:ext cx="450000" cy="720000"/>
          </a:xfrm>
          <a:prstGeom prst="line">
            <a:avLst/>
          </a:prstGeom>
          <a:ln w="3175">
            <a:solidFill>
              <a:srgbClr val="737871"/>
            </a:solidFill>
          </a:ln>
          <a:effectLst/>
        </p:spPr>
      </p:cxnSp>
      <p:cxnSp>
        <p:nvCxnSpPr>
          <p:cNvPr id="51" name="Connector 50"/>
          <p:cNvCxnSpPr/>
          <p:nvPr/>
        </p:nvCxnSpPr>
        <p:spPr>
          <a:xfrm flipV="1">
            <a:off x="4752000" y="3384000"/>
            <a:ext cx="450000" cy="720000"/>
          </a:xfrm>
          <a:prstGeom prst="line">
            <a:avLst/>
          </a:prstGeom>
          <a:ln w="3175">
            <a:solidFill>
              <a:srgbClr val="737871"/>
            </a:solidFill>
          </a:ln>
          <a:effectLst/>
        </p:spPr>
      </p:cxnSp>
      <p:cxnSp>
        <p:nvCxnSpPr>
          <p:cNvPr id="52" name="Connector 51"/>
          <p:cNvCxnSpPr/>
          <p:nvPr/>
        </p:nvCxnSpPr>
        <p:spPr>
          <a:xfrm flipV="1">
            <a:off x="4932000" y="3384000"/>
            <a:ext cx="450000" cy="720000"/>
          </a:xfrm>
          <a:prstGeom prst="line">
            <a:avLst/>
          </a:prstGeom>
          <a:ln w="3175">
            <a:solidFill>
              <a:srgbClr val="737871"/>
            </a:solidFill>
          </a:ln>
          <a:effectLst/>
        </p:spPr>
      </p:cxnSp>
      <p:cxnSp>
        <p:nvCxnSpPr>
          <p:cNvPr id="53" name="Connector 52"/>
          <p:cNvCxnSpPr/>
          <p:nvPr/>
        </p:nvCxnSpPr>
        <p:spPr>
          <a:xfrm flipV="1">
            <a:off x="5112000" y="3384000"/>
            <a:ext cx="450000" cy="720000"/>
          </a:xfrm>
          <a:prstGeom prst="line">
            <a:avLst/>
          </a:prstGeom>
          <a:ln w="3175">
            <a:solidFill>
              <a:srgbClr val="737871"/>
            </a:solidFill>
          </a:ln>
          <a:effectLst/>
        </p:spPr>
      </p:cxnSp>
      <p:cxnSp>
        <p:nvCxnSpPr>
          <p:cNvPr id="54" name="Connector 53"/>
          <p:cNvCxnSpPr/>
          <p:nvPr/>
        </p:nvCxnSpPr>
        <p:spPr>
          <a:xfrm flipV="1">
            <a:off x="5292000" y="3384000"/>
            <a:ext cx="450000" cy="720000"/>
          </a:xfrm>
          <a:prstGeom prst="line">
            <a:avLst/>
          </a:prstGeom>
          <a:ln w="3175">
            <a:solidFill>
              <a:srgbClr val="737871"/>
            </a:solidFill>
          </a:ln>
          <a:effectLst/>
        </p:spPr>
      </p:cxnSp>
      <p:cxnSp>
        <p:nvCxnSpPr>
          <p:cNvPr id="55" name="Connector 54"/>
          <p:cNvCxnSpPr/>
          <p:nvPr/>
        </p:nvCxnSpPr>
        <p:spPr>
          <a:xfrm flipV="1">
            <a:off x="5472000" y="3384000"/>
            <a:ext cx="450000" cy="720000"/>
          </a:xfrm>
          <a:prstGeom prst="line">
            <a:avLst/>
          </a:prstGeom>
          <a:ln w="3175">
            <a:solidFill>
              <a:srgbClr val="737871"/>
            </a:solidFill>
          </a:ln>
          <a:effectLst/>
        </p:spPr>
      </p:cxnSp>
      <p:cxnSp>
        <p:nvCxnSpPr>
          <p:cNvPr id="56" name="Connector 55"/>
          <p:cNvCxnSpPr/>
          <p:nvPr/>
        </p:nvCxnSpPr>
        <p:spPr>
          <a:xfrm flipV="1">
            <a:off x="5652000" y="3384000"/>
            <a:ext cx="450000" cy="720000"/>
          </a:xfrm>
          <a:prstGeom prst="line">
            <a:avLst/>
          </a:prstGeom>
          <a:ln w="3175">
            <a:solidFill>
              <a:srgbClr val="737871"/>
            </a:solidFill>
          </a:ln>
          <a:effectLst/>
        </p:spPr>
      </p:cxnSp>
      <p:cxnSp>
        <p:nvCxnSpPr>
          <p:cNvPr id="57" name="Connector 56"/>
          <p:cNvCxnSpPr/>
          <p:nvPr/>
        </p:nvCxnSpPr>
        <p:spPr>
          <a:xfrm flipV="1">
            <a:off x="5832000" y="3384000"/>
            <a:ext cx="450000" cy="720000"/>
          </a:xfrm>
          <a:prstGeom prst="line">
            <a:avLst/>
          </a:prstGeom>
          <a:ln w="3175">
            <a:solidFill>
              <a:srgbClr val="737871"/>
            </a:solidFill>
          </a:ln>
          <a:effectLst/>
        </p:spPr>
      </p:cxnSp>
      <p:cxnSp>
        <p:nvCxnSpPr>
          <p:cNvPr id="58" name="Connector 57"/>
          <p:cNvCxnSpPr/>
          <p:nvPr/>
        </p:nvCxnSpPr>
        <p:spPr>
          <a:xfrm flipV="1">
            <a:off x="6012000" y="3384000"/>
            <a:ext cx="450000" cy="720000"/>
          </a:xfrm>
          <a:prstGeom prst="line">
            <a:avLst/>
          </a:prstGeom>
          <a:ln w="3175">
            <a:solidFill>
              <a:srgbClr val="737871"/>
            </a:solidFill>
          </a:ln>
          <a:effectLst/>
        </p:spPr>
      </p:cxnSp>
      <p:cxnSp>
        <p:nvCxnSpPr>
          <p:cNvPr id="59" name="Connector 58"/>
          <p:cNvCxnSpPr/>
          <p:nvPr/>
        </p:nvCxnSpPr>
        <p:spPr>
          <a:xfrm flipV="1">
            <a:off x="6192000" y="3384000"/>
            <a:ext cx="280800" cy="720000"/>
          </a:xfrm>
          <a:prstGeom prst="line">
            <a:avLst/>
          </a:prstGeom>
          <a:ln w="3175">
            <a:solidFill>
              <a:srgbClr val="737871"/>
            </a:solidFill>
          </a:ln>
          <a:effectLst/>
        </p:spPr>
      </p:cxnSp>
      <p:cxnSp>
        <p:nvCxnSpPr>
          <p:cNvPr id="60" name="Connector 59"/>
          <p:cNvCxnSpPr/>
          <p:nvPr/>
        </p:nvCxnSpPr>
        <p:spPr>
          <a:xfrm flipV="1">
            <a:off x="6372000" y="3384000"/>
            <a:ext cx="100800" cy="720000"/>
          </a:xfrm>
          <a:prstGeom prst="line">
            <a:avLst/>
          </a:prstGeom>
          <a:ln w="3175">
            <a:solidFill>
              <a:srgbClr val="737871"/>
            </a:solidFill>
          </a:ln>
          <a:effectLst/>
        </p:spPr>
      </p:cxnSp>
      <p:cxnSp>
        <p:nvCxnSpPr>
          <p:cNvPr id="61" name="Connector 60"/>
          <p:cNvCxnSpPr/>
          <p:nvPr/>
        </p:nvCxnSpPr>
        <p:spPr>
          <a:xfrm>
            <a:off x="1692000" y="8064000"/>
            <a:ext cx="0" cy="540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62" name="Connector 61"/>
          <p:cNvCxnSpPr/>
          <p:nvPr/>
        </p:nvCxnSpPr>
        <p:spPr>
          <a:xfrm>
            <a:off x="7282800" y="8064000"/>
            <a:ext cx="0" cy="540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63" name="Connector 62"/>
          <p:cNvCxnSpPr/>
          <p:nvPr/>
        </p:nvCxnSpPr>
        <p:spPr>
          <a:xfrm>
            <a:off x="1692000" y="8604000"/>
            <a:ext cx="55908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64" name="Connector 63"/>
          <p:cNvCxnSpPr/>
          <p:nvPr/>
        </p:nvCxnSpPr>
        <p:spPr>
          <a:xfrm flipV="1">
            <a:off x="1656000" y="856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65" name="Connector 64"/>
          <p:cNvCxnSpPr/>
          <p:nvPr/>
        </p:nvCxnSpPr>
        <p:spPr>
          <a:xfrm flipV="1">
            <a:off x="7246800" y="856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66" name="TextBox 65"/>
          <p:cNvSpPr txBox="1"/>
          <p:nvPr/>
        </p:nvSpPr>
        <p:spPr>
          <a:xfrm>
            <a:off x="3947400" y="8424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3106</a:t>
            </a:r>
          </a:p>
        </p:txBody>
      </p:sp>
      <p:cxnSp>
        <p:nvCxnSpPr>
          <p:cNvPr id="67" name="Connector 66"/>
          <p:cNvCxnSpPr/>
          <p:nvPr/>
        </p:nvCxnSpPr>
        <p:spPr>
          <a:xfrm flipH="1">
            <a:off x="1224000" y="8064000"/>
            <a:ext cx="46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68" name="Connector 67"/>
          <p:cNvCxnSpPr/>
          <p:nvPr/>
        </p:nvCxnSpPr>
        <p:spPr>
          <a:xfrm flipH="1">
            <a:off x="1224000" y="3384000"/>
            <a:ext cx="46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69" name="Connector 68"/>
          <p:cNvCxnSpPr/>
          <p:nvPr/>
        </p:nvCxnSpPr>
        <p:spPr>
          <a:xfrm flipV="1">
            <a:off x="1224000" y="3384000"/>
            <a:ext cx="0" cy="468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70" name="Connector 69"/>
          <p:cNvCxnSpPr/>
          <p:nvPr/>
        </p:nvCxnSpPr>
        <p:spPr>
          <a:xfrm flipV="1">
            <a:off x="1188000" y="802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71" name="Connector 70"/>
          <p:cNvCxnSpPr/>
          <p:nvPr/>
        </p:nvCxnSpPr>
        <p:spPr>
          <a:xfrm flipV="1">
            <a:off x="1188000" y="334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72" name="TextBox 71"/>
          <p:cNvSpPr txBox="1"/>
          <p:nvPr/>
        </p:nvSpPr>
        <p:spPr>
          <a:xfrm>
            <a:off x="792000" y="5724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2600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1692000" y="8064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74" name="Connector 73"/>
          <p:cNvCxnSpPr/>
          <p:nvPr/>
        </p:nvCxnSpPr>
        <p:spPr>
          <a:xfrm>
            <a:off x="2887200" y="8064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75" name="Connector 74"/>
          <p:cNvCxnSpPr/>
          <p:nvPr/>
        </p:nvCxnSpPr>
        <p:spPr>
          <a:xfrm>
            <a:off x="1692000" y="8316000"/>
            <a:ext cx="11952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76" name="Connector 75"/>
          <p:cNvCxnSpPr/>
          <p:nvPr/>
        </p:nvCxnSpPr>
        <p:spPr>
          <a:xfrm flipV="1">
            <a:off x="1656000" y="828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77" name="Connector 76"/>
          <p:cNvCxnSpPr/>
          <p:nvPr/>
        </p:nvCxnSpPr>
        <p:spPr>
          <a:xfrm flipV="1">
            <a:off x="2851200" y="828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78" name="TextBox 77"/>
          <p:cNvSpPr txBox="1"/>
          <p:nvPr/>
        </p:nvSpPr>
        <p:spPr>
          <a:xfrm>
            <a:off x="1749600" y="8136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2887200" y="8064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80" name="Connector 79"/>
          <p:cNvCxnSpPr/>
          <p:nvPr/>
        </p:nvCxnSpPr>
        <p:spPr>
          <a:xfrm>
            <a:off x="4082400" y="8064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81" name="Connector 80"/>
          <p:cNvCxnSpPr/>
          <p:nvPr/>
        </p:nvCxnSpPr>
        <p:spPr>
          <a:xfrm>
            <a:off x="2887200" y="8316000"/>
            <a:ext cx="11952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82" name="Connector 81"/>
          <p:cNvCxnSpPr/>
          <p:nvPr/>
        </p:nvCxnSpPr>
        <p:spPr>
          <a:xfrm flipV="1">
            <a:off x="2851200" y="828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83" name="Connector 82"/>
          <p:cNvCxnSpPr/>
          <p:nvPr/>
        </p:nvCxnSpPr>
        <p:spPr>
          <a:xfrm flipV="1">
            <a:off x="4046400" y="828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84" name="TextBox 83"/>
          <p:cNvSpPr txBox="1"/>
          <p:nvPr/>
        </p:nvSpPr>
        <p:spPr>
          <a:xfrm>
            <a:off x="2944800" y="8136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4082400" y="8064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86" name="Connector 85"/>
          <p:cNvCxnSpPr/>
          <p:nvPr/>
        </p:nvCxnSpPr>
        <p:spPr>
          <a:xfrm>
            <a:off x="5277600" y="8064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87" name="Connector 86"/>
          <p:cNvCxnSpPr/>
          <p:nvPr/>
        </p:nvCxnSpPr>
        <p:spPr>
          <a:xfrm>
            <a:off x="4082400" y="8316000"/>
            <a:ext cx="11952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88" name="Connector 87"/>
          <p:cNvCxnSpPr/>
          <p:nvPr/>
        </p:nvCxnSpPr>
        <p:spPr>
          <a:xfrm flipV="1">
            <a:off x="4046400" y="828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89" name="Connector 88"/>
          <p:cNvCxnSpPr/>
          <p:nvPr/>
        </p:nvCxnSpPr>
        <p:spPr>
          <a:xfrm flipV="1">
            <a:off x="5241600" y="828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90" name="TextBox 89"/>
          <p:cNvSpPr txBox="1"/>
          <p:nvPr/>
        </p:nvSpPr>
        <p:spPr>
          <a:xfrm>
            <a:off x="4140000" y="8136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5277600" y="8064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92" name="Connector 91"/>
          <p:cNvCxnSpPr/>
          <p:nvPr/>
        </p:nvCxnSpPr>
        <p:spPr>
          <a:xfrm>
            <a:off x="6472800" y="8064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93" name="Connector 92"/>
          <p:cNvCxnSpPr/>
          <p:nvPr/>
        </p:nvCxnSpPr>
        <p:spPr>
          <a:xfrm>
            <a:off x="5277600" y="8316000"/>
            <a:ext cx="11952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94" name="Connector 93"/>
          <p:cNvCxnSpPr/>
          <p:nvPr/>
        </p:nvCxnSpPr>
        <p:spPr>
          <a:xfrm flipV="1">
            <a:off x="5241600" y="828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95" name="Connector 94"/>
          <p:cNvCxnSpPr/>
          <p:nvPr/>
        </p:nvCxnSpPr>
        <p:spPr>
          <a:xfrm flipV="1">
            <a:off x="6436800" y="828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96" name="TextBox 95"/>
          <p:cNvSpPr txBox="1"/>
          <p:nvPr/>
        </p:nvSpPr>
        <p:spPr>
          <a:xfrm>
            <a:off x="5335200" y="8136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692000" y="8874000"/>
            <a:ext cx="2520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252725"/>
                </a:solidFill>
                <a:latin typeface="Liberation Sans"/>
              </a:defRPr>
            </a:pPr>
            <a:r>
              <a:t>REAR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192000" y="8874000"/>
            <a:ext cx="2520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252725"/>
                </a:solidFill>
                <a:latin typeface="Liberation Sans"/>
              </a:defRPr>
            </a:pPr>
            <a:r>
              <a:t>STOREFRONT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1692000" y="9414000"/>
            <a:ext cx="3600000" cy="0"/>
          </a:xfrm>
          <a:prstGeom prst="line">
            <a:avLst/>
          </a:prstGeom>
          <a:ln w="19050">
            <a:solidFill>
              <a:srgbClr val="252725"/>
            </a:solidFill>
          </a:ln>
          <a:effectLst/>
        </p:spPr>
      </p:cxnSp>
      <p:cxnSp>
        <p:nvCxnSpPr>
          <p:cNvPr id="100" name="Connector 99"/>
          <p:cNvCxnSpPr/>
          <p:nvPr/>
        </p:nvCxnSpPr>
        <p:spPr>
          <a:xfrm>
            <a:off x="1692000" y="9378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101" name="Connector 100"/>
          <p:cNvCxnSpPr/>
          <p:nvPr/>
        </p:nvCxnSpPr>
        <p:spPr>
          <a:xfrm>
            <a:off x="3492000" y="9378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102" name="Connector 101"/>
          <p:cNvCxnSpPr/>
          <p:nvPr/>
        </p:nvCxnSpPr>
        <p:spPr>
          <a:xfrm>
            <a:off x="5292000" y="9378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103" name="TextBox 102"/>
          <p:cNvSpPr txBox="1"/>
          <p:nvPr/>
        </p:nvSpPr>
        <p:spPr>
          <a:xfrm>
            <a:off x="1692000" y="9486000"/>
            <a:ext cx="414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0                         2000 mm   |   1:20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Spatial assembly / cutaway axonometric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AP-10 · generated from approved coordinates; parallel projection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540000" y="9792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540000" y="10008000"/>
            <a:ext cx="7128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FOR COORDINATION  ·  SITE ITEMS OPEN  ·  REV B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06 OCT 2026  /  SOURCE REV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4000" y="10008000"/>
            <a:ext cx="522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NTS @ A3  ·  DIMENSIONS mm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SPEC SNAPSHOT eeccbde1cd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92000" y="10008000"/>
            <a:ext cx="1152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AP-10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548000" y="2052000"/>
            <a:ext cx="0" cy="7308000"/>
          </a:xfrm>
          <a:prstGeom prst="line">
            <a:avLst/>
          </a:prstGeom>
          <a:ln w="7620">
            <a:solidFill>
              <a:srgbClr val="E8E1D5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10908000" y="2088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SPATIAL LOGIC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08000" y="2448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Four side modules on each wall; rear bays sit between side-unit faces. Storefront columns turn toward the street.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08000" y="3852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COUNTER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08000" y="4212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Centred counter retained. Side access conflicts remain visible in plan AP-03 and in the decision register.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08000" y="5616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MODEL LIMIT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08000" y="5976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Diagrammatic cutaway. Wall thickness, fixings and glass hardware are not inferred from the render.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08000" y="7380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MATERIAL LANGUAGE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08000" y="7740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Black steel structure; neutral cabinets; plaster backdrop; continuous porcelain floor. No loose products or styling props.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5004000" y="7531200"/>
            <a:ext cx="2678400" cy="103680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21" name="Connector 20"/>
          <p:cNvCxnSpPr/>
          <p:nvPr/>
        </p:nvCxnSpPr>
        <p:spPr>
          <a:xfrm flipH="1" flipV="1">
            <a:off x="1537704" y="7226208"/>
            <a:ext cx="3466296" cy="1341792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22" name="Connector 21"/>
          <p:cNvCxnSpPr/>
          <p:nvPr/>
        </p:nvCxnSpPr>
        <p:spPr>
          <a:xfrm flipH="1" flipV="1">
            <a:off x="4216104" y="6189408"/>
            <a:ext cx="3466296" cy="1341792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 flipV="1">
            <a:off x="1537704" y="6189408"/>
            <a:ext cx="2678400" cy="103680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 flipV="1">
            <a:off x="5004000" y="7531200"/>
            <a:ext cx="2678400" cy="103680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 flipH="1" flipV="1">
            <a:off x="1537704" y="7226208"/>
            <a:ext cx="3466296" cy="1341792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 flipH="1" flipV="1">
            <a:off x="4216104" y="6189408"/>
            <a:ext cx="3466296" cy="1341792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 flipV="1">
            <a:off x="1537704" y="6189408"/>
            <a:ext cx="2678400" cy="103680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5004000" y="8568000"/>
            <a:ext cx="0" cy="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>
            <a:off x="7682400" y="7531200"/>
            <a:ext cx="0" cy="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1537704" y="7226208"/>
            <a:ext cx="0" cy="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4216104" y="6189408"/>
            <a:ext cx="0" cy="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 flipV="1">
            <a:off x="4501800" y="8265600"/>
            <a:ext cx="279000" cy="10800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 flipH="1" flipV="1">
            <a:off x="1537704" y="7226208"/>
            <a:ext cx="2964096" cy="1147392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 flipH="1" flipV="1">
            <a:off x="1816704" y="7118208"/>
            <a:ext cx="2964096" cy="1147392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 flipV="1">
            <a:off x="1537704" y="7118208"/>
            <a:ext cx="279000" cy="10800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cxnSp>
        <p:nvCxnSpPr>
          <p:cNvPr id="36" name="Connector 35"/>
          <p:cNvCxnSpPr/>
          <p:nvPr/>
        </p:nvCxnSpPr>
        <p:spPr>
          <a:xfrm flipV="1">
            <a:off x="4501800" y="7423200"/>
            <a:ext cx="279000" cy="10800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cxnSp>
        <p:nvCxnSpPr>
          <p:cNvPr id="37" name="Connector 36"/>
          <p:cNvCxnSpPr/>
          <p:nvPr/>
        </p:nvCxnSpPr>
        <p:spPr>
          <a:xfrm flipH="1" flipV="1">
            <a:off x="1537704" y="6383808"/>
            <a:ext cx="2964096" cy="1147392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cxnSp>
        <p:nvCxnSpPr>
          <p:cNvPr id="38" name="Connector 37"/>
          <p:cNvCxnSpPr/>
          <p:nvPr/>
        </p:nvCxnSpPr>
        <p:spPr>
          <a:xfrm flipH="1" flipV="1">
            <a:off x="1816704" y="6275808"/>
            <a:ext cx="2964096" cy="1147392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cxnSp>
        <p:nvCxnSpPr>
          <p:cNvPr id="39" name="Connector 38"/>
          <p:cNvCxnSpPr/>
          <p:nvPr/>
        </p:nvCxnSpPr>
        <p:spPr>
          <a:xfrm flipV="1">
            <a:off x="1537704" y="6275808"/>
            <a:ext cx="279000" cy="10800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cxnSp>
        <p:nvCxnSpPr>
          <p:cNvPr id="40" name="Connector 39"/>
          <p:cNvCxnSpPr/>
          <p:nvPr/>
        </p:nvCxnSpPr>
        <p:spPr>
          <a:xfrm flipV="1">
            <a:off x="4501800" y="7531200"/>
            <a:ext cx="0" cy="84240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cxnSp>
        <p:nvCxnSpPr>
          <p:cNvPr id="41" name="Connector 40"/>
          <p:cNvCxnSpPr/>
          <p:nvPr/>
        </p:nvCxnSpPr>
        <p:spPr>
          <a:xfrm flipV="1">
            <a:off x="4780800" y="7423200"/>
            <a:ext cx="0" cy="84240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cxnSp>
        <p:nvCxnSpPr>
          <p:cNvPr id="42" name="Connector 41"/>
          <p:cNvCxnSpPr/>
          <p:nvPr/>
        </p:nvCxnSpPr>
        <p:spPr>
          <a:xfrm flipV="1">
            <a:off x="1537704" y="6383808"/>
            <a:ext cx="0" cy="84240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cxnSp>
        <p:nvCxnSpPr>
          <p:cNvPr id="43" name="Connector 42"/>
          <p:cNvCxnSpPr/>
          <p:nvPr/>
        </p:nvCxnSpPr>
        <p:spPr>
          <a:xfrm flipV="1">
            <a:off x="1816704" y="6275808"/>
            <a:ext cx="0" cy="84240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cxnSp>
        <p:nvCxnSpPr>
          <p:cNvPr id="44" name="Connector 43"/>
          <p:cNvCxnSpPr/>
          <p:nvPr/>
        </p:nvCxnSpPr>
        <p:spPr>
          <a:xfrm flipV="1">
            <a:off x="4501800" y="4723200"/>
            <a:ext cx="0" cy="36504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45" name="Connector 44"/>
          <p:cNvCxnSpPr/>
          <p:nvPr/>
        </p:nvCxnSpPr>
        <p:spPr>
          <a:xfrm flipV="1">
            <a:off x="3760776" y="4436352"/>
            <a:ext cx="0" cy="36504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46" name="Connector 45"/>
          <p:cNvCxnSpPr/>
          <p:nvPr/>
        </p:nvCxnSpPr>
        <p:spPr>
          <a:xfrm flipV="1">
            <a:off x="3019752" y="4149503"/>
            <a:ext cx="0" cy="3650401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47" name="Connector 46"/>
          <p:cNvCxnSpPr/>
          <p:nvPr/>
        </p:nvCxnSpPr>
        <p:spPr>
          <a:xfrm flipV="1">
            <a:off x="2278728" y="3862655"/>
            <a:ext cx="0" cy="3650401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48" name="Connector 47"/>
          <p:cNvCxnSpPr/>
          <p:nvPr/>
        </p:nvCxnSpPr>
        <p:spPr>
          <a:xfrm flipV="1">
            <a:off x="1537704" y="3575808"/>
            <a:ext cx="0" cy="36504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49" name="Connector 48"/>
          <p:cNvCxnSpPr/>
          <p:nvPr/>
        </p:nvCxnSpPr>
        <p:spPr>
          <a:xfrm flipV="1">
            <a:off x="4501800" y="6861600"/>
            <a:ext cx="279000" cy="10800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50" name="Connector 49"/>
          <p:cNvCxnSpPr/>
          <p:nvPr/>
        </p:nvCxnSpPr>
        <p:spPr>
          <a:xfrm flipH="1" flipV="1">
            <a:off x="1537704" y="5822208"/>
            <a:ext cx="2964096" cy="1147392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51" name="Connector 50"/>
          <p:cNvCxnSpPr/>
          <p:nvPr/>
        </p:nvCxnSpPr>
        <p:spPr>
          <a:xfrm flipH="1" flipV="1">
            <a:off x="1816704" y="5714208"/>
            <a:ext cx="2964096" cy="1147392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52" name="Connector 51"/>
          <p:cNvCxnSpPr/>
          <p:nvPr/>
        </p:nvCxnSpPr>
        <p:spPr>
          <a:xfrm flipV="1">
            <a:off x="1537704" y="5714208"/>
            <a:ext cx="279000" cy="10800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53" name="Connector 52"/>
          <p:cNvCxnSpPr/>
          <p:nvPr/>
        </p:nvCxnSpPr>
        <p:spPr>
          <a:xfrm flipV="1">
            <a:off x="4501800" y="6861600"/>
            <a:ext cx="279000" cy="10800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54" name="Connector 53"/>
          <p:cNvCxnSpPr/>
          <p:nvPr/>
        </p:nvCxnSpPr>
        <p:spPr>
          <a:xfrm flipH="1" flipV="1">
            <a:off x="1537704" y="5822208"/>
            <a:ext cx="2964096" cy="1147392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55" name="Connector 54"/>
          <p:cNvCxnSpPr/>
          <p:nvPr/>
        </p:nvCxnSpPr>
        <p:spPr>
          <a:xfrm flipH="1" flipV="1">
            <a:off x="1816704" y="5714208"/>
            <a:ext cx="2964096" cy="1147392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56" name="Connector 55"/>
          <p:cNvCxnSpPr/>
          <p:nvPr/>
        </p:nvCxnSpPr>
        <p:spPr>
          <a:xfrm flipV="1">
            <a:off x="1537704" y="5714208"/>
            <a:ext cx="279000" cy="10800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57" name="Connector 56"/>
          <p:cNvCxnSpPr/>
          <p:nvPr/>
        </p:nvCxnSpPr>
        <p:spPr>
          <a:xfrm>
            <a:off x="4501800" y="6969600"/>
            <a:ext cx="0" cy="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58" name="Connector 57"/>
          <p:cNvCxnSpPr/>
          <p:nvPr/>
        </p:nvCxnSpPr>
        <p:spPr>
          <a:xfrm>
            <a:off x="4780800" y="6861600"/>
            <a:ext cx="0" cy="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59" name="Connector 58"/>
          <p:cNvCxnSpPr/>
          <p:nvPr/>
        </p:nvCxnSpPr>
        <p:spPr>
          <a:xfrm>
            <a:off x="1537704" y="5822208"/>
            <a:ext cx="0" cy="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60" name="Connector 59"/>
          <p:cNvCxnSpPr/>
          <p:nvPr/>
        </p:nvCxnSpPr>
        <p:spPr>
          <a:xfrm>
            <a:off x="1816704" y="5714208"/>
            <a:ext cx="0" cy="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61" name="Connector 60"/>
          <p:cNvCxnSpPr/>
          <p:nvPr/>
        </p:nvCxnSpPr>
        <p:spPr>
          <a:xfrm flipV="1">
            <a:off x="4501800" y="6300000"/>
            <a:ext cx="279000" cy="10800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62" name="Connector 61"/>
          <p:cNvCxnSpPr/>
          <p:nvPr/>
        </p:nvCxnSpPr>
        <p:spPr>
          <a:xfrm flipH="1" flipV="1">
            <a:off x="1537704" y="5260608"/>
            <a:ext cx="2964096" cy="1147392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63" name="Connector 62"/>
          <p:cNvCxnSpPr/>
          <p:nvPr/>
        </p:nvCxnSpPr>
        <p:spPr>
          <a:xfrm flipH="1" flipV="1">
            <a:off x="1816704" y="5152608"/>
            <a:ext cx="2964096" cy="1147392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64" name="Connector 63"/>
          <p:cNvCxnSpPr/>
          <p:nvPr/>
        </p:nvCxnSpPr>
        <p:spPr>
          <a:xfrm flipV="1">
            <a:off x="1537704" y="5152608"/>
            <a:ext cx="279000" cy="10800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65" name="Connector 64"/>
          <p:cNvCxnSpPr/>
          <p:nvPr/>
        </p:nvCxnSpPr>
        <p:spPr>
          <a:xfrm flipV="1">
            <a:off x="4501800" y="6300000"/>
            <a:ext cx="279000" cy="10800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66" name="Connector 65"/>
          <p:cNvCxnSpPr/>
          <p:nvPr/>
        </p:nvCxnSpPr>
        <p:spPr>
          <a:xfrm flipH="1" flipV="1">
            <a:off x="1537704" y="5260608"/>
            <a:ext cx="2964096" cy="1147392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67" name="Connector 66"/>
          <p:cNvCxnSpPr/>
          <p:nvPr/>
        </p:nvCxnSpPr>
        <p:spPr>
          <a:xfrm flipH="1" flipV="1">
            <a:off x="1816704" y="5152608"/>
            <a:ext cx="2964096" cy="1147392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68" name="Connector 67"/>
          <p:cNvCxnSpPr/>
          <p:nvPr/>
        </p:nvCxnSpPr>
        <p:spPr>
          <a:xfrm flipV="1">
            <a:off x="1537704" y="5152608"/>
            <a:ext cx="279000" cy="10800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69" name="Connector 68"/>
          <p:cNvCxnSpPr/>
          <p:nvPr/>
        </p:nvCxnSpPr>
        <p:spPr>
          <a:xfrm>
            <a:off x="4501800" y="6408000"/>
            <a:ext cx="0" cy="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70" name="Connector 69"/>
          <p:cNvCxnSpPr/>
          <p:nvPr/>
        </p:nvCxnSpPr>
        <p:spPr>
          <a:xfrm>
            <a:off x="4780800" y="6300000"/>
            <a:ext cx="0" cy="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71" name="Connector 70"/>
          <p:cNvCxnSpPr/>
          <p:nvPr/>
        </p:nvCxnSpPr>
        <p:spPr>
          <a:xfrm>
            <a:off x="1537704" y="5260608"/>
            <a:ext cx="0" cy="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72" name="Connector 71"/>
          <p:cNvCxnSpPr/>
          <p:nvPr/>
        </p:nvCxnSpPr>
        <p:spPr>
          <a:xfrm>
            <a:off x="1816704" y="5152608"/>
            <a:ext cx="0" cy="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73" name="Connector 72"/>
          <p:cNvCxnSpPr/>
          <p:nvPr/>
        </p:nvCxnSpPr>
        <p:spPr>
          <a:xfrm flipV="1">
            <a:off x="4501800" y="5738399"/>
            <a:ext cx="279000" cy="10800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74" name="Connector 73"/>
          <p:cNvCxnSpPr/>
          <p:nvPr/>
        </p:nvCxnSpPr>
        <p:spPr>
          <a:xfrm flipH="1" flipV="1">
            <a:off x="1537704" y="4699008"/>
            <a:ext cx="2964096" cy="1147391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75" name="Connector 74"/>
          <p:cNvCxnSpPr/>
          <p:nvPr/>
        </p:nvCxnSpPr>
        <p:spPr>
          <a:xfrm flipH="1" flipV="1">
            <a:off x="1816704" y="4591008"/>
            <a:ext cx="2964096" cy="1147391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76" name="Connector 75"/>
          <p:cNvCxnSpPr/>
          <p:nvPr/>
        </p:nvCxnSpPr>
        <p:spPr>
          <a:xfrm flipV="1">
            <a:off x="1537704" y="4591008"/>
            <a:ext cx="279000" cy="10800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77" name="Connector 76"/>
          <p:cNvCxnSpPr/>
          <p:nvPr/>
        </p:nvCxnSpPr>
        <p:spPr>
          <a:xfrm flipV="1">
            <a:off x="4501800" y="5738399"/>
            <a:ext cx="279000" cy="10800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78" name="Connector 77"/>
          <p:cNvCxnSpPr/>
          <p:nvPr/>
        </p:nvCxnSpPr>
        <p:spPr>
          <a:xfrm flipH="1" flipV="1">
            <a:off x="1537704" y="4699008"/>
            <a:ext cx="2964096" cy="1147391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79" name="Connector 78"/>
          <p:cNvCxnSpPr/>
          <p:nvPr/>
        </p:nvCxnSpPr>
        <p:spPr>
          <a:xfrm flipH="1" flipV="1">
            <a:off x="1816704" y="4591008"/>
            <a:ext cx="2964096" cy="1147391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80" name="Connector 79"/>
          <p:cNvCxnSpPr/>
          <p:nvPr/>
        </p:nvCxnSpPr>
        <p:spPr>
          <a:xfrm flipV="1">
            <a:off x="1537704" y="4591008"/>
            <a:ext cx="279000" cy="10800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81" name="Connector 80"/>
          <p:cNvCxnSpPr/>
          <p:nvPr/>
        </p:nvCxnSpPr>
        <p:spPr>
          <a:xfrm>
            <a:off x="4501800" y="5846399"/>
            <a:ext cx="0" cy="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82" name="Connector 81"/>
          <p:cNvCxnSpPr/>
          <p:nvPr/>
        </p:nvCxnSpPr>
        <p:spPr>
          <a:xfrm>
            <a:off x="4780800" y="5738399"/>
            <a:ext cx="0" cy="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83" name="Connector 82"/>
          <p:cNvCxnSpPr/>
          <p:nvPr/>
        </p:nvCxnSpPr>
        <p:spPr>
          <a:xfrm>
            <a:off x="1537704" y="4699008"/>
            <a:ext cx="0" cy="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84" name="Connector 83"/>
          <p:cNvCxnSpPr/>
          <p:nvPr/>
        </p:nvCxnSpPr>
        <p:spPr>
          <a:xfrm>
            <a:off x="1816704" y="4591008"/>
            <a:ext cx="0" cy="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85" name="Connector 84"/>
          <p:cNvCxnSpPr/>
          <p:nvPr/>
        </p:nvCxnSpPr>
        <p:spPr>
          <a:xfrm flipV="1">
            <a:off x="4501800" y="5176800"/>
            <a:ext cx="279000" cy="10800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86" name="Connector 85"/>
          <p:cNvCxnSpPr/>
          <p:nvPr/>
        </p:nvCxnSpPr>
        <p:spPr>
          <a:xfrm flipH="1" flipV="1">
            <a:off x="1537704" y="4137408"/>
            <a:ext cx="2964096" cy="1147392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87" name="Connector 86"/>
          <p:cNvCxnSpPr/>
          <p:nvPr/>
        </p:nvCxnSpPr>
        <p:spPr>
          <a:xfrm flipH="1" flipV="1">
            <a:off x="1816704" y="4029408"/>
            <a:ext cx="2964096" cy="1147392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88" name="Connector 87"/>
          <p:cNvCxnSpPr/>
          <p:nvPr/>
        </p:nvCxnSpPr>
        <p:spPr>
          <a:xfrm flipV="1">
            <a:off x="1537704" y="4029408"/>
            <a:ext cx="279000" cy="10800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89" name="Connector 88"/>
          <p:cNvCxnSpPr/>
          <p:nvPr/>
        </p:nvCxnSpPr>
        <p:spPr>
          <a:xfrm flipV="1">
            <a:off x="4501800" y="5176800"/>
            <a:ext cx="279000" cy="10800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90" name="Connector 89"/>
          <p:cNvCxnSpPr/>
          <p:nvPr/>
        </p:nvCxnSpPr>
        <p:spPr>
          <a:xfrm flipH="1" flipV="1">
            <a:off x="1537704" y="4137408"/>
            <a:ext cx="2964096" cy="1147392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91" name="Connector 90"/>
          <p:cNvCxnSpPr/>
          <p:nvPr/>
        </p:nvCxnSpPr>
        <p:spPr>
          <a:xfrm flipH="1" flipV="1">
            <a:off x="1816704" y="4029408"/>
            <a:ext cx="2964096" cy="1147392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92" name="Connector 91"/>
          <p:cNvCxnSpPr/>
          <p:nvPr/>
        </p:nvCxnSpPr>
        <p:spPr>
          <a:xfrm flipV="1">
            <a:off x="1537704" y="4029408"/>
            <a:ext cx="279000" cy="10800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93" name="Connector 92"/>
          <p:cNvCxnSpPr/>
          <p:nvPr/>
        </p:nvCxnSpPr>
        <p:spPr>
          <a:xfrm>
            <a:off x="4501800" y="5284800"/>
            <a:ext cx="0" cy="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94" name="Connector 93"/>
          <p:cNvCxnSpPr/>
          <p:nvPr/>
        </p:nvCxnSpPr>
        <p:spPr>
          <a:xfrm>
            <a:off x="4780800" y="5176800"/>
            <a:ext cx="0" cy="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95" name="Connector 94"/>
          <p:cNvCxnSpPr/>
          <p:nvPr/>
        </p:nvCxnSpPr>
        <p:spPr>
          <a:xfrm>
            <a:off x="1537704" y="4137408"/>
            <a:ext cx="0" cy="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96" name="Connector 95"/>
          <p:cNvCxnSpPr/>
          <p:nvPr/>
        </p:nvCxnSpPr>
        <p:spPr>
          <a:xfrm>
            <a:off x="1816704" y="4029408"/>
            <a:ext cx="0" cy="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97" name="Connector 96"/>
          <p:cNvCxnSpPr/>
          <p:nvPr/>
        </p:nvCxnSpPr>
        <p:spPr>
          <a:xfrm flipV="1">
            <a:off x="4501800" y="4615200"/>
            <a:ext cx="279000" cy="10800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98" name="Connector 97"/>
          <p:cNvCxnSpPr/>
          <p:nvPr/>
        </p:nvCxnSpPr>
        <p:spPr>
          <a:xfrm flipH="1" flipV="1">
            <a:off x="1537704" y="3575808"/>
            <a:ext cx="2964096" cy="1147392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99" name="Connector 98"/>
          <p:cNvCxnSpPr/>
          <p:nvPr/>
        </p:nvCxnSpPr>
        <p:spPr>
          <a:xfrm flipH="1" flipV="1">
            <a:off x="1816704" y="3467808"/>
            <a:ext cx="2964096" cy="1147392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00" name="Connector 99"/>
          <p:cNvCxnSpPr/>
          <p:nvPr/>
        </p:nvCxnSpPr>
        <p:spPr>
          <a:xfrm flipV="1">
            <a:off x="1537704" y="3467808"/>
            <a:ext cx="279000" cy="10800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01" name="Connector 100"/>
          <p:cNvCxnSpPr/>
          <p:nvPr/>
        </p:nvCxnSpPr>
        <p:spPr>
          <a:xfrm flipV="1">
            <a:off x="4501800" y="4615200"/>
            <a:ext cx="279000" cy="10800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02" name="Connector 101"/>
          <p:cNvCxnSpPr/>
          <p:nvPr/>
        </p:nvCxnSpPr>
        <p:spPr>
          <a:xfrm flipH="1" flipV="1">
            <a:off x="1537704" y="3575808"/>
            <a:ext cx="2964096" cy="1147392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03" name="Connector 102"/>
          <p:cNvCxnSpPr/>
          <p:nvPr/>
        </p:nvCxnSpPr>
        <p:spPr>
          <a:xfrm flipH="1" flipV="1">
            <a:off x="1816704" y="3467808"/>
            <a:ext cx="2964096" cy="1147392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04" name="Connector 103"/>
          <p:cNvCxnSpPr/>
          <p:nvPr/>
        </p:nvCxnSpPr>
        <p:spPr>
          <a:xfrm flipV="1">
            <a:off x="1537704" y="3467808"/>
            <a:ext cx="279000" cy="10800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05" name="Connector 104"/>
          <p:cNvCxnSpPr/>
          <p:nvPr/>
        </p:nvCxnSpPr>
        <p:spPr>
          <a:xfrm>
            <a:off x="4501800" y="4723200"/>
            <a:ext cx="0" cy="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06" name="Connector 105"/>
          <p:cNvCxnSpPr/>
          <p:nvPr/>
        </p:nvCxnSpPr>
        <p:spPr>
          <a:xfrm>
            <a:off x="4780800" y="4615200"/>
            <a:ext cx="0" cy="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07" name="Connector 106"/>
          <p:cNvCxnSpPr/>
          <p:nvPr/>
        </p:nvCxnSpPr>
        <p:spPr>
          <a:xfrm>
            <a:off x="1537704" y="3575808"/>
            <a:ext cx="0" cy="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08" name="Connector 107"/>
          <p:cNvCxnSpPr/>
          <p:nvPr/>
        </p:nvCxnSpPr>
        <p:spPr>
          <a:xfrm>
            <a:off x="1816704" y="3467808"/>
            <a:ext cx="0" cy="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09" name="Connector 108"/>
          <p:cNvCxnSpPr/>
          <p:nvPr/>
        </p:nvCxnSpPr>
        <p:spPr>
          <a:xfrm flipV="1">
            <a:off x="6901200" y="7336800"/>
            <a:ext cx="279000" cy="10800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cxnSp>
        <p:nvCxnSpPr>
          <p:cNvPr id="110" name="Connector 109"/>
          <p:cNvCxnSpPr/>
          <p:nvPr/>
        </p:nvCxnSpPr>
        <p:spPr>
          <a:xfrm flipH="1" flipV="1">
            <a:off x="3937104" y="6297408"/>
            <a:ext cx="2964096" cy="1147392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cxnSp>
        <p:nvCxnSpPr>
          <p:cNvPr id="111" name="Connector 110"/>
          <p:cNvCxnSpPr/>
          <p:nvPr/>
        </p:nvCxnSpPr>
        <p:spPr>
          <a:xfrm flipH="1" flipV="1">
            <a:off x="4216104" y="6189408"/>
            <a:ext cx="2964096" cy="1147392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cxnSp>
        <p:nvCxnSpPr>
          <p:cNvPr id="112" name="Connector 111"/>
          <p:cNvCxnSpPr/>
          <p:nvPr/>
        </p:nvCxnSpPr>
        <p:spPr>
          <a:xfrm flipV="1">
            <a:off x="3937104" y="6189408"/>
            <a:ext cx="279000" cy="10800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cxnSp>
        <p:nvCxnSpPr>
          <p:cNvPr id="113" name="Connector 112"/>
          <p:cNvCxnSpPr/>
          <p:nvPr/>
        </p:nvCxnSpPr>
        <p:spPr>
          <a:xfrm flipV="1">
            <a:off x="6901200" y="6494400"/>
            <a:ext cx="279000" cy="10800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cxnSp>
        <p:nvCxnSpPr>
          <p:cNvPr id="114" name="Connector 113"/>
          <p:cNvCxnSpPr/>
          <p:nvPr/>
        </p:nvCxnSpPr>
        <p:spPr>
          <a:xfrm flipH="1" flipV="1">
            <a:off x="3937104" y="5455008"/>
            <a:ext cx="2964096" cy="1147392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cxnSp>
        <p:nvCxnSpPr>
          <p:cNvPr id="115" name="Connector 114"/>
          <p:cNvCxnSpPr/>
          <p:nvPr/>
        </p:nvCxnSpPr>
        <p:spPr>
          <a:xfrm flipH="1" flipV="1">
            <a:off x="4216104" y="5347008"/>
            <a:ext cx="2964096" cy="1147392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cxnSp>
        <p:nvCxnSpPr>
          <p:cNvPr id="116" name="Connector 115"/>
          <p:cNvCxnSpPr/>
          <p:nvPr/>
        </p:nvCxnSpPr>
        <p:spPr>
          <a:xfrm flipV="1">
            <a:off x="3937104" y="5347008"/>
            <a:ext cx="279000" cy="10800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cxnSp>
        <p:nvCxnSpPr>
          <p:cNvPr id="117" name="Connector 116"/>
          <p:cNvCxnSpPr/>
          <p:nvPr/>
        </p:nvCxnSpPr>
        <p:spPr>
          <a:xfrm flipV="1">
            <a:off x="6901200" y="6602400"/>
            <a:ext cx="0" cy="84240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cxnSp>
        <p:nvCxnSpPr>
          <p:cNvPr id="118" name="Connector 117"/>
          <p:cNvCxnSpPr/>
          <p:nvPr/>
        </p:nvCxnSpPr>
        <p:spPr>
          <a:xfrm flipV="1">
            <a:off x="7180200" y="6494400"/>
            <a:ext cx="0" cy="84240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cxnSp>
        <p:nvCxnSpPr>
          <p:cNvPr id="119" name="Connector 118"/>
          <p:cNvCxnSpPr/>
          <p:nvPr/>
        </p:nvCxnSpPr>
        <p:spPr>
          <a:xfrm flipV="1">
            <a:off x="3937104" y="5455008"/>
            <a:ext cx="0" cy="84240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cxnSp>
        <p:nvCxnSpPr>
          <p:cNvPr id="120" name="Connector 119"/>
          <p:cNvCxnSpPr/>
          <p:nvPr/>
        </p:nvCxnSpPr>
        <p:spPr>
          <a:xfrm flipV="1">
            <a:off x="4216104" y="5347008"/>
            <a:ext cx="0" cy="84240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cxnSp>
        <p:nvCxnSpPr>
          <p:cNvPr id="121" name="Connector 120"/>
          <p:cNvCxnSpPr/>
          <p:nvPr/>
        </p:nvCxnSpPr>
        <p:spPr>
          <a:xfrm flipV="1">
            <a:off x="6901200" y="3794400"/>
            <a:ext cx="0" cy="36504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122" name="Connector 121"/>
          <p:cNvCxnSpPr/>
          <p:nvPr/>
        </p:nvCxnSpPr>
        <p:spPr>
          <a:xfrm flipV="1">
            <a:off x="6160175" y="3507551"/>
            <a:ext cx="0" cy="3650401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123" name="Connector 122"/>
          <p:cNvCxnSpPr/>
          <p:nvPr/>
        </p:nvCxnSpPr>
        <p:spPr>
          <a:xfrm flipV="1">
            <a:off x="5419152" y="3220704"/>
            <a:ext cx="0" cy="36504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124" name="Connector 123"/>
          <p:cNvCxnSpPr/>
          <p:nvPr/>
        </p:nvCxnSpPr>
        <p:spPr>
          <a:xfrm flipV="1">
            <a:off x="4678128" y="2933856"/>
            <a:ext cx="0" cy="36504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125" name="Connector 124"/>
          <p:cNvCxnSpPr/>
          <p:nvPr/>
        </p:nvCxnSpPr>
        <p:spPr>
          <a:xfrm flipV="1">
            <a:off x="3937104" y="2647007"/>
            <a:ext cx="0" cy="3650401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126" name="Connector 125"/>
          <p:cNvCxnSpPr/>
          <p:nvPr/>
        </p:nvCxnSpPr>
        <p:spPr>
          <a:xfrm flipV="1">
            <a:off x="6901200" y="5932800"/>
            <a:ext cx="279000" cy="10800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27" name="Connector 126"/>
          <p:cNvCxnSpPr/>
          <p:nvPr/>
        </p:nvCxnSpPr>
        <p:spPr>
          <a:xfrm flipH="1" flipV="1">
            <a:off x="3937104" y="4893408"/>
            <a:ext cx="2964096" cy="1147392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28" name="Connector 127"/>
          <p:cNvCxnSpPr/>
          <p:nvPr/>
        </p:nvCxnSpPr>
        <p:spPr>
          <a:xfrm flipH="1" flipV="1">
            <a:off x="4216104" y="4785408"/>
            <a:ext cx="2964096" cy="1147392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29" name="Connector 128"/>
          <p:cNvCxnSpPr/>
          <p:nvPr/>
        </p:nvCxnSpPr>
        <p:spPr>
          <a:xfrm flipV="1">
            <a:off x="3937104" y="4785408"/>
            <a:ext cx="279000" cy="10800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30" name="Connector 129"/>
          <p:cNvCxnSpPr/>
          <p:nvPr/>
        </p:nvCxnSpPr>
        <p:spPr>
          <a:xfrm flipV="1">
            <a:off x="6901200" y="5932800"/>
            <a:ext cx="279000" cy="10800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31" name="Connector 130"/>
          <p:cNvCxnSpPr/>
          <p:nvPr/>
        </p:nvCxnSpPr>
        <p:spPr>
          <a:xfrm flipH="1" flipV="1">
            <a:off x="3937104" y="4893408"/>
            <a:ext cx="2964096" cy="1147392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32" name="Connector 131"/>
          <p:cNvCxnSpPr/>
          <p:nvPr/>
        </p:nvCxnSpPr>
        <p:spPr>
          <a:xfrm flipH="1" flipV="1">
            <a:off x="4216104" y="4785408"/>
            <a:ext cx="2964096" cy="1147392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33" name="Connector 132"/>
          <p:cNvCxnSpPr/>
          <p:nvPr/>
        </p:nvCxnSpPr>
        <p:spPr>
          <a:xfrm flipV="1">
            <a:off x="3937104" y="4785408"/>
            <a:ext cx="279000" cy="10800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34" name="Connector 133"/>
          <p:cNvCxnSpPr/>
          <p:nvPr/>
        </p:nvCxnSpPr>
        <p:spPr>
          <a:xfrm>
            <a:off x="6901200" y="6040800"/>
            <a:ext cx="0" cy="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35" name="Connector 134"/>
          <p:cNvCxnSpPr/>
          <p:nvPr/>
        </p:nvCxnSpPr>
        <p:spPr>
          <a:xfrm>
            <a:off x="7180200" y="5932800"/>
            <a:ext cx="0" cy="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36" name="Connector 135"/>
          <p:cNvCxnSpPr/>
          <p:nvPr/>
        </p:nvCxnSpPr>
        <p:spPr>
          <a:xfrm>
            <a:off x="3937104" y="4893408"/>
            <a:ext cx="0" cy="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37" name="Connector 136"/>
          <p:cNvCxnSpPr/>
          <p:nvPr/>
        </p:nvCxnSpPr>
        <p:spPr>
          <a:xfrm>
            <a:off x="4216104" y="4785408"/>
            <a:ext cx="0" cy="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38" name="Connector 137"/>
          <p:cNvCxnSpPr/>
          <p:nvPr/>
        </p:nvCxnSpPr>
        <p:spPr>
          <a:xfrm flipV="1">
            <a:off x="6901200" y="5371200"/>
            <a:ext cx="279000" cy="10800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39" name="Connector 138"/>
          <p:cNvCxnSpPr/>
          <p:nvPr/>
        </p:nvCxnSpPr>
        <p:spPr>
          <a:xfrm flipH="1" flipV="1">
            <a:off x="3937104" y="4331808"/>
            <a:ext cx="2964096" cy="1147392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40" name="Connector 139"/>
          <p:cNvCxnSpPr/>
          <p:nvPr/>
        </p:nvCxnSpPr>
        <p:spPr>
          <a:xfrm flipH="1" flipV="1">
            <a:off x="4216104" y="4223808"/>
            <a:ext cx="2964096" cy="1147392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41" name="Connector 140"/>
          <p:cNvCxnSpPr/>
          <p:nvPr/>
        </p:nvCxnSpPr>
        <p:spPr>
          <a:xfrm flipV="1">
            <a:off x="3937104" y="4223808"/>
            <a:ext cx="279000" cy="10800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42" name="Connector 141"/>
          <p:cNvCxnSpPr/>
          <p:nvPr/>
        </p:nvCxnSpPr>
        <p:spPr>
          <a:xfrm flipV="1">
            <a:off x="6901200" y="5371200"/>
            <a:ext cx="279000" cy="10800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43" name="Connector 142"/>
          <p:cNvCxnSpPr/>
          <p:nvPr/>
        </p:nvCxnSpPr>
        <p:spPr>
          <a:xfrm flipH="1" flipV="1">
            <a:off x="3937104" y="4331808"/>
            <a:ext cx="2964096" cy="1147392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44" name="Connector 143"/>
          <p:cNvCxnSpPr/>
          <p:nvPr/>
        </p:nvCxnSpPr>
        <p:spPr>
          <a:xfrm flipH="1" flipV="1">
            <a:off x="4216104" y="4223808"/>
            <a:ext cx="2964096" cy="1147392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45" name="Connector 144"/>
          <p:cNvCxnSpPr/>
          <p:nvPr/>
        </p:nvCxnSpPr>
        <p:spPr>
          <a:xfrm flipV="1">
            <a:off x="3937104" y="4223808"/>
            <a:ext cx="279000" cy="10800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46" name="Connector 145"/>
          <p:cNvCxnSpPr/>
          <p:nvPr/>
        </p:nvCxnSpPr>
        <p:spPr>
          <a:xfrm>
            <a:off x="6901200" y="5479200"/>
            <a:ext cx="0" cy="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47" name="Connector 146"/>
          <p:cNvCxnSpPr/>
          <p:nvPr/>
        </p:nvCxnSpPr>
        <p:spPr>
          <a:xfrm>
            <a:off x="7180200" y="5371200"/>
            <a:ext cx="0" cy="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48" name="Connector 147"/>
          <p:cNvCxnSpPr/>
          <p:nvPr/>
        </p:nvCxnSpPr>
        <p:spPr>
          <a:xfrm>
            <a:off x="3937104" y="4331808"/>
            <a:ext cx="0" cy="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49" name="Connector 148"/>
          <p:cNvCxnSpPr/>
          <p:nvPr/>
        </p:nvCxnSpPr>
        <p:spPr>
          <a:xfrm>
            <a:off x="4216104" y="4223808"/>
            <a:ext cx="0" cy="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50" name="Connector 149"/>
          <p:cNvCxnSpPr/>
          <p:nvPr/>
        </p:nvCxnSpPr>
        <p:spPr>
          <a:xfrm flipV="1">
            <a:off x="6901200" y="4809600"/>
            <a:ext cx="279000" cy="10800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51" name="Connector 150"/>
          <p:cNvCxnSpPr/>
          <p:nvPr/>
        </p:nvCxnSpPr>
        <p:spPr>
          <a:xfrm flipH="1" flipV="1">
            <a:off x="3937104" y="3770208"/>
            <a:ext cx="2964096" cy="1147392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52" name="Connector 151"/>
          <p:cNvCxnSpPr/>
          <p:nvPr/>
        </p:nvCxnSpPr>
        <p:spPr>
          <a:xfrm flipH="1" flipV="1">
            <a:off x="4216104" y="3662208"/>
            <a:ext cx="2964096" cy="1147392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53" name="Connector 152"/>
          <p:cNvCxnSpPr/>
          <p:nvPr/>
        </p:nvCxnSpPr>
        <p:spPr>
          <a:xfrm flipV="1">
            <a:off x="3937104" y="3662208"/>
            <a:ext cx="279000" cy="10800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54" name="Connector 153"/>
          <p:cNvCxnSpPr/>
          <p:nvPr/>
        </p:nvCxnSpPr>
        <p:spPr>
          <a:xfrm flipV="1">
            <a:off x="6901200" y="4809600"/>
            <a:ext cx="279000" cy="10800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55" name="Connector 154"/>
          <p:cNvCxnSpPr/>
          <p:nvPr/>
        </p:nvCxnSpPr>
        <p:spPr>
          <a:xfrm flipH="1" flipV="1">
            <a:off x="3937104" y="3770208"/>
            <a:ext cx="2964096" cy="1147392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56" name="Connector 155"/>
          <p:cNvCxnSpPr/>
          <p:nvPr/>
        </p:nvCxnSpPr>
        <p:spPr>
          <a:xfrm flipH="1" flipV="1">
            <a:off x="4216104" y="3662208"/>
            <a:ext cx="2964096" cy="1147392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57" name="Connector 156"/>
          <p:cNvCxnSpPr/>
          <p:nvPr/>
        </p:nvCxnSpPr>
        <p:spPr>
          <a:xfrm flipV="1">
            <a:off x="3937104" y="3662208"/>
            <a:ext cx="279000" cy="10800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58" name="Connector 157"/>
          <p:cNvCxnSpPr/>
          <p:nvPr/>
        </p:nvCxnSpPr>
        <p:spPr>
          <a:xfrm>
            <a:off x="6901200" y="4917600"/>
            <a:ext cx="0" cy="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59" name="Connector 158"/>
          <p:cNvCxnSpPr/>
          <p:nvPr/>
        </p:nvCxnSpPr>
        <p:spPr>
          <a:xfrm>
            <a:off x="7180200" y="4809600"/>
            <a:ext cx="0" cy="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60" name="Connector 159"/>
          <p:cNvCxnSpPr/>
          <p:nvPr/>
        </p:nvCxnSpPr>
        <p:spPr>
          <a:xfrm>
            <a:off x="3937104" y="3770208"/>
            <a:ext cx="0" cy="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61" name="Connector 160"/>
          <p:cNvCxnSpPr/>
          <p:nvPr/>
        </p:nvCxnSpPr>
        <p:spPr>
          <a:xfrm>
            <a:off x="4216104" y="3662208"/>
            <a:ext cx="0" cy="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62" name="Connector 161"/>
          <p:cNvCxnSpPr/>
          <p:nvPr/>
        </p:nvCxnSpPr>
        <p:spPr>
          <a:xfrm flipV="1">
            <a:off x="6901200" y="4248000"/>
            <a:ext cx="279000" cy="10800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63" name="Connector 162"/>
          <p:cNvCxnSpPr/>
          <p:nvPr/>
        </p:nvCxnSpPr>
        <p:spPr>
          <a:xfrm flipH="1" flipV="1">
            <a:off x="3937104" y="3208608"/>
            <a:ext cx="2964096" cy="1147392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64" name="Connector 163"/>
          <p:cNvCxnSpPr/>
          <p:nvPr/>
        </p:nvCxnSpPr>
        <p:spPr>
          <a:xfrm flipH="1" flipV="1">
            <a:off x="4216104" y="3100608"/>
            <a:ext cx="2964096" cy="1147392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65" name="Connector 164"/>
          <p:cNvCxnSpPr/>
          <p:nvPr/>
        </p:nvCxnSpPr>
        <p:spPr>
          <a:xfrm flipV="1">
            <a:off x="3937104" y="3100608"/>
            <a:ext cx="279000" cy="10800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66" name="Connector 165"/>
          <p:cNvCxnSpPr/>
          <p:nvPr/>
        </p:nvCxnSpPr>
        <p:spPr>
          <a:xfrm flipV="1">
            <a:off x="6901200" y="4248000"/>
            <a:ext cx="279000" cy="10800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67" name="Connector 166"/>
          <p:cNvCxnSpPr/>
          <p:nvPr/>
        </p:nvCxnSpPr>
        <p:spPr>
          <a:xfrm flipH="1" flipV="1">
            <a:off x="3937104" y="3208608"/>
            <a:ext cx="2964096" cy="1147392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68" name="Connector 167"/>
          <p:cNvCxnSpPr/>
          <p:nvPr/>
        </p:nvCxnSpPr>
        <p:spPr>
          <a:xfrm flipH="1" flipV="1">
            <a:off x="4216104" y="3100608"/>
            <a:ext cx="2964096" cy="1147392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69" name="Connector 168"/>
          <p:cNvCxnSpPr/>
          <p:nvPr/>
        </p:nvCxnSpPr>
        <p:spPr>
          <a:xfrm flipV="1">
            <a:off x="3937104" y="3100608"/>
            <a:ext cx="279000" cy="10800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70" name="Connector 169"/>
          <p:cNvCxnSpPr/>
          <p:nvPr/>
        </p:nvCxnSpPr>
        <p:spPr>
          <a:xfrm>
            <a:off x="6901200" y="4356000"/>
            <a:ext cx="0" cy="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71" name="Connector 170"/>
          <p:cNvCxnSpPr/>
          <p:nvPr/>
        </p:nvCxnSpPr>
        <p:spPr>
          <a:xfrm>
            <a:off x="7180200" y="4248000"/>
            <a:ext cx="0" cy="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72" name="Connector 171"/>
          <p:cNvCxnSpPr/>
          <p:nvPr/>
        </p:nvCxnSpPr>
        <p:spPr>
          <a:xfrm>
            <a:off x="3937104" y="3208608"/>
            <a:ext cx="0" cy="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73" name="Connector 172"/>
          <p:cNvCxnSpPr/>
          <p:nvPr/>
        </p:nvCxnSpPr>
        <p:spPr>
          <a:xfrm>
            <a:off x="4216104" y="3100608"/>
            <a:ext cx="0" cy="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74" name="Connector 173"/>
          <p:cNvCxnSpPr/>
          <p:nvPr/>
        </p:nvCxnSpPr>
        <p:spPr>
          <a:xfrm flipV="1">
            <a:off x="6901200" y="3686400"/>
            <a:ext cx="279000" cy="10800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75" name="Connector 174"/>
          <p:cNvCxnSpPr/>
          <p:nvPr/>
        </p:nvCxnSpPr>
        <p:spPr>
          <a:xfrm flipH="1" flipV="1">
            <a:off x="3937104" y="2647007"/>
            <a:ext cx="2964096" cy="1147393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76" name="Connector 175"/>
          <p:cNvCxnSpPr/>
          <p:nvPr/>
        </p:nvCxnSpPr>
        <p:spPr>
          <a:xfrm flipH="1" flipV="1">
            <a:off x="4216104" y="2539007"/>
            <a:ext cx="2964096" cy="1147393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77" name="Connector 176"/>
          <p:cNvCxnSpPr/>
          <p:nvPr/>
        </p:nvCxnSpPr>
        <p:spPr>
          <a:xfrm flipV="1">
            <a:off x="3937104" y="2539007"/>
            <a:ext cx="279000" cy="10800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78" name="Connector 177"/>
          <p:cNvCxnSpPr/>
          <p:nvPr/>
        </p:nvCxnSpPr>
        <p:spPr>
          <a:xfrm flipV="1">
            <a:off x="6901200" y="3686400"/>
            <a:ext cx="279000" cy="10800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79" name="Connector 178"/>
          <p:cNvCxnSpPr/>
          <p:nvPr/>
        </p:nvCxnSpPr>
        <p:spPr>
          <a:xfrm flipH="1" flipV="1">
            <a:off x="3937104" y="2647007"/>
            <a:ext cx="2964096" cy="1147393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80" name="Connector 179"/>
          <p:cNvCxnSpPr/>
          <p:nvPr/>
        </p:nvCxnSpPr>
        <p:spPr>
          <a:xfrm flipH="1" flipV="1">
            <a:off x="4216104" y="2539007"/>
            <a:ext cx="2964096" cy="1147393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81" name="Connector 180"/>
          <p:cNvCxnSpPr/>
          <p:nvPr/>
        </p:nvCxnSpPr>
        <p:spPr>
          <a:xfrm flipV="1">
            <a:off x="3937104" y="2539007"/>
            <a:ext cx="279000" cy="10800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82" name="Connector 181"/>
          <p:cNvCxnSpPr/>
          <p:nvPr/>
        </p:nvCxnSpPr>
        <p:spPr>
          <a:xfrm>
            <a:off x="6901200" y="3794400"/>
            <a:ext cx="0" cy="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83" name="Connector 182"/>
          <p:cNvCxnSpPr/>
          <p:nvPr/>
        </p:nvCxnSpPr>
        <p:spPr>
          <a:xfrm>
            <a:off x="7180200" y="3686400"/>
            <a:ext cx="0" cy="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84" name="Connector 183"/>
          <p:cNvCxnSpPr/>
          <p:nvPr/>
        </p:nvCxnSpPr>
        <p:spPr>
          <a:xfrm>
            <a:off x="3937104" y="2647007"/>
            <a:ext cx="0" cy="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85" name="Connector 184"/>
          <p:cNvCxnSpPr/>
          <p:nvPr/>
        </p:nvCxnSpPr>
        <p:spPr>
          <a:xfrm>
            <a:off x="4216104" y="2539007"/>
            <a:ext cx="0" cy="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86" name="Connector 185"/>
          <p:cNvCxnSpPr/>
          <p:nvPr/>
        </p:nvCxnSpPr>
        <p:spPr>
          <a:xfrm flipV="1">
            <a:off x="2095704" y="7010208"/>
            <a:ext cx="558000" cy="21600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87" name="Connector 186"/>
          <p:cNvCxnSpPr/>
          <p:nvPr/>
        </p:nvCxnSpPr>
        <p:spPr>
          <a:xfrm flipH="1" flipV="1">
            <a:off x="1816704" y="7118208"/>
            <a:ext cx="279000" cy="10800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88" name="Connector 187"/>
          <p:cNvCxnSpPr/>
          <p:nvPr/>
        </p:nvCxnSpPr>
        <p:spPr>
          <a:xfrm flipH="1" flipV="1">
            <a:off x="2374704" y="6902208"/>
            <a:ext cx="279000" cy="10800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89" name="Connector 188"/>
          <p:cNvCxnSpPr/>
          <p:nvPr/>
        </p:nvCxnSpPr>
        <p:spPr>
          <a:xfrm flipV="1">
            <a:off x="1816704" y="6902208"/>
            <a:ext cx="558000" cy="21600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90" name="Connector 189"/>
          <p:cNvCxnSpPr/>
          <p:nvPr/>
        </p:nvCxnSpPr>
        <p:spPr>
          <a:xfrm flipV="1">
            <a:off x="2095704" y="3359808"/>
            <a:ext cx="558000" cy="21600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91" name="Connector 190"/>
          <p:cNvCxnSpPr/>
          <p:nvPr/>
        </p:nvCxnSpPr>
        <p:spPr>
          <a:xfrm flipH="1" flipV="1">
            <a:off x="1816704" y="3467808"/>
            <a:ext cx="279000" cy="10800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92" name="Connector 191"/>
          <p:cNvCxnSpPr/>
          <p:nvPr/>
        </p:nvCxnSpPr>
        <p:spPr>
          <a:xfrm flipH="1" flipV="1">
            <a:off x="2374704" y="3251808"/>
            <a:ext cx="279000" cy="10800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93" name="Connector 192"/>
          <p:cNvCxnSpPr/>
          <p:nvPr/>
        </p:nvCxnSpPr>
        <p:spPr>
          <a:xfrm flipV="1">
            <a:off x="1816704" y="3251808"/>
            <a:ext cx="558000" cy="21600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94" name="Connector 193"/>
          <p:cNvCxnSpPr/>
          <p:nvPr/>
        </p:nvCxnSpPr>
        <p:spPr>
          <a:xfrm flipV="1">
            <a:off x="2095704" y="3575808"/>
            <a:ext cx="0" cy="365040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95" name="Connector 194"/>
          <p:cNvCxnSpPr/>
          <p:nvPr/>
        </p:nvCxnSpPr>
        <p:spPr>
          <a:xfrm flipV="1">
            <a:off x="2653704" y="3359808"/>
            <a:ext cx="0" cy="365040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96" name="Connector 195"/>
          <p:cNvCxnSpPr/>
          <p:nvPr/>
        </p:nvCxnSpPr>
        <p:spPr>
          <a:xfrm flipV="1">
            <a:off x="1816704" y="3467808"/>
            <a:ext cx="0" cy="365040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97" name="Connector 196"/>
          <p:cNvCxnSpPr/>
          <p:nvPr/>
        </p:nvCxnSpPr>
        <p:spPr>
          <a:xfrm flipV="1">
            <a:off x="2374704" y="3251808"/>
            <a:ext cx="0" cy="365040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98" name="Connector 197"/>
          <p:cNvCxnSpPr/>
          <p:nvPr/>
        </p:nvCxnSpPr>
        <p:spPr>
          <a:xfrm flipV="1">
            <a:off x="3658104" y="6405408"/>
            <a:ext cx="558000" cy="21600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199" name="Connector 198"/>
          <p:cNvCxnSpPr/>
          <p:nvPr/>
        </p:nvCxnSpPr>
        <p:spPr>
          <a:xfrm flipH="1" flipV="1">
            <a:off x="3379104" y="6513408"/>
            <a:ext cx="279000" cy="10800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200" name="Connector 199"/>
          <p:cNvCxnSpPr/>
          <p:nvPr/>
        </p:nvCxnSpPr>
        <p:spPr>
          <a:xfrm flipH="1" flipV="1">
            <a:off x="3937104" y="6297408"/>
            <a:ext cx="279000" cy="10800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201" name="Connector 200"/>
          <p:cNvCxnSpPr/>
          <p:nvPr/>
        </p:nvCxnSpPr>
        <p:spPr>
          <a:xfrm flipV="1">
            <a:off x="3379104" y="6297408"/>
            <a:ext cx="558000" cy="21600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202" name="Connector 201"/>
          <p:cNvCxnSpPr/>
          <p:nvPr/>
        </p:nvCxnSpPr>
        <p:spPr>
          <a:xfrm flipV="1">
            <a:off x="3658104" y="2755007"/>
            <a:ext cx="558000" cy="21600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203" name="Connector 202"/>
          <p:cNvCxnSpPr/>
          <p:nvPr/>
        </p:nvCxnSpPr>
        <p:spPr>
          <a:xfrm flipH="1" flipV="1">
            <a:off x="3379104" y="2863007"/>
            <a:ext cx="279000" cy="10800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204" name="Connector 203"/>
          <p:cNvCxnSpPr/>
          <p:nvPr/>
        </p:nvCxnSpPr>
        <p:spPr>
          <a:xfrm flipH="1" flipV="1">
            <a:off x="3937104" y="2647007"/>
            <a:ext cx="279000" cy="10800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205" name="Connector 204"/>
          <p:cNvCxnSpPr/>
          <p:nvPr/>
        </p:nvCxnSpPr>
        <p:spPr>
          <a:xfrm flipV="1">
            <a:off x="3379104" y="2647007"/>
            <a:ext cx="558000" cy="216000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206" name="Connector 205"/>
          <p:cNvCxnSpPr/>
          <p:nvPr/>
        </p:nvCxnSpPr>
        <p:spPr>
          <a:xfrm flipV="1">
            <a:off x="3658104" y="2971007"/>
            <a:ext cx="0" cy="3650401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207" name="Connector 206"/>
          <p:cNvCxnSpPr/>
          <p:nvPr/>
        </p:nvCxnSpPr>
        <p:spPr>
          <a:xfrm flipV="1">
            <a:off x="4216104" y="2755007"/>
            <a:ext cx="0" cy="3650401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208" name="Connector 207"/>
          <p:cNvCxnSpPr/>
          <p:nvPr/>
        </p:nvCxnSpPr>
        <p:spPr>
          <a:xfrm flipV="1">
            <a:off x="3379104" y="2863007"/>
            <a:ext cx="0" cy="3650401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209" name="Connector 208"/>
          <p:cNvCxnSpPr/>
          <p:nvPr/>
        </p:nvCxnSpPr>
        <p:spPr>
          <a:xfrm flipV="1">
            <a:off x="3937104" y="2647007"/>
            <a:ext cx="0" cy="3650401"/>
          </a:xfrm>
          <a:prstGeom prst="line">
            <a:avLst/>
          </a:prstGeom>
          <a:ln w="8255">
            <a:solidFill>
              <a:srgbClr val="737871"/>
            </a:solidFill>
          </a:ln>
          <a:effectLst/>
        </p:spPr>
      </p:cxnSp>
      <p:cxnSp>
        <p:nvCxnSpPr>
          <p:cNvPr id="210" name="Connector 209"/>
          <p:cNvCxnSpPr/>
          <p:nvPr/>
        </p:nvCxnSpPr>
        <p:spPr>
          <a:xfrm flipV="1">
            <a:off x="3881303" y="7096607"/>
            <a:ext cx="1116001" cy="43200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cxnSp>
        <p:nvCxnSpPr>
          <p:cNvPr id="211" name="Connector 210"/>
          <p:cNvCxnSpPr/>
          <p:nvPr/>
        </p:nvCxnSpPr>
        <p:spPr>
          <a:xfrm flipH="1" flipV="1">
            <a:off x="3379104" y="7334208"/>
            <a:ext cx="502199" cy="194399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cxnSp>
        <p:nvCxnSpPr>
          <p:cNvPr id="212" name="Connector 211"/>
          <p:cNvCxnSpPr/>
          <p:nvPr/>
        </p:nvCxnSpPr>
        <p:spPr>
          <a:xfrm flipH="1" flipV="1">
            <a:off x="4495104" y="6902208"/>
            <a:ext cx="502200" cy="194399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cxnSp>
        <p:nvCxnSpPr>
          <p:cNvPr id="213" name="Connector 212"/>
          <p:cNvCxnSpPr/>
          <p:nvPr/>
        </p:nvCxnSpPr>
        <p:spPr>
          <a:xfrm flipV="1">
            <a:off x="3379104" y="6902208"/>
            <a:ext cx="1116000" cy="43200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cxnSp>
        <p:nvCxnSpPr>
          <p:cNvPr id="214" name="Connector 213"/>
          <p:cNvCxnSpPr/>
          <p:nvPr/>
        </p:nvCxnSpPr>
        <p:spPr>
          <a:xfrm flipV="1">
            <a:off x="3881303" y="5833008"/>
            <a:ext cx="1116001" cy="43200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cxnSp>
        <p:nvCxnSpPr>
          <p:cNvPr id="215" name="Connector 214"/>
          <p:cNvCxnSpPr/>
          <p:nvPr/>
        </p:nvCxnSpPr>
        <p:spPr>
          <a:xfrm flipH="1" flipV="1">
            <a:off x="3379104" y="6070608"/>
            <a:ext cx="502199" cy="19440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cxnSp>
        <p:nvCxnSpPr>
          <p:cNvPr id="216" name="Connector 215"/>
          <p:cNvCxnSpPr/>
          <p:nvPr/>
        </p:nvCxnSpPr>
        <p:spPr>
          <a:xfrm flipH="1" flipV="1">
            <a:off x="4495104" y="5638608"/>
            <a:ext cx="502200" cy="19440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cxnSp>
        <p:nvCxnSpPr>
          <p:cNvPr id="217" name="Connector 216"/>
          <p:cNvCxnSpPr/>
          <p:nvPr/>
        </p:nvCxnSpPr>
        <p:spPr>
          <a:xfrm flipV="1">
            <a:off x="3379104" y="5638608"/>
            <a:ext cx="1116000" cy="43200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cxnSp>
        <p:nvCxnSpPr>
          <p:cNvPr id="218" name="Connector 217"/>
          <p:cNvCxnSpPr/>
          <p:nvPr/>
        </p:nvCxnSpPr>
        <p:spPr>
          <a:xfrm flipV="1">
            <a:off x="3881303" y="6265008"/>
            <a:ext cx="0" cy="1263599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cxnSp>
        <p:nvCxnSpPr>
          <p:cNvPr id="219" name="Connector 218"/>
          <p:cNvCxnSpPr/>
          <p:nvPr/>
        </p:nvCxnSpPr>
        <p:spPr>
          <a:xfrm flipV="1">
            <a:off x="4997304" y="5833008"/>
            <a:ext cx="0" cy="1263599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cxnSp>
        <p:nvCxnSpPr>
          <p:cNvPr id="220" name="Connector 219"/>
          <p:cNvCxnSpPr/>
          <p:nvPr/>
        </p:nvCxnSpPr>
        <p:spPr>
          <a:xfrm flipV="1">
            <a:off x="3379104" y="6070608"/>
            <a:ext cx="0" cy="126360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cxnSp>
        <p:nvCxnSpPr>
          <p:cNvPr id="221" name="Connector 220"/>
          <p:cNvCxnSpPr/>
          <p:nvPr/>
        </p:nvCxnSpPr>
        <p:spPr>
          <a:xfrm flipV="1">
            <a:off x="4495104" y="5638608"/>
            <a:ext cx="0" cy="126360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cxnSp>
        <p:nvCxnSpPr>
          <p:cNvPr id="222" name="Connector 221"/>
          <p:cNvCxnSpPr/>
          <p:nvPr/>
        </p:nvCxnSpPr>
        <p:spPr>
          <a:xfrm flipV="1">
            <a:off x="5004000" y="8373600"/>
            <a:ext cx="502200" cy="19440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cxnSp>
        <p:nvCxnSpPr>
          <p:cNvPr id="223" name="Connector 222"/>
          <p:cNvCxnSpPr/>
          <p:nvPr/>
        </p:nvCxnSpPr>
        <p:spPr>
          <a:xfrm flipH="1" flipV="1">
            <a:off x="4501800" y="8373600"/>
            <a:ext cx="502200" cy="19440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cxnSp>
        <p:nvCxnSpPr>
          <p:cNvPr id="224" name="Connector 223"/>
          <p:cNvCxnSpPr/>
          <p:nvPr/>
        </p:nvCxnSpPr>
        <p:spPr>
          <a:xfrm flipH="1" flipV="1">
            <a:off x="5004000" y="8179200"/>
            <a:ext cx="502200" cy="19440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cxnSp>
        <p:nvCxnSpPr>
          <p:cNvPr id="225" name="Connector 224"/>
          <p:cNvCxnSpPr/>
          <p:nvPr/>
        </p:nvCxnSpPr>
        <p:spPr>
          <a:xfrm flipV="1">
            <a:off x="4501800" y="8179200"/>
            <a:ext cx="502200" cy="19440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cxnSp>
        <p:nvCxnSpPr>
          <p:cNvPr id="226" name="Connector 225"/>
          <p:cNvCxnSpPr/>
          <p:nvPr/>
        </p:nvCxnSpPr>
        <p:spPr>
          <a:xfrm flipV="1">
            <a:off x="5004000" y="4723200"/>
            <a:ext cx="502200" cy="19440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cxnSp>
        <p:nvCxnSpPr>
          <p:cNvPr id="227" name="Connector 226"/>
          <p:cNvCxnSpPr/>
          <p:nvPr/>
        </p:nvCxnSpPr>
        <p:spPr>
          <a:xfrm flipH="1" flipV="1">
            <a:off x="4501800" y="4723200"/>
            <a:ext cx="502200" cy="19440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cxnSp>
        <p:nvCxnSpPr>
          <p:cNvPr id="228" name="Connector 227"/>
          <p:cNvCxnSpPr/>
          <p:nvPr/>
        </p:nvCxnSpPr>
        <p:spPr>
          <a:xfrm flipH="1" flipV="1">
            <a:off x="5004000" y="4528799"/>
            <a:ext cx="502200" cy="194401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cxnSp>
        <p:nvCxnSpPr>
          <p:cNvPr id="229" name="Connector 228"/>
          <p:cNvCxnSpPr/>
          <p:nvPr/>
        </p:nvCxnSpPr>
        <p:spPr>
          <a:xfrm flipV="1">
            <a:off x="4501800" y="4528799"/>
            <a:ext cx="502200" cy="194401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cxnSp>
        <p:nvCxnSpPr>
          <p:cNvPr id="230" name="Connector 229"/>
          <p:cNvCxnSpPr/>
          <p:nvPr/>
        </p:nvCxnSpPr>
        <p:spPr>
          <a:xfrm flipV="1">
            <a:off x="5004000" y="4917600"/>
            <a:ext cx="0" cy="365040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cxnSp>
        <p:nvCxnSpPr>
          <p:cNvPr id="231" name="Connector 230"/>
          <p:cNvCxnSpPr/>
          <p:nvPr/>
        </p:nvCxnSpPr>
        <p:spPr>
          <a:xfrm flipV="1">
            <a:off x="5506200" y="4723200"/>
            <a:ext cx="0" cy="365040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cxnSp>
        <p:nvCxnSpPr>
          <p:cNvPr id="232" name="Connector 231"/>
          <p:cNvCxnSpPr/>
          <p:nvPr/>
        </p:nvCxnSpPr>
        <p:spPr>
          <a:xfrm flipV="1">
            <a:off x="4501800" y="4723200"/>
            <a:ext cx="0" cy="365040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cxnSp>
        <p:nvCxnSpPr>
          <p:cNvPr id="233" name="Connector 232"/>
          <p:cNvCxnSpPr/>
          <p:nvPr/>
        </p:nvCxnSpPr>
        <p:spPr>
          <a:xfrm flipV="1">
            <a:off x="5004000" y="4528799"/>
            <a:ext cx="0" cy="3650401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cxnSp>
        <p:nvCxnSpPr>
          <p:cNvPr id="234" name="Connector 233"/>
          <p:cNvCxnSpPr/>
          <p:nvPr/>
        </p:nvCxnSpPr>
        <p:spPr>
          <a:xfrm flipV="1">
            <a:off x="7180200" y="7531200"/>
            <a:ext cx="502200" cy="19440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cxnSp>
        <p:nvCxnSpPr>
          <p:cNvPr id="235" name="Connector 234"/>
          <p:cNvCxnSpPr/>
          <p:nvPr/>
        </p:nvCxnSpPr>
        <p:spPr>
          <a:xfrm flipH="1" flipV="1">
            <a:off x="6678000" y="7531200"/>
            <a:ext cx="502200" cy="19440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cxnSp>
        <p:nvCxnSpPr>
          <p:cNvPr id="236" name="Connector 235"/>
          <p:cNvCxnSpPr/>
          <p:nvPr/>
        </p:nvCxnSpPr>
        <p:spPr>
          <a:xfrm flipH="1" flipV="1">
            <a:off x="7180200" y="7336800"/>
            <a:ext cx="502200" cy="19440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cxnSp>
        <p:nvCxnSpPr>
          <p:cNvPr id="237" name="Connector 236"/>
          <p:cNvCxnSpPr/>
          <p:nvPr/>
        </p:nvCxnSpPr>
        <p:spPr>
          <a:xfrm flipV="1">
            <a:off x="6678000" y="7336800"/>
            <a:ext cx="502200" cy="19440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cxnSp>
        <p:nvCxnSpPr>
          <p:cNvPr id="238" name="Connector 237"/>
          <p:cNvCxnSpPr/>
          <p:nvPr/>
        </p:nvCxnSpPr>
        <p:spPr>
          <a:xfrm flipV="1">
            <a:off x="7180200" y="3880799"/>
            <a:ext cx="502200" cy="19440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cxnSp>
        <p:nvCxnSpPr>
          <p:cNvPr id="239" name="Connector 238"/>
          <p:cNvCxnSpPr/>
          <p:nvPr/>
        </p:nvCxnSpPr>
        <p:spPr>
          <a:xfrm flipH="1" flipV="1">
            <a:off x="6678000" y="3880799"/>
            <a:ext cx="502200" cy="19440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cxnSp>
        <p:nvCxnSpPr>
          <p:cNvPr id="240" name="Connector 239"/>
          <p:cNvCxnSpPr/>
          <p:nvPr/>
        </p:nvCxnSpPr>
        <p:spPr>
          <a:xfrm flipH="1" flipV="1">
            <a:off x="7180200" y="3686400"/>
            <a:ext cx="502200" cy="194399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cxnSp>
        <p:nvCxnSpPr>
          <p:cNvPr id="241" name="Connector 240"/>
          <p:cNvCxnSpPr/>
          <p:nvPr/>
        </p:nvCxnSpPr>
        <p:spPr>
          <a:xfrm flipV="1">
            <a:off x="6678000" y="3686400"/>
            <a:ext cx="502200" cy="194399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cxnSp>
        <p:nvCxnSpPr>
          <p:cNvPr id="242" name="Connector 241"/>
          <p:cNvCxnSpPr/>
          <p:nvPr/>
        </p:nvCxnSpPr>
        <p:spPr>
          <a:xfrm flipV="1">
            <a:off x="7180200" y="4075199"/>
            <a:ext cx="0" cy="3650401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cxnSp>
        <p:nvCxnSpPr>
          <p:cNvPr id="243" name="Connector 242"/>
          <p:cNvCxnSpPr/>
          <p:nvPr/>
        </p:nvCxnSpPr>
        <p:spPr>
          <a:xfrm flipV="1">
            <a:off x="7682400" y="3880799"/>
            <a:ext cx="0" cy="3650401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cxnSp>
        <p:nvCxnSpPr>
          <p:cNvPr id="244" name="Connector 243"/>
          <p:cNvCxnSpPr/>
          <p:nvPr/>
        </p:nvCxnSpPr>
        <p:spPr>
          <a:xfrm flipV="1">
            <a:off x="6678000" y="3880799"/>
            <a:ext cx="0" cy="3650401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cxnSp>
        <p:nvCxnSpPr>
          <p:cNvPr id="245" name="Connector 244"/>
          <p:cNvCxnSpPr/>
          <p:nvPr/>
        </p:nvCxnSpPr>
        <p:spPr>
          <a:xfrm flipV="1">
            <a:off x="7180200" y="3686400"/>
            <a:ext cx="0" cy="365040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sp>
        <p:nvSpPr>
          <p:cNvPr id="246" name="TextBox 245"/>
          <p:cNvSpPr txBox="1"/>
          <p:nvPr/>
        </p:nvSpPr>
        <p:spPr>
          <a:xfrm>
            <a:off x="864000" y="9144000"/>
            <a:ext cx="936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Axonometric geometry is independent of the AI render. View is not a measurement source.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Material palette / visible finishes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AP-11 · sample-led specification; colours are indicative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540000" y="9792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540000" y="10008000"/>
            <a:ext cx="7128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FOR COORDINATION  ·  SITE ITEMS OPEN  ·  REV B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06 OCT 2026  /  SOURCE REV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4000" y="10008000"/>
            <a:ext cx="522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NTS @ A3  ·  DIMENSIONS mm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SPEC SNAPSHOT eeccbde1cd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92000" y="10008000"/>
            <a:ext cx="1152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AP-11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0000" y="2196000"/>
            <a:ext cx="4248000" cy="1080000"/>
          </a:xfrm>
          <a:prstGeom prst="rect">
            <a:avLst/>
          </a:prstGeom>
          <a:solidFill>
            <a:srgbClr val="252725"/>
          </a:solidFill>
          <a:ln w="762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0000" y="3456000"/>
            <a:ext cx="43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M01 / BLACK STEEL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3888000"/>
            <a:ext cx="4248000" cy="144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25 × 25 × 1.6 main SHS</a:t>
            </a:r>
          </a:p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20 × 20 × 1.6 secondary SHS</a:t>
            </a:r>
          </a:p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Matte black powder coat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72000" y="2196000"/>
            <a:ext cx="4248000" cy="1080000"/>
          </a:xfrm>
          <a:prstGeom prst="rect">
            <a:avLst/>
          </a:prstGeom>
          <a:solidFill>
            <a:srgbClr val="D6D1C6"/>
          </a:solidFill>
          <a:ln w="7620">
            <a:solidFill>
              <a:srgbClr val="D6D1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72000" y="3456000"/>
            <a:ext cx="43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M02 / CABINET STEEL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72000" y="3888000"/>
            <a:ext cx="4248000" cy="144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1.5 mm PPC doors</a:t>
            </a:r>
          </a:p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Light-neutral finish</a:t>
            </a:r>
          </a:p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Flush, handleless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24000" y="2196000"/>
            <a:ext cx="4248000" cy="1080000"/>
          </a:xfrm>
          <a:prstGeom prst="rect">
            <a:avLst/>
          </a:prstGeom>
          <a:solidFill>
            <a:srgbClr val="E8E1D5"/>
          </a:solidFill>
          <a:ln w="7620">
            <a:solidFill>
              <a:srgbClr val="E8E1D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24000" y="3456000"/>
            <a:ext cx="43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M03 / PLASTER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24000" y="3888000"/>
            <a:ext cx="4248000" cy="144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Raw light textured plaster</a:t>
            </a:r>
          </a:p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Approve physical sample</a:t>
            </a:r>
          </a:p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Substrate / buildup #26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0000" y="5832000"/>
            <a:ext cx="4248000" cy="1080000"/>
          </a:xfrm>
          <a:prstGeom prst="rect">
            <a:avLst/>
          </a:prstGeom>
          <a:solidFill>
            <a:srgbClr val="C5C0B5"/>
          </a:solidFill>
          <a:ln w="7620">
            <a:solidFill>
              <a:srgbClr val="C5C0B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0000" y="7092000"/>
            <a:ext cx="43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M04 / PORCELAIN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000" y="7524000"/>
            <a:ext cx="4248000" cy="144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1200 × 600 rectified</a:t>
            </a:r>
          </a:p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2 grout / 5 perimeter joint</a:t>
            </a:r>
          </a:p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Stone-look, sample approval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72000" y="5832000"/>
            <a:ext cx="4248000" cy="1080000"/>
          </a:xfrm>
          <a:prstGeom prst="rect">
            <a:avLst/>
          </a:prstGeom>
          <a:solidFill>
            <a:srgbClr val="DDE8E8"/>
          </a:solidFill>
          <a:ln w="7620">
            <a:solidFill>
              <a:srgbClr val="DDE8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72000" y="7092000"/>
            <a:ext cx="43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G01 / CLEAR GLASS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72000" y="7524000"/>
            <a:ext cx="4248000" cy="144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12 mm toughened door</a:t>
            </a:r>
          </a:p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Hardware / gaps #16</a:t>
            </a:r>
          </a:p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Fixed pane specification TBC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224000" y="5832000"/>
            <a:ext cx="4248000" cy="1080000"/>
          </a:xfrm>
          <a:prstGeom prst="rect">
            <a:avLst/>
          </a:prstGeom>
          <a:solidFill>
            <a:srgbClr val="66665E"/>
          </a:solidFill>
          <a:ln w="7620">
            <a:solidFill>
              <a:srgbClr val="6666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24000" y="7092000"/>
            <a:ext cx="43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M05 / EXPANDED MESH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24000" y="7524000"/>
            <a:ext cx="4248000" cy="144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Approx. 20 × 40 diamond</a:t>
            </a:r>
          </a:p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Black finish / framed edges</a:t>
            </a:r>
          </a:p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Gauge and fixing #16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Display module / fabrication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AP-12 · typical module and installation sequence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540000" y="9792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540000" y="10008000"/>
            <a:ext cx="7128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FOR COORDINATION  ·  SITE ITEMS OPEN  ·  REV B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06 OCT 2026  /  SOURCE REV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4000" y="10008000"/>
            <a:ext cx="522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1:10 @ A3  ·  DIMENSIONS mm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SPEC SNAPSHOT eeccbde1cd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92000" y="10008000"/>
            <a:ext cx="1152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AP-12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548000" y="2052000"/>
            <a:ext cx="0" cy="7308000"/>
          </a:xfrm>
          <a:prstGeom prst="line">
            <a:avLst/>
          </a:prstGeom>
          <a:ln w="7620">
            <a:solidFill>
              <a:srgbClr val="E8E1D5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10908000" y="2088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MODULE ≠ CUT SIZE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08000" y="2448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664 is the module allocation. Shared 25 posts are centred at internal boundaries; end posts are inside run ends.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08000" y="3852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UPRIGHT CENTRES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08000" y="4212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y=462.5 / 1114 / 1778 / 2442 / 3093.5. Clear spans: 626.5 / 639 / 639 / 626.5 before fit allowances.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08000" y="5616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WORKSHOP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08000" y="5976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Weld frames on jigs; deburr; prepare and coat. Confirm weld size, distortion allowance and coating buildup #16.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08000" y="7380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SITE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08000" y="7740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Survey → dry fit → level/adjust → anchor to verified floor/wall → connect services → fit removable trays and mesh. No gypsum anchorage.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44000" y="2520000"/>
            <a:ext cx="2390400" cy="6480000"/>
          </a:xfrm>
          <a:prstGeom prst="rect">
            <a:avLst/>
          </a:prstGeom>
          <a:noFill/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44000" y="2520000"/>
            <a:ext cx="90000" cy="64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44400" y="2520000"/>
            <a:ext cx="90000" cy="64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44000" y="6840000"/>
            <a:ext cx="2390400" cy="21600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34000" y="6840000"/>
            <a:ext cx="2210400" cy="9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34000" y="5400000"/>
            <a:ext cx="2210400" cy="9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34000" y="3960000"/>
            <a:ext cx="2210400" cy="9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34000" y="2520000"/>
            <a:ext cx="2210400" cy="9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2844000" y="9000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>
            <a:off x="5234400" y="9000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2844000" y="9288000"/>
            <a:ext cx="23904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 flipV="1">
            <a:off x="2808000" y="925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 flipV="1">
            <a:off x="5198400" y="925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3" name="TextBox 32"/>
          <p:cNvSpPr txBox="1"/>
          <p:nvPr/>
        </p:nvSpPr>
        <p:spPr>
          <a:xfrm>
            <a:off x="3499200" y="9108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2484000" y="6840000"/>
            <a:ext cx="36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 flipH="1">
            <a:off x="2484000" y="2520000"/>
            <a:ext cx="36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6" name="Connector 35"/>
          <p:cNvCxnSpPr/>
          <p:nvPr/>
        </p:nvCxnSpPr>
        <p:spPr>
          <a:xfrm flipV="1">
            <a:off x="2484000" y="2520000"/>
            <a:ext cx="0" cy="43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7" name="Connector 36"/>
          <p:cNvCxnSpPr/>
          <p:nvPr/>
        </p:nvCxnSpPr>
        <p:spPr>
          <a:xfrm flipV="1">
            <a:off x="2448000" y="680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8" name="Connector 37"/>
          <p:cNvCxnSpPr/>
          <p:nvPr/>
        </p:nvCxnSpPr>
        <p:spPr>
          <a:xfrm flipV="1">
            <a:off x="2448000" y="248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9" name="TextBox 38"/>
          <p:cNvSpPr txBox="1"/>
          <p:nvPr/>
        </p:nvSpPr>
        <p:spPr>
          <a:xfrm>
            <a:off x="2052000" y="4680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1200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84000" y="2016000"/>
            <a:ext cx="3600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252725"/>
                </a:solidFill>
                <a:latin typeface="Liberation Sans"/>
              </a:defRPr>
            </a:pPr>
            <a:r>
              <a:t>LOWER MODULE / UPPER ZONE CONTINUES</a:t>
            </a:r>
          </a:p>
        </p:txBody>
      </p:sp>
      <p:sp>
        <p:nvSpPr>
          <p:cNvPr id="41" name="Freeform 40"/>
          <p:cNvSpPr/>
          <p:nvPr/>
        </p:nvSpPr>
        <p:spPr>
          <a:xfrm>
            <a:off x="6076800" y="3304800"/>
            <a:ext cx="3938400" cy="3362400"/>
          </a:xfrm>
          <a:custGeom>
            <a:avLst/>
            <a:gdLst/>
            <a:ahLst/>
            <a:cxnLst/>
            <a:rect l="l" t="t" r="r" b="b"/>
            <a:pathLst>
              <a:path w="3938400" h="3362400">
                <a:moveTo>
                  <a:pt x="43200" y="43200"/>
                </a:moveTo>
                <a:lnTo>
                  <a:pt x="66128" y="26668"/>
                </a:lnTo>
                <a:lnTo>
                  <a:pt x="89057" y="12652"/>
                </a:lnTo>
                <a:lnTo>
                  <a:pt x="111985" y="3288"/>
                </a:lnTo>
                <a:lnTo>
                  <a:pt x="134914" y="0"/>
                </a:lnTo>
                <a:lnTo>
                  <a:pt x="157842" y="3288"/>
                </a:lnTo>
                <a:lnTo>
                  <a:pt x="180771" y="12652"/>
                </a:lnTo>
                <a:lnTo>
                  <a:pt x="203700" y="26668"/>
                </a:lnTo>
                <a:lnTo>
                  <a:pt x="226628" y="43200"/>
                </a:lnTo>
                <a:lnTo>
                  <a:pt x="226628" y="43200"/>
                </a:lnTo>
                <a:lnTo>
                  <a:pt x="249557" y="26668"/>
                </a:lnTo>
                <a:lnTo>
                  <a:pt x="272485" y="12652"/>
                </a:lnTo>
                <a:lnTo>
                  <a:pt x="295414" y="3288"/>
                </a:lnTo>
                <a:lnTo>
                  <a:pt x="318342" y="0"/>
                </a:lnTo>
                <a:lnTo>
                  <a:pt x="341271" y="3288"/>
                </a:lnTo>
                <a:lnTo>
                  <a:pt x="364200" y="12652"/>
                </a:lnTo>
                <a:lnTo>
                  <a:pt x="387128" y="26668"/>
                </a:lnTo>
                <a:lnTo>
                  <a:pt x="410057" y="43200"/>
                </a:lnTo>
                <a:lnTo>
                  <a:pt x="410057" y="43200"/>
                </a:lnTo>
                <a:lnTo>
                  <a:pt x="432985" y="26668"/>
                </a:lnTo>
                <a:lnTo>
                  <a:pt x="455914" y="12652"/>
                </a:lnTo>
                <a:lnTo>
                  <a:pt x="478842" y="3288"/>
                </a:lnTo>
                <a:lnTo>
                  <a:pt x="501771" y="0"/>
                </a:lnTo>
                <a:lnTo>
                  <a:pt x="524700" y="3288"/>
                </a:lnTo>
                <a:lnTo>
                  <a:pt x="547628" y="12652"/>
                </a:lnTo>
                <a:lnTo>
                  <a:pt x="570557" y="26668"/>
                </a:lnTo>
                <a:lnTo>
                  <a:pt x="593485" y="43200"/>
                </a:lnTo>
                <a:lnTo>
                  <a:pt x="593485" y="43200"/>
                </a:lnTo>
                <a:lnTo>
                  <a:pt x="616414" y="26668"/>
                </a:lnTo>
                <a:lnTo>
                  <a:pt x="639342" y="12652"/>
                </a:lnTo>
                <a:lnTo>
                  <a:pt x="662271" y="3288"/>
                </a:lnTo>
                <a:lnTo>
                  <a:pt x="685200" y="0"/>
                </a:lnTo>
                <a:lnTo>
                  <a:pt x="708128" y="3288"/>
                </a:lnTo>
                <a:lnTo>
                  <a:pt x="731057" y="12652"/>
                </a:lnTo>
                <a:lnTo>
                  <a:pt x="753985" y="26668"/>
                </a:lnTo>
                <a:lnTo>
                  <a:pt x="776914" y="43200"/>
                </a:lnTo>
                <a:lnTo>
                  <a:pt x="776914" y="43200"/>
                </a:lnTo>
                <a:lnTo>
                  <a:pt x="799842" y="26668"/>
                </a:lnTo>
                <a:lnTo>
                  <a:pt x="822771" y="12652"/>
                </a:lnTo>
                <a:lnTo>
                  <a:pt x="845700" y="3288"/>
                </a:lnTo>
                <a:lnTo>
                  <a:pt x="868628" y="0"/>
                </a:lnTo>
                <a:lnTo>
                  <a:pt x="891557" y="3288"/>
                </a:lnTo>
                <a:lnTo>
                  <a:pt x="914485" y="12652"/>
                </a:lnTo>
                <a:lnTo>
                  <a:pt x="937414" y="26668"/>
                </a:lnTo>
                <a:lnTo>
                  <a:pt x="960342" y="43200"/>
                </a:lnTo>
                <a:lnTo>
                  <a:pt x="960342" y="43200"/>
                </a:lnTo>
                <a:lnTo>
                  <a:pt x="983271" y="26668"/>
                </a:lnTo>
                <a:lnTo>
                  <a:pt x="1006200" y="12652"/>
                </a:lnTo>
                <a:lnTo>
                  <a:pt x="1029128" y="3288"/>
                </a:lnTo>
                <a:lnTo>
                  <a:pt x="1052057" y="0"/>
                </a:lnTo>
                <a:lnTo>
                  <a:pt x="1074985" y="3288"/>
                </a:lnTo>
                <a:lnTo>
                  <a:pt x="1097914" y="12652"/>
                </a:lnTo>
                <a:lnTo>
                  <a:pt x="1120842" y="26668"/>
                </a:lnTo>
                <a:lnTo>
                  <a:pt x="1143771" y="43200"/>
                </a:lnTo>
                <a:lnTo>
                  <a:pt x="1143771" y="43200"/>
                </a:lnTo>
                <a:lnTo>
                  <a:pt x="1166700" y="26668"/>
                </a:lnTo>
                <a:lnTo>
                  <a:pt x="1189628" y="12652"/>
                </a:lnTo>
                <a:lnTo>
                  <a:pt x="1212557" y="3288"/>
                </a:lnTo>
                <a:lnTo>
                  <a:pt x="1235485" y="0"/>
                </a:lnTo>
                <a:lnTo>
                  <a:pt x="1258414" y="3288"/>
                </a:lnTo>
                <a:lnTo>
                  <a:pt x="1281342" y="12652"/>
                </a:lnTo>
                <a:lnTo>
                  <a:pt x="1304271" y="26668"/>
                </a:lnTo>
                <a:lnTo>
                  <a:pt x="1327200" y="43200"/>
                </a:lnTo>
                <a:lnTo>
                  <a:pt x="1327200" y="43200"/>
                </a:lnTo>
                <a:lnTo>
                  <a:pt x="1350128" y="26668"/>
                </a:lnTo>
                <a:lnTo>
                  <a:pt x="1373057" y="12652"/>
                </a:lnTo>
                <a:lnTo>
                  <a:pt x="1395985" y="3288"/>
                </a:lnTo>
                <a:lnTo>
                  <a:pt x="1418914" y="0"/>
                </a:lnTo>
                <a:lnTo>
                  <a:pt x="1441842" y="3288"/>
                </a:lnTo>
                <a:lnTo>
                  <a:pt x="1464771" y="12652"/>
                </a:lnTo>
                <a:lnTo>
                  <a:pt x="1487700" y="26668"/>
                </a:lnTo>
                <a:lnTo>
                  <a:pt x="1510628" y="43200"/>
                </a:lnTo>
                <a:lnTo>
                  <a:pt x="1510628" y="43200"/>
                </a:lnTo>
                <a:lnTo>
                  <a:pt x="1533557" y="26668"/>
                </a:lnTo>
                <a:lnTo>
                  <a:pt x="1556485" y="12652"/>
                </a:lnTo>
                <a:lnTo>
                  <a:pt x="1579414" y="3288"/>
                </a:lnTo>
                <a:lnTo>
                  <a:pt x="1602342" y="0"/>
                </a:lnTo>
                <a:lnTo>
                  <a:pt x="1625271" y="3288"/>
                </a:lnTo>
                <a:lnTo>
                  <a:pt x="1648200" y="12652"/>
                </a:lnTo>
                <a:lnTo>
                  <a:pt x="1671128" y="26668"/>
                </a:lnTo>
                <a:lnTo>
                  <a:pt x="1694057" y="43200"/>
                </a:lnTo>
                <a:lnTo>
                  <a:pt x="1694057" y="43200"/>
                </a:lnTo>
                <a:lnTo>
                  <a:pt x="1716985" y="26668"/>
                </a:lnTo>
                <a:lnTo>
                  <a:pt x="1739914" y="12652"/>
                </a:lnTo>
                <a:lnTo>
                  <a:pt x="1762842" y="3288"/>
                </a:lnTo>
                <a:lnTo>
                  <a:pt x="1785771" y="0"/>
                </a:lnTo>
                <a:lnTo>
                  <a:pt x="1808700" y="3288"/>
                </a:lnTo>
                <a:lnTo>
                  <a:pt x="1831628" y="12652"/>
                </a:lnTo>
                <a:lnTo>
                  <a:pt x="1854557" y="26668"/>
                </a:lnTo>
                <a:lnTo>
                  <a:pt x="1877485" y="43200"/>
                </a:lnTo>
                <a:lnTo>
                  <a:pt x="1877485" y="43200"/>
                </a:lnTo>
                <a:lnTo>
                  <a:pt x="1900414" y="26668"/>
                </a:lnTo>
                <a:lnTo>
                  <a:pt x="1923342" y="12652"/>
                </a:lnTo>
                <a:lnTo>
                  <a:pt x="1946271" y="3288"/>
                </a:lnTo>
                <a:lnTo>
                  <a:pt x="1969200" y="0"/>
                </a:lnTo>
                <a:lnTo>
                  <a:pt x="1992128" y="3288"/>
                </a:lnTo>
                <a:lnTo>
                  <a:pt x="2015057" y="12652"/>
                </a:lnTo>
                <a:lnTo>
                  <a:pt x="2037985" y="26668"/>
                </a:lnTo>
                <a:lnTo>
                  <a:pt x="2060914" y="43200"/>
                </a:lnTo>
                <a:lnTo>
                  <a:pt x="2060914" y="43200"/>
                </a:lnTo>
                <a:lnTo>
                  <a:pt x="2083842" y="26668"/>
                </a:lnTo>
                <a:lnTo>
                  <a:pt x="2106771" y="12652"/>
                </a:lnTo>
                <a:lnTo>
                  <a:pt x="2129699" y="3288"/>
                </a:lnTo>
                <a:lnTo>
                  <a:pt x="2152628" y="0"/>
                </a:lnTo>
                <a:lnTo>
                  <a:pt x="2175557" y="3288"/>
                </a:lnTo>
                <a:lnTo>
                  <a:pt x="2198485" y="12652"/>
                </a:lnTo>
                <a:lnTo>
                  <a:pt x="2221414" y="26668"/>
                </a:lnTo>
                <a:lnTo>
                  <a:pt x="2244342" y="43200"/>
                </a:lnTo>
                <a:lnTo>
                  <a:pt x="2244342" y="43200"/>
                </a:lnTo>
                <a:lnTo>
                  <a:pt x="2267271" y="26668"/>
                </a:lnTo>
                <a:lnTo>
                  <a:pt x="2290200" y="12652"/>
                </a:lnTo>
                <a:lnTo>
                  <a:pt x="2313128" y="3288"/>
                </a:lnTo>
                <a:lnTo>
                  <a:pt x="2336057" y="0"/>
                </a:lnTo>
                <a:lnTo>
                  <a:pt x="2358985" y="3288"/>
                </a:lnTo>
                <a:lnTo>
                  <a:pt x="2381914" y="12652"/>
                </a:lnTo>
                <a:lnTo>
                  <a:pt x="2404842" y="26668"/>
                </a:lnTo>
                <a:lnTo>
                  <a:pt x="2427771" y="43200"/>
                </a:lnTo>
                <a:lnTo>
                  <a:pt x="2427771" y="43200"/>
                </a:lnTo>
                <a:lnTo>
                  <a:pt x="2450700" y="26668"/>
                </a:lnTo>
                <a:lnTo>
                  <a:pt x="2473628" y="12652"/>
                </a:lnTo>
                <a:lnTo>
                  <a:pt x="2496557" y="3288"/>
                </a:lnTo>
                <a:lnTo>
                  <a:pt x="2519485" y="0"/>
                </a:lnTo>
                <a:lnTo>
                  <a:pt x="2542414" y="3288"/>
                </a:lnTo>
                <a:lnTo>
                  <a:pt x="2565342" y="12652"/>
                </a:lnTo>
                <a:lnTo>
                  <a:pt x="2588271" y="26668"/>
                </a:lnTo>
                <a:lnTo>
                  <a:pt x="2611200" y="43200"/>
                </a:lnTo>
                <a:lnTo>
                  <a:pt x="2611200" y="43200"/>
                </a:lnTo>
                <a:lnTo>
                  <a:pt x="2634128" y="26668"/>
                </a:lnTo>
                <a:lnTo>
                  <a:pt x="2657057" y="12652"/>
                </a:lnTo>
                <a:lnTo>
                  <a:pt x="2679985" y="3288"/>
                </a:lnTo>
                <a:lnTo>
                  <a:pt x="2702914" y="0"/>
                </a:lnTo>
                <a:lnTo>
                  <a:pt x="2725842" y="3288"/>
                </a:lnTo>
                <a:lnTo>
                  <a:pt x="2748771" y="12652"/>
                </a:lnTo>
                <a:lnTo>
                  <a:pt x="2771700" y="26668"/>
                </a:lnTo>
                <a:lnTo>
                  <a:pt x="2794628" y="43200"/>
                </a:lnTo>
                <a:lnTo>
                  <a:pt x="2794628" y="43200"/>
                </a:lnTo>
                <a:lnTo>
                  <a:pt x="2817557" y="26668"/>
                </a:lnTo>
                <a:lnTo>
                  <a:pt x="2840485" y="12652"/>
                </a:lnTo>
                <a:lnTo>
                  <a:pt x="2863414" y="3288"/>
                </a:lnTo>
                <a:lnTo>
                  <a:pt x="2886342" y="0"/>
                </a:lnTo>
                <a:lnTo>
                  <a:pt x="2909271" y="3288"/>
                </a:lnTo>
                <a:lnTo>
                  <a:pt x="2932200" y="12652"/>
                </a:lnTo>
                <a:lnTo>
                  <a:pt x="2955128" y="26668"/>
                </a:lnTo>
                <a:lnTo>
                  <a:pt x="2978057" y="43200"/>
                </a:lnTo>
                <a:lnTo>
                  <a:pt x="2978057" y="43200"/>
                </a:lnTo>
                <a:lnTo>
                  <a:pt x="3000985" y="26668"/>
                </a:lnTo>
                <a:lnTo>
                  <a:pt x="3023914" y="12652"/>
                </a:lnTo>
                <a:lnTo>
                  <a:pt x="3046842" y="3288"/>
                </a:lnTo>
                <a:lnTo>
                  <a:pt x="3069771" y="0"/>
                </a:lnTo>
                <a:lnTo>
                  <a:pt x="3092700" y="3288"/>
                </a:lnTo>
                <a:lnTo>
                  <a:pt x="3115628" y="12652"/>
                </a:lnTo>
                <a:lnTo>
                  <a:pt x="3138557" y="26668"/>
                </a:lnTo>
                <a:lnTo>
                  <a:pt x="3161485" y="43200"/>
                </a:lnTo>
                <a:lnTo>
                  <a:pt x="3161485" y="43200"/>
                </a:lnTo>
                <a:lnTo>
                  <a:pt x="3184414" y="26668"/>
                </a:lnTo>
                <a:lnTo>
                  <a:pt x="3207342" y="12652"/>
                </a:lnTo>
                <a:lnTo>
                  <a:pt x="3230271" y="3288"/>
                </a:lnTo>
                <a:lnTo>
                  <a:pt x="3253200" y="0"/>
                </a:lnTo>
                <a:lnTo>
                  <a:pt x="3276128" y="3288"/>
                </a:lnTo>
                <a:lnTo>
                  <a:pt x="3299057" y="12652"/>
                </a:lnTo>
                <a:lnTo>
                  <a:pt x="3321985" y="26668"/>
                </a:lnTo>
                <a:lnTo>
                  <a:pt x="3344914" y="43200"/>
                </a:lnTo>
                <a:lnTo>
                  <a:pt x="3344914" y="43200"/>
                </a:lnTo>
                <a:lnTo>
                  <a:pt x="3367842" y="26668"/>
                </a:lnTo>
                <a:lnTo>
                  <a:pt x="3390771" y="12652"/>
                </a:lnTo>
                <a:lnTo>
                  <a:pt x="3413700" y="3288"/>
                </a:lnTo>
                <a:lnTo>
                  <a:pt x="3436628" y="0"/>
                </a:lnTo>
                <a:lnTo>
                  <a:pt x="3459557" y="3288"/>
                </a:lnTo>
                <a:lnTo>
                  <a:pt x="3482485" y="12652"/>
                </a:lnTo>
                <a:lnTo>
                  <a:pt x="3505414" y="26668"/>
                </a:lnTo>
                <a:lnTo>
                  <a:pt x="3528342" y="43200"/>
                </a:lnTo>
                <a:lnTo>
                  <a:pt x="3528342" y="43200"/>
                </a:lnTo>
                <a:lnTo>
                  <a:pt x="3551271" y="26668"/>
                </a:lnTo>
                <a:lnTo>
                  <a:pt x="3574200" y="12652"/>
                </a:lnTo>
                <a:lnTo>
                  <a:pt x="3597128" y="3288"/>
                </a:lnTo>
                <a:lnTo>
                  <a:pt x="3620057" y="0"/>
                </a:lnTo>
                <a:lnTo>
                  <a:pt x="3642985" y="3288"/>
                </a:lnTo>
                <a:lnTo>
                  <a:pt x="3665914" y="12652"/>
                </a:lnTo>
                <a:lnTo>
                  <a:pt x="3688842" y="26668"/>
                </a:lnTo>
                <a:lnTo>
                  <a:pt x="3711771" y="43200"/>
                </a:lnTo>
                <a:lnTo>
                  <a:pt x="3711771" y="43200"/>
                </a:lnTo>
                <a:lnTo>
                  <a:pt x="3734700" y="26668"/>
                </a:lnTo>
                <a:lnTo>
                  <a:pt x="3757628" y="12652"/>
                </a:lnTo>
                <a:lnTo>
                  <a:pt x="3780557" y="3288"/>
                </a:lnTo>
                <a:lnTo>
                  <a:pt x="3803485" y="0"/>
                </a:lnTo>
                <a:lnTo>
                  <a:pt x="3826414" y="3288"/>
                </a:lnTo>
                <a:lnTo>
                  <a:pt x="3849342" y="12652"/>
                </a:lnTo>
                <a:lnTo>
                  <a:pt x="3872271" y="26668"/>
                </a:lnTo>
                <a:lnTo>
                  <a:pt x="3895200" y="43200"/>
                </a:lnTo>
                <a:lnTo>
                  <a:pt x="3895200" y="43200"/>
                </a:lnTo>
                <a:lnTo>
                  <a:pt x="3911731" y="65950"/>
                </a:lnTo>
                <a:lnTo>
                  <a:pt x="3925747" y="88700"/>
                </a:lnTo>
                <a:lnTo>
                  <a:pt x="3935111" y="111450"/>
                </a:lnTo>
                <a:lnTo>
                  <a:pt x="3938400" y="134200"/>
                </a:lnTo>
                <a:lnTo>
                  <a:pt x="3935111" y="156950"/>
                </a:lnTo>
                <a:lnTo>
                  <a:pt x="3925747" y="179700"/>
                </a:lnTo>
                <a:lnTo>
                  <a:pt x="3911731" y="202450"/>
                </a:lnTo>
                <a:lnTo>
                  <a:pt x="3895200" y="225200"/>
                </a:lnTo>
                <a:lnTo>
                  <a:pt x="3895200" y="225200"/>
                </a:lnTo>
                <a:lnTo>
                  <a:pt x="3911731" y="247950"/>
                </a:lnTo>
                <a:lnTo>
                  <a:pt x="3925747" y="270700"/>
                </a:lnTo>
                <a:lnTo>
                  <a:pt x="3935111" y="293450"/>
                </a:lnTo>
                <a:lnTo>
                  <a:pt x="3938400" y="316200"/>
                </a:lnTo>
                <a:lnTo>
                  <a:pt x="3935111" y="338950"/>
                </a:lnTo>
                <a:lnTo>
                  <a:pt x="3925747" y="361700"/>
                </a:lnTo>
                <a:lnTo>
                  <a:pt x="3911731" y="384450"/>
                </a:lnTo>
                <a:lnTo>
                  <a:pt x="3895200" y="407200"/>
                </a:lnTo>
                <a:lnTo>
                  <a:pt x="3895200" y="407200"/>
                </a:lnTo>
                <a:lnTo>
                  <a:pt x="3911731" y="429950"/>
                </a:lnTo>
                <a:lnTo>
                  <a:pt x="3925747" y="452700"/>
                </a:lnTo>
                <a:lnTo>
                  <a:pt x="3935111" y="475450"/>
                </a:lnTo>
                <a:lnTo>
                  <a:pt x="3938400" y="498200"/>
                </a:lnTo>
                <a:lnTo>
                  <a:pt x="3935111" y="520950"/>
                </a:lnTo>
                <a:lnTo>
                  <a:pt x="3925747" y="543700"/>
                </a:lnTo>
                <a:lnTo>
                  <a:pt x="3911731" y="566450"/>
                </a:lnTo>
                <a:lnTo>
                  <a:pt x="3895200" y="589200"/>
                </a:lnTo>
                <a:lnTo>
                  <a:pt x="3895200" y="589200"/>
                </a:lnTo>
                <a:lnTo>
                  <a:pt x="3911731" y="611950"/>
                </a:lnTo>
                <a:lnTo>
                  <a:pt x="3925747" y="634700"/>
                </a:lnTo>
                <a:lnTo>
                  <a:pt x="3935111" y="657450"/>
                </a:lnTo>
                <a:lnTo>
                  <a:pt x="3938400" y="680200"/>
                </a:lnTo>
                <a:lnTo>
                  <a:pt x="3935111" y="702950"/>
                </a:lnTo>
                <a:lnTo>
                  <a:pt x="3925747" y="725700"/>
                </a:lnTo>
                <a:lnTo>
                  <a:pt x="3911731" y="748450"/>
                </a:lnTo>
                <a:lnTo>
                  <a:pt x="3895200" y="771200"/>
                </a:lnTo>
                <a:lnTo>
                  <a:pt x="3895200" y="771200"/>
                </a:lnTo>
                <a:lnTo>
                  <a:pt x="3911731" y="793949"/>
                </a:lnTo>
                <a:lnTo>
                  <a:pt x="3925747" y="816700"/>
                </a:lnTo>
                <a:lnTo>
                  <a:pt x="3935111" y="839450"/>
                </a:lnTo>
                <a:lnTo>
                  <a:pt x="3938400" y="862200"/>
                </a:lnTo>
                <a:lnTo>
                  <a:pt x="3935111" y="884950"/>
                </a:lnTo>
                <a:lnTo>
                  <a:pt x="3925747" y="907700"/>
                </a:lnTo>
                <a:lnTo>
                  <a:pt x="3911731" y="930450"/>
                </a:lnTo>
                <a:lnTo>
                  <a:pt x="3895200" y="953200"/>
                </a:lnTo>
                <a:lnTo>
                  <a:pt x="3895200" y="953200"/>
                </a:lnTo>
                <a:lnTo>
                  <a:pt x="3911731" y="975950"/>
                </a:lnTo>
                <a:lnTo>
                  <a:pt x="3925747" y="998700"/>
                </a:lnTo>
                <a:lnTo>
                  <a:pt x="3935111" y="1021450"/>
                </a:lnTo>
                <a:lnTo>
                  <a:pt x="3938400" y="1044200"/>
                </a:lnTo>
                <a:lnTo>
                  <a:pt x="3935111" y="1066950"/>
                </a:lnTo>
                <a:lnTo>
                  <a:pt x="3925747" y="1089700"/>
                </a:lnTo>
                <a:lnTo>
                  <a:pt x="3911731" y="1112450"/>
                </a:lnTo>
                <a:lnTo>
                  <a:pt x="3895200" y="1135200"/>
                </a:lnTo>
                <a:lnTo>
                  <a:pt x="3895200" y="1135200"/>
                </a:lnTo>
                <a:lnTo>
                  <a:pt x="3911731" y="1157950"/>
                </a:lnTo>
                <a:lnTo>
                  <a:pt x="3925747" y="1180700"/>
                </a:lnTo>
                <a:lnTo>
                  <a:pt x="3935111" y="1203450"/>
                </a:lnTo>
                <a:lnTo>
                  <a:pt x="3938400" y="1226200"/>
                </a:lnTo>
                <a:lnTo>
                  <a:pt x="3935111" y="1248950"/>
                </a:lnTo>
                <a:lnTo>
                  <a:pt x="3925747" y="1271700"/>
                </a:lnTo>
                <a:lnTo>
                  <a:pt x="3911731" y="1294450"/>
                </a:lnTo>
                <a:lnTo>
                  <a:pt x="3895200" y="1317200"/>
                </a:lnTo>
                <a:lnTo>
                  <a:pt x="3895200" y="1317200"/>
                </a:lnTo>
                <a:lnTo>
                  <a:pt x="3911731" y="1339949"/>
                </a:lnTo>
                <a:lnTo>
                  <a:pt x="3925747" y="1362700"/>
                </a:lnTo>
                <a:lnTo>
                  <a:pt x="3935111" y="1385450"/>
                </a:lnTo>
                <a:lnTo>
                  <a:pt x="3938400" y="1408200"/>
                </a:lnTo>
                <a:lnTo>
                  <a:pt x="3935111" y="1430950"/>
                </a:lnTo>
                <a:lnTo>
                  <a:pt x="3925747" y="1453700"/>
                </a:lnTo>
                <a:lnTo>
                  <a:pt x="3911731" y="1476450"/>
                </a:lnTo>
                <a:lnTo>
                  <a:pt x="3895200" y="1499200"/>
                </a:lnTo>
                <a:lnTo>
                  <a:pt x="3895200" y="1499200"/>
                </a:lnTo>
                <a:lnTo>
                  <a:pt x="3911731" y="1521950"/>
                </a:lnTo>
                <a:lnTo>
                  <a:pt x="3925747" y="1544699"/>
                </a:lnTo>
                <a:lnTo>
                  <a:pt x="3935111" y="1567450"/>
                </a:lnTo>
                <a:lnTo>
                  <a:pt x="3938400" y="1590200"/>
                </a:lnTo>
                <a:lnTo>
                  <a:pt x="3935111" y="1612950"/>
                </a:lnTo>
                <a:lnTo>
                  <a:pt x="3925747" y="1635700"/>
                </a:lnTo>
                <a:lnTo>
                  <a:pt x="3911731" y="1658450"/>
                </a:lnTo>
                <a:lnTo>
                  <a:pt x="3895200" y="1681200"/>
                </a:lnTo>
                <a:lnTo>
                  <a:pt x="3895200" y="1681200"/>
                </a:lnTo>
                <a:lnTo>
                  <a:pt x="3911731" y="1703950"/>
                </a:lnTo>
                <a:lnTo>
                  <a:pt x="3925747" y="1726700"/>
                </a:lnTo>
                <a:lnTo>
                  <a:pt x="3935111" y="1749450"/>
                </a:lnTo>
                <a:lnTo>
                  <a:pt x="3938400" y="1772200"/>
                </a:lnTo>
                <a:lnTo>
                  <a:pt x="3935111" y="1794950"/>
                </a:lnTo>
                <a:lnTo>
                  <a:pt x="3925747" y="1817700"/>
                </a:lnTo>
                <a:lnTo>
                  <a:pt x="3911731" y="1840450"/>
                </a:lnTo>
                <a:lnTo>
                  <a:pt x="3895200" y="1863200"/>
                </a:lnTo>
                <a:lnTo>
                  <a:pt x="3895200" y="1863200"/>
                </a:lnTo>
                <a:lnTo>
                  <a:pt x="3911731" y="1885950"/>
                </a:lnTo>
                <a:lnTo>
                  <a:pt x="3925747" y="1908700"/>
                </a:lnTo>
                <a:lnTo>
                  <a:pt x="3935111" y="1931450"/>
                </a:lnTo>
                <a:lnTo>
                  <a:pt x="3938400" y="1954200"/>
                </a:lnTo>
                <a:lnTo>
                  <a:pt x="3935111" y="1976950"/>
                </a:lnTo>
                <a:lnTo>
                  <a:pt x="3925747" y="1999700"/>
                </a:lnTo>
                <a:lnTo>
                  <a:pt x="3911731" y="2022450"/>
                </a:lnTo>
                <a:lnTo>
                  <a:pt x="3895200" y="2045200"/>
                </a:lnTo>
                <a:lnTo>
                  <a:pt x="3895200" y="2045200"/>
                </a:lnTo>
                <a:lnTo>
                  <a:pt x="3911731" y="2067950"/>
                </a:lnTo>
                <a:lnTo>
                  <a:pt x="3925747" y="2090700"/>
                </a:lnTo>
                <a:lnTo>
                  <a:pt x="3935111" y="2113450"/>
                </a:lnTo>
                <a:lnTo>
                  <a:pt x="3938400" y="2136200"/>
                </a:lnTo>
                <a:lnTo>
                  <a:pt x="3935111" y="2158950"/>
                </a:lnTo>
                <a:lnTo>
                  <a:pt x="3925747" y="2181700"/>
                </a:lnTo>
                <a:lnTo>
                  <a:pt x="3911731" y="2204450"/>
                </a:lnTo>
                <a:lnTo>
                  <a:pt x="3895200" y="2227200"/>
                </a:lnTo>
                <a:lnTo>
                  <a:pt x="3895200" y="2227200"/>
                </a:lnTo>
                <a:lnTo>
                  <a:pt x="3911731" y="2249950"/>
                </a:lnTo>
                <a:lnTo>
                  <a:pt x="3925747" y="2272700"/>
                </a:lnTo>
                <a:lnTo>
                  <a:pt x="3935111" y="2295450"/>
                </a:lnTo>
                <a:lnTo>
                  <a:pt x="3938400" y="2318200"/>
                </a:lnTo>
                <a:lnTo>
                  <a:pt x="3935111" y="2340950"/>
                </a:lnTo>
                <a:lnTo>
                  <a:pt x="3925747" y="2363700"/>
                </a:lnTo>
                <a:lnTo>
                  <a:pt x="3911731" y="2386450"/>
                </a:lnTo>
                <a:lnTo>
                  <a:pt x="3895200" y="2409200"/>
                </a:lnTo>
                <a:lnTo>
                  <a:pt x="3895200" y="2409200"/>
                </a:lnTo>
                <a:lnTo>
                  <a:pt x="3911731" y="2431950"/>
                </a:lnTo>
                <a:lnTo>
                  <a:pt x="3925747" y="2454700"/>
                </a:lnTo>
                <a:lnTo>
                  <a:pt x="3935111" y="2477450"/>
                </a:lnTo>
                <a:lnTo>
                  <a:pt x="3938400" y="2500200"/>
                </a:lnTo>
                <a:lnTo>
                  <a:pt x="3935111" y="2522950"/>
                </a:lnTo>
                <a:lnTo>
                  <a:pt x="3925747" y="2545700"/>
                </a:lnTo>
                <a:lnTo>
                  <a:pt x="3911731" y="2568450"/>
                </a:lnTo>
                <a:lnTo>
                  <a:pt x="3895200" y="2591200"/>
                </a:lnTo>
                <a:lnTo>
                  <a:pt x="3895200" y="2591200"/>
                </a:lnTo>
                <a:lnTo>
                  <a:pt x="3911731" y="2613950"/>
                </a:lnTo>
                <a:lnTo>
                  <a:pt x="3925747" y="2636700"/>
                </a:lnTo>
                <a:lnTo>
                  <a:pt x="3935111" y="2659450"/>
                </a:lnTo>
                <a:lnTo>
                  <a:pt x="3938400" y="2682200"/>
                </a:lnTo>
                <a:lnTo>
                  <a:pt x="3935111" y="2704950"/>
                </a:lnTo>
                <a:lnTo>
                  <a:pt x="3925747" y="2727700"/>
                </a:lnTo>
                <a:lnTo>
                  <a:pt x="3911731" y="2750450"/>
                </a:lnTo>
                <a:lnTo>
                  <a:pt x="3895200" y="2773200"/>
                </a:lnTo>
                <a:lnTo>
                  <a:pt x="3895200" y="2773200"/>
                </a:lnTo>
                <a:lnTo>
                  <a:pt x="3911731" y="2795950"/>
                </a:lnTo>
                <a:lnTo>
                  <a:pt x="3925747" y="2818700"/>
                </a:lnTo>
                <a:lnTo>
                  <a:pt x="3935111" y="2841450"/>
                </a:lnTo>
                <a:lnTo>
                  <a:pt x="3938400" y="2864200"/>
                </a:lnTo>
                <a:lnTo>
                  <a:pt x="3935111" y="2886950"/>
                </a:lnTo>
                <a:lnTo>
                  <a:pt x="3925747" y="2909700"/>
                </a:lnTo>
                <a:lnTo>
                  <a:pt x="3911731" y="2932450"/>
                </a:lnTo>
                <a:lnTo>
                  <a:pt x="3895200" y="2955200"/>
                </a:lnTo>
                <a:lnTo>
                  <a:pt x="3895200" y="2955200"/>
                </a:lnTo>
                <a:lnTo>
                  <a:pt x="3911731" y="2977950"/>
                </a:lnTo>
                <a:lnTo>
                  <a:pt x="3925747" y="3000700"/>
                </a:lnTo>
                <a:lnTo>
                  <a:pt x="3935111" y="3023450"/>
                </a:lnTo>
                <a:lnTo>
                  <a:pt x="3938400" y="3046200"/>
                </a:lnTo>
                <a:lnTo>
                  <a:pt x="3935111" y="3068950"/>
                </a:lnTo>
                <a:lnTo>
                  <a:pt x="3925747" y="3091700"/>
                </a:lnTo>
                <a:lnTo>
                  <a:pt x="3911731" y="3114450"/>
                </a:lnTo>
                <a:lnTo>
                  <a:pt x="3895200" y="3137200"/>
                </a:lnTo>
                <a:lnTo>
                  <a:pt x="3895200" y="3137200"/>
                </a:lnTo>
                <a:lnTo>
                  <a:pt x="3911731" y="3159950"/>
                </a:lnTo>
                <a:lnTo>
                  <a:pt x="3925747" y="3182700"/>
                </a:lnTo>
                <a:lnTo>
                  <a:pt x="3935111" y="3205450"/>
                </a:lnTo>
                <a:lnTo>
                  <a:pt x="3938400" y="3228200"/>
                </a:lnTo>
                <a:lnTo>
                  <a:pt x="3935111" y="3250950"/>
                </a:lnTo>
                <a:lnTo>
                  <a:pt x="3925747" y="3273700"/>
                </a:lnTo>
                <a:lnTo>
                  <a:pt x="3911731" y="3296450"/>
                </a:lnTo>
                <a:lnTo>
                  <a:pt x="3895200" y="3319200"/>
                </a:lnTo>
                <a:lnTo>
                  <a:pt x="3895200" y="3319200"/>
                </a:lnTo>
                <a:lnTo>
                  <a:pt x="3872271" y="3335731"/>
                </a:lnTo>
                <a:lnTo>
                  <a:pt x="3849342" y="3349747"/>
                </a:lnTo>
                <a:lnTo>
                  <a:pt x="3826414" y="3359111"/>
                </a:lnTo>
                <a:lnTo>
                  <a:pt x="3803485" y="3362400"/>
                </a:lnTo>
                <a:lnTo>
                  <a:pt x="3780557" y="3359111"/>
                </a:lnTo>
                <a:lnTo>
                  <a:pt x="3757628" y="3349747"/>
                </a:lnTo>
                <a:lnTo>
                  <a:pt x="3734700" y="3335731"/>
                </a:lnTo>
                <a:lnTo>
                  <a:pt x="3711771" y="3319200"/>
                </a:lnTo>
                <a:lnTo>
                  <a:pt x="3711771" y="3319200"/>
                </a:lnTo>
                <a:lnTo>
                  <a:pt x="3688842" y="3335731"/>
                </a:lnTo>
                <a:lnTo>
                  <a:pt x="3665914" y="3349747"/>
                </a:lnTo>
                <a:lnTo>
                  <a:pt x="3642985" y="3359111"/>
                </a:lnTo>
                <a:lnTo>
                  <a:pt x="3620057" y="3362400"/>
                </a:lnTo>
                <a:lnTo>
                  <a:pt x="3597128" y="3359111"/>
                </a:lnTo>
                <a:lnTo>
                  <a:pt x="3574200" y="3349747"/>
                </a:lnTo>
                <a:lnTo>
                  <a:pt x="3551271" y="3335731"/>
                </a:lnTo>
                <a:lnTo>
                  <a:pt x="3528342" y="3319200"/>
                </a:lnTo>
                <a:lnTo>
                  <a:pt x="3528342" y="3319200"/>
                </a:lnTo>
                <a:lnTo>
                  <a:pt x="3505414" y="3335731"/>
                </a:lnTo>
                <a:lnTo>
                  <a:pt x="3482485" y="3349747"/>
                </a:lnTo>
                <a:lnTo>
                  <a:pt x="3459557" y="3359111"/>
                </a:lnTo>
                <a:lnTo>
                  <a:pt x="3436628" y="3362400"/>
                </a:lnTo>
                <a:lnTo>
                  <a:pt x="3413700" y="3359111"/>
                </a:lnTo>
                <a:lnTo>
                  <a:pt x="3390771" y="3349747"/>
                </a:lnTo>
                <a:lnTo>
                  <a:pt x="3367842" y="3335731"/>
                </a:lnTo>
                <a:lnTo>
                  <a:pt x="3344914" y="3319200"/>
                </a:lnTo>
                <a:lnTo>
                  <a:pt x="3344914" y="3319200"/>
                </a:lnTo>
                <a:lnTo>
                  <a:pt x="3321985" y="3335731"/>
                </a:lnTo>
                <a:lnTo>
                  <a:pt x="3299057" y="3349747"/>
                </a:lnTo>
                <a:lnTo>
                  <a:pt x="3276128" y="3359111"/>
                </a:lnTo>
                <a:lnTo>
                  <a:pt x="3253200" y="3362400"/>
                </a:lnTo>
                <a:lnTo>
                  <a:pt x="3230271" y="3359111"/>
                </a:lnTo>
                <a:lnTo>
                  <a:pt x="3207342" y="3349747"/>
                </a:lnTo>
                <a:lnTo>
                  <a:pt x="3184414" y="3335731"/>
                </a:lnTo>
                <a:lnTo>
                  <a:pt x="3161485" y="3319200"/>
                </a:lnTo>
                <a:lnTo>
                  <a:pt x="3161485" y="3319200"/>
                </a:lnTo>
                <a:lnTo>
                  <a:pt x="3138557" y="3335731"/>
                </a:lnTo>
                <a:lnTo>
                  <a:pt x="3115628" y="3349747"/>
                </a:lnTo>
                <a:lnTo>
                  <a:pt x="3092700" y="3359111"/>
                </a:lnTo>
                <a:lnTo>
                  <a:pt x="3069771" y="3362400"/>
                </a:lnTo>
                <a:lnTo>
                  <a:pt x="3046842" y="3359111"/>
                </a:lnTo>
                <a:lnTo>
                  <a:pt x="3023914" y="3349747"/>
                </a:lnTo>
                <a:lnTo>
                  <a:pt x="3000985" y="3335731"/>
                </a:lnTo>
                <a:lnTo>
                  <a:pt x="2978057" y="3319200"/>
                </a:lnTo>
                <a:lnTo>
                  <a:pt x="2978057" y="3319200"/>
                </a:lnTo>
                <a:lnTo>
                  <a:pt x="2955128" y="3335731"/>
                </a:lnTo>
                <a:lnTo>
                  <a:pt x="2932200" y="3349747"/>
                </a:lnTo>
                <a:lnTo>
                  <a:pt x="2909271" y="3359111"/>
                </a:lnTo>
                <a:lnTo>
                  <a:pt x="2886342" y="3362400"/>
                </a:lnTo>
                <a:lnTo>
                  <a:pt x="2863414" y="3359111"/>
                </a:lnTo>
                <a:lnTo>
                  <a:pt x="2840485" y="3349747"/>
                </a:lnTo>
                <a:lnTo>
                  <a:pt x="2817557" y="3335731"/>
                </a:lnTo>
                <a:lnTo>
                  <a:pt x="2794628" y="3319200"/>
                </a:lnTo>
                <a:lnTo>
                  <a:pt x="2794628" y="3319200"/>
                </a:lnTo>
                <a:lnTo>
                  <a:pt x="2771700" y="3335731"/>
                </a:lnTo>
                <a:lnTo>
                  <a:pt x="2748771" y="3349747"/>
                </a:lnTo>
                <a:lnTo>
                  <a:pt x="2725842" y="3359111"/>
                </a:lnTo>
                <a:lnTo>
                  <a:pt x="2702914" y="3362400"/>
                </a:lnTo>
                <a:lnTo>
                  <a:pt x="2679985" y="3359111"/>
                </a:lnTo>
                <a:lnTo>
                  <a:pt x="2657057" y="3349747"/>
                </a:lnTo>
                <a:lnTo>
                  <a:pt x="2634128" y="3335731"/>
                </a:lnTo>
                <a:lnTo>
                  <a:pt x="2611200" y="3319200"/>
                </a:lnTo>
                <a:lnTo>
                  <a:pt x="2611200" y="3319200"/>
                </a:lnTo>
                <a:lnTo>
                  <a:pt x="2588271" y="3335731"/>
                </a:lnTo>
                <a:lnTo>
                  <a:pt x="2565342" y="3349747"/>
                </a:lnTo>
                <a:lnTo>
                  <a:pt x="2542414" y="3359111"/>
                </a:lnTo>
                <a:lnTo>
                  <a:pt x="2519485" y="3362400"/>
                </a:lnTo>
                <a:lnTo>
                  <a:pt x="2496557" y="3359111"/>
                </a:lnTo>
                <a:lnTo>
                  <a:pt x="2473628" y="3349747"/>
                </a:lnTo>
                <a:lnTo>
                  <a:pt x="2450700" y="3335731"/>
                </a:lnTo>
                <a:lnTo>
                  <a:pt x="2427771" y="3319200"/>
                </a:lnTo>
                <a:lnTo>
                  <a:pt x="2427771" y="3319200"/>
                </a:lnTo>
                <a:lnTo>
                  <a:pt x="2404842" y="3335731"/>
                </a:lnTo>
                <a:lnTo>
                  <a:pt x="2381914" y="3349747"/>
                </a:lnTo>
                <a:lnTo>
                  <a:pt x="2358985" y="3359111"/>
                </a:lnTo>
                <a:lnTo>
                  <a:pt x="2336057" y="3362400"/>
                </a:lnTo>
                <a:lnTo>
                  <a:pt x="2313128" y="3359111"/>
                </a:lnTo>
                <a:lnTo>
                  <a:pt x="2290200" y="3349747"/>
                </a:lnTo>
                <a:lnTo>
                  <a:pt x="2267271" y="3335731"/>
                </a:lnTo>
                <a:lnTo>
                  <a:pt x="2244342" y="3319200"/>
                </a:lnTo>
                <a:lnTo>
                  <a:pt x="2244342" y="3319200"/>
                </a:lnTo>
                <a:lnTo>
                  <a:pt x="2221414" y="3335731"/>
                </a:lnTo>
                <a:lnTo>
                  <a:pt x="2198485" y="3349747"/>
                </a:lnTo>
                <a:lnTo>
                  <a:pt x="2175557" y="3359111"/>
                </a:lnTo>
                <a:lnTo>
                  <a:pt x="2152628" y="3362400"/>
                </a:lnTo>
                <a:lnTo>
                  <a:pt x="2129700" y="3359111"/>
                </a:lnTo>
                <a:lnTo>
                  <a:pt x="2106771" y="3349747"/>
                </a:lnTo>
                <a:lnTo>
                  <a:pt x="2083842" y="3335731"/>
                </a:lnTo>
                <a:lnTo>
                  <a:pt x="2060914" y="3319200"/>
                </a:lnTo>
                <a:lnTo>
                  <a:pt x="2060914" y="3319200"/>
                </a:lnTo>
                <a:lnTo>
                  <a:pt x="2037985" y="3335731"/>
                </a:lnTo>
                <a:lnTo>
                  <a:pt x="2015057" y="3349747"/>
                </a:lnTo>
                <a:lnTo>
                  <a:pt x="1992128" y="3359111"/>
                </a:lnTo>
                <a:lnTo>
                  <a:pt x="1969200" y="3362400"/>
                </a:lnTo>
                <a:lnTo>
                  <a:pt x="1946271" y="3359111"/>
                </a:lnTo>
                <a:lnTo>
                  <a:pt x="1923342" y="3349747"/>
                </a:lnTo>
                <a:lnTo>
                  <a:pt x="1900414" y="3335731"/>
                </a:lnTo>
                <a:lnTo>
                  <a:pt x="1877485" y="3319200"/>
                </a:lnTo>
                <a:lnTo>
                  <a:pt x="1877485" y="3319200"/>
                </a:lnTo>
                <a:lnTo>
                  <a:pt x="1854557" y="3335731"/>
                </a:lnTo>
                <a:lnTo>
                  <a:pt x="1831628" y="3349747"/>
                </a:lnTo>
                <a:lnTo>
                  <a:pt x="1808700" y="3359111"/>
                </a:lnTo>
                <a:lnTo>
                  <a:pt x="1785771" y="3362400"/>
                </a:lnTo>
                <a:lnTo>
                  <a:pt x="1762842" y="3359111"/>
                </a:lnTo>
                <a:lnTo>
                  <a:pt x="1739914" y="3349747"/>
                </a:lnTo>
                <a:lnTo>
                  <a:pt x="1716985" y="3335731"/>
                </a:lnTo>
                <a:lnTo>
                  <a:pt x="1694057" y="3319200"/>
                </a:lnTo>
                <a:lnTo>
                  <a:pt x="1694057" y="3319200"/>
                </a:lnTo>
                <a:lnTo>
                  <a:pt x="1671128" y="3335731"/>
                </a:lnTo>
                <a:lnTo>
                  <a:pt x="1648199" y="3349747"/>
                </a:lnTo>
                <a:lnTo>
                  <a:pt x="1625271" y="3359111"/>
                </a:lnTo>
                <a:lnTo>
                  <a:pt x="1602342" y="3362400"/>
                </a:lnTo>
                <a:lnTo>
                  <a:pt x="1579414" y="3359111"/>
                </a:lnTo>
                <a:lnTo>
                  <a:pt x="1556485" y="3349747"/>
                </a:lnTo>
                <a:lnTo>
                  <a:pt x="1533557" y="3335731"/>
                </a:lnTo>
                <a:lnTo>
                  <a:pt x="1510628" y="3319200"/>
                </a:lnTo>
                <a:lnTo>
                  <a:pt x="1510628" y="3319200"/>
                </a:lnTo>
                <a:lnTo>
                  <a:pt x="1487700" y="3335731"/>
                </a:lnTo>
                <a:lnTo>
                  <a:pt x="1464771" y="3349747"/>
                </a:lnTo>
                <a:lnTo>
                  <a:pt x="1441842" y="3359111"/>
                </a:lnTo>
                <a:lnTo>
                  <a:pt x="1418914" y="3362400"/>
                </a:lnTo>
                <a:lnTo>
                  <a:pt x="1395985" y="3359111"/>
                </a:lnTo>
                <a:lnTo>
                  <a:pt x="1373057" y="3349747"/>
                </a:lnTo>
                <a:lnTo>
                  <a:pt x="1350128" y="3335731"/>
                </a:lnTo>
                <a:lnTo>
                  <a:pt x="1327200" y="3319200"/>
                </a:lnTo>
                <a:lnTo>
                  <a:pt x="1327200" y="3319200"/>
                </a:lnTo>
                <a:lnTo>
                  <a:pt x="1304271" y="3335731"/>
                </a:lnTo>
                <a:lnTo>
                  <a:pt x="1281342" y="3349747"/>
                </a:lnTo>
                <a:lnTo>
                  <a:pt x="1258414" y="3359111"/>
                </a:lnTo>
                <a:lnTo>
                  <a:pt x="1235485" y="3362400"/>
                </a:lnTo>
                <a:lnTo>
                  <a:pt x="1212557" y="3359111"/>
                </a:lnTo>
                <a:lnTo>
                  <a:pt x="1189628" y="3349747"/>
                </a:lnTo>
                <a:lnTo>
                  <a:pt x="1166699" y="3335731"/>
                </a:lnTo>
                <a:lnTo>
                  <a:pt x="1143771" y="3319200"/>
                </a:lnTo>
                <a:lnTo>
                  <a:pt x="1143771" y="3319200"/>
                </a:lnTo>
                <a:lnTo>
                  <a:pt x="1120842" y="3335731"/>
                </a:lnTo>
                <a:lnTo>
                  <a:pt x="1097914" y="3349747"/>
                </a:lnTo>
                <a:lnTo>
                  <a:pt x="1074985" y="3359111"/>
                </a:lnTo>
                <a:lnTo>
                  <a:pt x="1052057" y="3362400"/>
                </a:lnTo>
                <a:lnTo>
                  <a:pt x="1029128" y="3359111"/>
                </a:lnTo>
                <a:lnTo>
                  <a:pt x="1006200" y="3349747"/>
                </a:lnTo>
                <a:lnTo>
                  <a:pt x="983271" y="3335731"/>
                </a:lnTo>
                <a:lnTo>
                  <a:pt x="960342" y="3319200"/>
                </a:lnTo>
                <a:lnTo>
                  <a:pt x="960342" y="3319200"/>
                </a:lnTo>
                <a:lnTo>
                  <a:pt x="937414" y="3335731"/>
                </a:lnTo>
                <a:lnTo>
                  <a:pt x="914485" y="3349747"/>
                </a:lnTo>
                <a:lnTo>
                  <a:pt x="891557" y="3359111"/>
                </a:lnTo>
                <a:lnTo>
                  <a:pt x="868628" y="3362400"/>
                </a:lnTo>
                <a:lnTo>
                  <a:pt x="845700" y="3359111"/>
                </a:lnTo>
                <a:lnTo>
                  <a:pt x="822771" y="3349747"/>
                </a:lnTo>
                <a:lnTo>
                  <a:pt x="799842" y="3335731"/>
                </a:lnTo>
                <a:lnTo>
                  <a:pt x="776914" y="3319200"/>
                </a:lnTo>
                <a:lnTo>
                  <a:pt x="776914" y="3319200"/>
                </a:lnTo>
                <a:lnTo>
                  <a:pt x="753985" y="3335731"/>
                </a:lnTo>
                <a:lnTo>
                  <a:pt x="731057" y="3349747"/>
                </a:lnTo>
                <a:lnTo>
                  <a:pt x="708128" y="3359111"/>
                </a:lnTo>
                <a:lnTo>
                  <a:pt x="685199" y="3362400"/>
                </a:lnTo>
                <a:lnTo>
                  <a:pt x="662271" y="3359111"/>
                </a:lnTo>
                <a:lnTo>
                  <a:pt x="639342" y="3349747"/>
                </a:lnTo>
                <a:lnTo>
                  <a:pt x="616414" y="3335731"/>
                </a:lnTo>
                <a:lnTo>
                  <a:pt x="593485" y="3319200"/>
                </a:lnTo>
                <a:lnTo>
                  <a:pt x="593485" y="3319200"/>
                </a:lnTo>
                <a:lnTo>
                  <a:pt x="570557" y="3335731"/>
                </a:lnTo>
                <a:lnTo>
                  <a:pt x="547628" y="3349747"/>
                </a:lnTo>
                <a:lnTo>
                  <a:pt x="524700" y="3359111"/>
                </a:lnTo>
                <a:lnTo>
                  <a:pt x="501771" y="3362400"/>
                </a:lnTo>
                <a:lnTo>
                  <a:pt x="478842" y="3359111"/>
                </a:lnTo>
                <a:lnTo>
                  <a:pt x="455914" y="3349747"/>
                </a:lnTo>
                <a:lnTo>
                  <a:pt x="432985" y="3335731"/>
                </a:lnTo>
                <a:lnTo>
                  <a:pt x="410057" y="3319200"/>
                </a:lnTo>
                <a:lnTo>
                  <a:pt x="410057" y="3319200"/>
                </a:lnTo>
                <a:lnTo>
                  <a:pt x="387128" y="3335731"/>
                </a:lnTo>
                <a:lnTo>
                  <a:pt x="364200" y="3349747"/>
                </a:lnTo>
                <a:lnTo>
                  <a:pt x="341271" y="3359111"/>
                </a:lnTo>
                <a:lnTo>
                  <a:pt x="318342" y="3362400"/>
                </a:lnTo>
                <a:lnTo>
                  <a:pt x="295414" y="3359111"/>
                </a:lnTo>
                <a:lnTo>
                  <a:pt x="272485" y="3349747"/>
                </a:lnTo>
                <a:lnTo>
                  <a:pt x="249557" y="3335731"/>
                </a:lnTo>
                <a:lnTo>
                  <a:pt x="226628" y="3319200"/>
                </a:lnTo>
                <a:lnTo>
                  <a:pt x="226628" y="3319200"/>
                </a:lnTo>
                <a:lnTo>
                  <a:pt x="203699" y="3335731"/>
                </a:lnTo>
                <a:lnTo>
                  <a:pt x="180771" y="3349747"/>
                </a:lnTo>
                <a:lnTo>
                  <a:pt x="157842" y="3359111"/>
                </a:lnTo>
                <a:lnTo>
                  <a:pt x="134914" y="3362400"/>
                </a:lnTo>
                <a:lnTo>
                  <a:pt x="111985" y="3359111"/>
                </a:lnTo>
                <a:lnTo>
                  <a:pt x="89057" y="3349747"/>
                </a:lnTo>
                <a:lnTo>
                  <a:pt x="66128" y="3335731"/>
                </a:lnTo>
                <a:lnTo>
                  <a:pt x="43200" y="3319200"/>
                </a:lnTo>
                <a:lnTo>
                  <a:pt x="43200" y="3319200"/>
                </a:lnTo>
                <a:lnTo>
                  <a:pt x="26668" y="3296450"/>
                </a:lnTo>
                <a:lnTo>
                  <a:pt x="12652" y="3273700"/>
                </a:lnTo>
                <a:lnTo>
                  <a:pt x="3288" y="3250950"/>
                </a:lnTo>
                <a:lnTo>
                  <a:pt x="0" y="3228200"/>
                </a:lnTo>
                <a:lnTo>
                  <a:pt x="3288" y="3205450"/>
                </a:lnTo>
                <a:lnTo>
                  <a:pt x="12652" y="3182700"/>
                </a:lnTo>
                <a:lnTo>
                  <a:pt x="26668" y="3159950"/>
                </a:lnTo>
                <a:lnTo>
                  <a:pt x="43200" y="3137200"/>
                </a:lnTo>
                <a:lnTo>
                  <a:pt x="43200" y="3137200"/>
                </a:lnTo>
                <a:lnTo>
                  <a:pt x="26668" y="3114450"/>
                </a:lnTo>
                <a:lnTo>
                  <a:pt x="12652" y="3091700"/>
                </a:lnTo>
                <a:lnTo>
                  <a:pt x="3288" y="3068950"/>
                </a:lnTo>
                <a:lnTo>
                  <a:pt x="0" y="3046200"/>
                </a:lnTo>
                <a:lnTo>
                  <a:pt x="3288" y="3023450"/>
                </a:lnTo>
                <a:lnTo>
                  <a:pt x="12652" y="3000700"/>
                </a:lnTo>
                <a:lnTo>
                  <a:pt x="26668" y="2977950"/>
                </a:lnTo>
                <a:lnTo>
                  <a:pt x="43200" y="2955200"/>
                </a:lnTo>
                <a:lnTo>
                  <a:pt x="43200" y="2955200"/>
                </a:lnTo>
                <a:lnTo>
                  <a:pt x="26668" y="2932450"/>
                </a:lnTo>
                <a:lnTo>
                  <a:pt x="12652" y="2909700"/>
                </a:lnTo>
                <a:lnTo>
                  <a:pt x="3288" y="2886950"/>
                </a:lnTo>
                <a:lnTo>
                  <a:pt x="0" y="2864200"/>
                </a:lnTo>
                <a:lnTo>
                  <a:pt x="3288" y="2841450"/>
                </a:lnTo>
                <a:lnTo>
                  <a:pt x="12652" y="2818700"/>
                </a:lnTo>
                <a:lnTo>
                  <a:pt x="26668" y="2795950"/>
                </a:lnTo>
                <a:lnTo>
                  <a:pt x="43200" y="2773200"/>
                </a:lnTo>
                <a:lnTo>
                  <a:pt x="43200" y="2773200"/>
                </a:lnTo>
                <a:lnTo>
                  <a:pt x="26668" y="2750450"/>
                </a:lnTo>
                <a:lnTo>
                  <a:pt x="12652" y="2727700"/>
                </a:lnTo>
                <a:lnTo>
                  <a:pt x="3288" y="2704950"/>
                </a:lnTo>
                <a:lnTo>
                  <a:pt x="0" y="2682200"/>
                </a:lnTo>
                <a:lnTo>
                  <a:pt x="3288" y="2659450"/>
                </a:lnTo>
                <a:lnTo>
                  <a:pt x="12652" y="2636700"/>
                </a:lnTo>
                <a:lnTo>
                  <a:pt x="26668" y="2613950"/>
                </a:lnTo>
                <a:lnTo>
                  <a:pt x="43200" y="2591200"/>
                </a:lnTo>
                <a:lnTo>
                  <a:pt x="43200" y="2591200"/>
                </a:lnTo>
                <a:lnTo>
                  <a:pt x="26668" y="2568450"/>
                </a:lnTo>
                <a:lnTo>
                  <a:pt x="12652" y="2545700"/>
                </a:lnTo>
                <a:lnTo>
                  <a:pt x="3288" y="2522950"/>
                </a:lnTo>
                <a:lnTo>
                  <a:pt x="0" y="2500200"/>
                </a:lnTo>
                <a:lnTo>
                  <a:pt x="3288" y="2477450"/>
                </a:lnTo>
                <a:lnTo>
                  <a:pt x="12652" y="2454700"/>
                </a:lnTo>
                <a:lnTo>
                  <a:pt x="26668" y="2431950"/>
                </a:lnTo>
                <a:lnTo>
                  <a:pt x="43200" y="2409200"/>
                </a:lnTo>
                <a:lnTo>
                  <a:pt x="43200" y="2409200"/>
                </a:lnTo>
                <a:lnTo>
                  <a:pt x="26668" y="2386450"/>
                </a:lnTo>
                <a:lnTo>
                  <a:pt x="12652" y="2363700"/>
                </a:lnTo>
                <a:lnTo>
                  <a:pt x="3288" y="2340950"/>
                </a:lnTo>
                <a:lnTo>
                  <a:pt x="0" y="2318200"/>
                </a:lnTo>
                <a:lnTo>
                  <a:pt x="3288" y="2295450"/>
                </a:lnTo>
                <a:lnTo>
                  <a:pt x="12652" y="2272700"/>
                </a:lnTo>
                <a:lnTo>
                  <a:pt x="26668" y="2249950"/>
                </a:lnTo>
                <a:lnTo>
                  <a:pt x="43200" y="2227200"/>
                </a:lnTo>
                <a:lnTo>
                  <a:pt x="43200" y="2227200"/>
                </a:lnTo>
                <a:lnTo>
                  <a:pt x="26668" y="2204450"/>
                </a:lnTo>
                <a:lnTo>
                  <a:pt x="12652" y="2181700"/>
                </a:lnTo>
                <a:lnTo>
                  <a:pt x="3288" y="2158949"/>
                </a:lnTo>
                <a:lnTo>
                  <a:pt x="0" y="2136200"/>
                </a:lnTo>
                <a:lnTo>
                  <a:pt x="3288" y="2113450"/>
                </a:lnTo>
                <a:lnTo>
                  <a:pt x="12652" y="2090700"/>
                </a:lnTo>
                <a:lnTo>
                  <a:pt x="26668" y="2067950"/>
                </a:lnTo>
                <a:lnTo>
                  <a:pt x="43200" y="2045200"/>
                </a:lnTo>
                <a:lnTo>
                  <a:pt x="43200" y="2045200"/>
                </a:lnTo>
                <a:lnTo>
                  <a:pt x="26668" y="2022450"/>
                </a:lnTo>
                <a:lnTo>
                  <a:pt x="12652" y="1999700"/>
                </a:lnTo>
                <a:lnTo>
                  <a:pt x="3288" y="1976950"/>
                </a:lnTo>
                <a:lnTo>
                  <a:pt x="0" y="1954199"/>
                </a:lnTo>
                <a:lnTo>
                  <a:pt x="3288" y="1931450"/>
                </a:lnTo>
                <a:lnTo>
                  <a:pt x="12652" y="1908700"/>
                </a:lnTo>
                <a:lnTo>
                  <a:pt x="26668" y="1885950"/>
                </a:lnTo>
                <a:lnTo>
                  <a:pt x="43200" y="1863200"/>
                </a:lnTo>
                <a:lnTo>
                  <a:pt x="43200" y="1863200"/>
                </a:lnTo>
                <a:lnTo>
                  <a:pt x="26668" y="1840450"/>
                </a:lnTo>
                <a:lnTo>
                  <a:pt x="12652" y="1817700"/>
                </a:lnTo>
                <a:lnTo>
                  <a:pt x="3288" y="1794950"/>
                </a:lnTo>
                <a:lnTo>
                  <a:pt x="0" y="1772200"/>
                </a:lnTo>
                <a:lnTo>
                  <a:pt x="3288" y="1749449"/>
                </a:lnTo>
                <a:lnTo>
                  <a:pt x="12652" y="1726700"/>
                </a:lnTo>
                <a:lnTo>
                  <a:pt x="26668" y="1703950"/>
                </a:lnTo>
                <a:lnTo>
                  <a:pt x="43200" y="1681200"/>
                </a:lnTo>
                <a:lnTo>
                  <a:pt x="43200" y="1681200"/>
                </a:lnTo>
                <a:lnTo>
                  <a:pt x="26668" y="1658450"/>
                </a:lnTo>
                <a:lnTo>
                  <a:pt x="12652" y="1635700"/>
                </a:lnTo>
                <a:lnTo>
                  <a:pt x="3288" y="1612950"/>
                </a:lnTo>
                <a:lnTo>
                  <a:pt x="0" y="1590200"/>
                </a:lnTo>
                <a:lnTo>
                  <a:pt x="3288" y="1567450"/>
                </a:lnTo>
                <a:lnTo>
                  <a:pt x="12652" y="1544700"/>
                </a:lnTo>
                <a:lnTo>
                  <a:pt x="26668" y="1521950"/>
                </a:lnTo>
                <a:lnTo>
                  <a:pt x="43200" y="1499200"/>
                </a:lnTo>
                <a:lnTo>
                  <a:pt x="43200" y="1499200"/>
                </a:lnTo>
                <a:lnTo>
                  <a:pt x="26668" y="1476450"/>
                </a:lnTo>
                <a:lnTo>
                  <a:pt x="12652" y="1453700"/>
                </a:lnTo>
                <a:lnTo>
                  <a:pt x="3288" y="1430950"/>
                </a:lnTo>
                <a:lnTo>
                  <a:pt x="0" y="1408200"/>
                </a:lnTo>
                <a:lnTo>
                  <a:pt x="3288" y="1385450"/>
                </a:lnTo>
                <a:lnTo>
                  <a:pt x="12652" y="1362700"/>
                </a:lnTo>
                <a:lnTo>
                  <a:pt x="26668" y="1339950"/>
                </a:lnTo>
                <a:lnTo>
                  <a:pt x="43200" y="1317200"/>
                </a:lnTo>
                <a:lnTo>
                  <a:pt x="43200" y="1317200"/>
                </a:lnTo>
                <a:lnTo>
                  <a:pt x="26668" y="1294450"/>
                </a:lnTo>
                <a:lnTo>
                  <a:pt x="12652" y="1271700"/>
                </a:lnTo>
                <a:lnTo>
                  <a:pt x="3288" y="1248950"/>
                </a:lnTo>
                <a:lnTo>
                  <a:pt x="0" y="1226200"/>
                </a:lnTo>
                <a:lnTo>
                  <a:pt x="3288" y="1203450"/>
                </a:lnTo>
                <a:lnTo>
                  <a:pt x="12652" y="1180700"/>
                </a:lnTo>
                <a:lnTo>
                  <a:pt x="26668" y="1157950"/>
                </a:lnTo>
                <a:lnTo>
                  <a:pt x="43200" y="1135200"/>
                </a:lnTo>
                <a:lnTo>
                  <a:pt x="43200" y="1135200"/>
                </a:lnTo>
                <a:lnTo>
                  <a:pt x="26668" y="1112450"/>
                </a:lnTo>
                <a:lnTo>
                  <a:pt x="12652" y="1089700"/>
                </a:lnTo>
                <a:lnTo>
                  <a:pt x="3288" y="1066950"/>
                </a:lnTo>
                <a:lnTo>
                  <a:pt x="0" y="1044200"/>
                </a:lnTo>
                <a:lnTo>
                  <a:pt x="3288" y="1021450"/>
                </a:lnTo>
                <a:lnTo>
                  <a:pt x="12652" y="998700"/>
                </a:lnTo>
                <a:lnTo>
                  <a:pt x="26668" y="975950"/>
                </a:lnTo>
                <a:lnTo>
                  <a:pt x="43200" y="953200"/>
                </a:lnTo>
                <a:lnTo>
                  <a:pt x="43200" y="953200"/>
                </a:lnTo>
                <a:lnTo>
                  <a:pt x="26668" y="930450"/>
                </a:lnTo>
                <a:lnTo>
                  <a:pt x="12652" y="907700"/>
                </a:lnTo>
                <a:lnTo>
                  <a:pt x="3288" y="884950"/>
                </a:lnTo>
                <a:lnTo>
                  <a:pt x="0" y="862200"/>
                </a:lnTo>
                <a:lnTo>
                  <a:pt x="3288" y="839450"/>
                </a:lnTo>
                <a:lnTo>
                  <a:pt x="12652" y="816700"/>
                </a:lnTo>
                <a:lnTo>
                  <a:pt x="26668" y="793949"/>
                </a:lnTo>
                <a:lnTo>
                  <a:pt x="43200" y="771199"/>
                </a:lnTo>
                <a:lnTo>
                  <a:pt x="43200" y="771199"/>
                </a:lnTo>
                <a:lnTo>
                  <a:pt x="26668" y="748450"/>
                </a:lnTo>
                <a:lnTo>
                  <a:pt x="12652" y="725700"/>
                </a:lnTo>
                <a:lnTo>
                  <a:pt x="3288" y="702950"/>
                </a:lnTo>
                <a:lnTo>
                  <a:pt x="0" y="680200"/>
                </a:lnTo>
                <a:lnTo>
                  <a:pt x="3288" y="657450"/>
                </a:lnTo>
                <a:lnTo>
                  <a:pt x="12652" y="634700"/>
                </a:lnTo>
                <a:lnTo>
                  <a:pt x="26668" y="611950"/>
                </a:lnTo>
                <a:lnTo>
                  <a:pt x="43200" y="589199"/>
                </a:lnTo>
                <a:lnTo>
                  <a:pt x="43200" y="589199"/>
                </a:lnTo>
                <a:lnTo>
                  <a:pt x="26668" y="566449"/>
                </a:lnTo>
                <a:lnTo>
                  <a:pt x="12652" y="543700"/>
                </a:lnTo>
                <a:lnTo>
                  <a:pt x="3288" y="520950"/>
                </a:lnTo>
                <a:lnTo>
                  <a:pt x="0" y="498200"/>
                </a:lnTo>
                <a:lnTo>
                  <a:pt x="3288" y="475450"/>
                </a:lnTo>
                <a:lnTo>
                  <a:pt x="12652" y="452700"/>
                </a:lnTo>
                <a:lnTo>
                  <a:pt x="26668" y="429950"/>
                </a:lnTo>
                <a:lnTo>
                  <a:pt x="43200" y="407200"/>
                </a:lnTo>
                <a:lnTo>
                  <a:pt x="43200" y="407200"/>
                </a:lnTo>
                <a:lnTo>
                  <a:pt x="26668" y="384449"/>
                </a:lnTo>
                <a:lnTo>
                  <a:pt x="12652" y="361699"/>
                </a:lnTo>
                <a:lnTo>
                  <a:pt x="3288" y="338950"/>
                </a:lnTo>
                <a:lnTo>
                  <a:pt x="0" y="316200"/>
                </a:lnTo>
                <a:lnTo>
                  <a:pt x="3288" y="293450"/>
                </a:lnTo>
                <a:lnTo>
                  <a:pt x="12652" y="270700"/>
                </a:lnTo>
                <a:lnTo>
                  <a:pt x="26668" y="247950"/>
                </a:lnTo>
                <a:lnTo>
                  <a:pt x="43200" y="225200"/>
                </a:lnTo>
                <a:lnTo>
                  <a:pt x="43200" y="225200"/>
                </a:lnTo>
                <a:lnTo>
                  <a:pt x="26668" y="202450"/>
                </a:lnTo>
                <a:lnTo>
                  <a:pt x="12652" y="179699"/>
                </a:lnTo>
                <a:lnTo>
                  <a:pt x="3288" y="156949"/>
                </a:lnTo>
                <a:lnTo>
                  <a:pt x="0" y="134200"/>
                </a:lnTo>
                <a:lnTo>
                  <a:pt x="3288" y="111450"/>
                </a:lnTo>
                <a:lnTo>
                  <a:pt x="12652" y="88700"/>
                </a:lnTo>
                <a:lnTo>
                  <a:pt x="26668" y="65950"/>
                </a:lnTo>
                <a:lnTo>
                  <a:pt x="43200" y="43200"/>
                </a:lnTo>
                <a:close/>
              </a:path>
            </a:pathLst>
          </a:custGeom>
          <a:noFill/>
          <a:ln w="7620">
            <a:solidFill>
              <a:srgbClr val="A4433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8000" y="3456000"/>
            <a:ext cx="3636000" cy="309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  <a:r>
              <a:t>PROPOSED #16</a:t>
            </a:r>
          </a:p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</a:p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  <a:r>
              <a:t>Drawing shows an isolated module.</a:t>
            </a:r>
          </a:p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  <a:r>
              <a:t>Do not copy 614 clear to shared-post bays.</a:t>
            </a:r>
          </a:p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</a:p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  <a:r>
              <a:t>Shelf fit clearance and frame segmentation require fabricator approval.</a:t>
            </a:r>
          </a:p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</a:p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  <a:r>
              <a:t>Full elevation: AP-08 / AP-09.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Shelf / frame / concealed 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AP-13 · section through 250-deep display shelf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540000" y="9792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540000" y="10008000"/>
            <a:ext cx="7128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FOR COORDINATION  ·  SITE ITEMS OPEN  ·  REV B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06 OCT 2026  /  SOURCE REV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4000" y="10008000"/>
            <a:ext cx="522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1:2 @ A3  ·  DIMENSIONS mm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SPEC SNAPSHOT eeccbde1cd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92000" y="10008000"/>
            <a:ext cx="1152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AP-13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548000" y="2052000"/>
            <a:ext cx="0" cy="7308000"/>
          </a:xfrm>
          <a:prstGeom prst="line">
            <a:avLst/>
          </a:prstGeom>
          <a:ln w="7620">
            <a:solidFill>
              <a:srgbClr val="E8E1D5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10908000" y="2088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CONFIRMED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08000" y="2448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3 mm folded MS tray. 25 front downstand. 250 total shelf projection. 20 × 20 × 1.6 support SHS.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08000" y="3852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LIGHTING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08000" y="4212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Removable aluminium LED channel beneath tray; diffuser screened by downstand. 3000 K. Profile, setback and wattage TBC #16.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08000" y="5616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SERVICE 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08000" y="5976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Tray/channel accessible from below. Concealed cable follows rear upright with protected holes, grommets and strain relief.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08000" y="7380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LOAD / 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08000" y="7740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Shelf loading, span deflection, welds, fasteners and actual LED housing dimensions require fabricator/consultant confirmation.</a:t>
            </a:r>
          </a:p>
        </p:txBody>
      </p:sp>
      <p:sp>
        <p:nvSpPr>
          <p:cNvPr id="20" name="GEOM:shelf-section"/>
          <p:cNvSpPr/>
          <p:nvPr/>
        </p:nvSpPr>
        <p:spPr>
          <a:xfrm>
            <a:off x="2304000" y="5634000"/>
            <a:ext cx="4500000" cy="54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50000" y="5634000"/>
            <a:ext cx="54000" cy="45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GEOM:secondary-shs"/>
          <p:cNvSpPr/>
          <p:nvPr/>
        </p:nvSpPr>
        <p:spPr>
          <a:xfrm>
            <a:off x="2574000" y="5688000"/>
            <a:ext cx="360000" cy="360000"/>
          </a:xfrm>
          <a:prstGeom prst="rect">
            <a:avLst/>
          </a:prstGeom>
          <a:noFill/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02800" y="5716800"/>
            <a:ext cx="302400" cy="302400"/>
          </a:xfrm>
          <a:prstGeom prst="rect">
            <a:avLst/>
          </a:prstGeom>
          <a:noFill/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4000" y="5742000"/>
            <a:ext cx="252000" cy="180000"/>
          </a:xfrm>
          <a:prstGeom prst="rect">
            <a:avLst/>
          </a:prstGeom>
          <a:noFill/>
          <a:ln w="8890">
            <a:solidFill>
              <a:srgbClr val="9A825A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6354000" y="5940000"/>
            <a:ext cx="252000" cy="0"/>
          </a:xfrm>
          <a:prstGeom prst="line">
            <a:avLst/>
          </a:prstGeom>
          <a:ln w="15240">
            <a:solidFill>
              <a:srgbClr val="9A825A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 flipH="1">
            <a:off x="6354000" y="5994000"/>
            <a:ext cx="126000" cy="342000"/>
          </a:xfrm>
          <a:prstGeom prst="line">
            <a:avLst/>
          </a:prstGeom>
          <a:ln w="8890">
            <a:solidFill>
              <a:srgbClr val="9A825A"/>
            </a:solidFill>
            <a:prstDash val="dash"/>
          </a:ln>
          <a:effectLst/>
        </p:spPr>
      </p:cxnSp>
      <p:cxnSp>
        <p:nvCxnSpPr>
          <p:cNvPr id="27" name="Connector 26"/>
          <p:cNvCxnSpPr/>
          <p:nvPr/>
        </p:nvCxnSpPr>
        <p:spPr>
          <a:xfrm>
            <a:off x="6480000" y="5994000"/>
            <a:ext cx="126000" cy="342000"/>
          </a:xfrm>
          <a:prstGeom prst="line">
            <a:avLst/>
          </a:prstGeom>
          <a:ln w="8890">
            <a:solidFill>
              <a:srgbClr val="9A825A"/>
            </a:solidFill>
            <a:prstDash val="dash"/>
          </a:ln>
          <a:effectLst/>
        </p:spPr>
      </p:cxnSp>
      <p:cxnSp>
        <p:nvCxnSpPr>
          <p:cNvPr id="28" name="Connector 27"/>
          <p:cNvCxnSpPr/>
          <p:nvPr/>
        </p:nvCxnSpPr>
        <p:spPr>
          <a:xfrm flipV="1">
            <a:off x="2304000" y="5202000"/>
            <a:ext cx="0" cy="43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 flipV="1">
            <a:off x="6804000" y="5202000"/>
            <a:ext cx="0" cy="43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2304000" y="5202000"/>
            <a:ext cx="45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 flipV="1">
            <a:off x="2268000" y="516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 flipV="1">
            <a:off x="6768000" y="516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3" name="TextBox 32"/>
          <p:cNvSpPr txBox="1"/>
          <p:nvPr/>
        </p:nvSpPr>
        <p:spPr>
          <a:xfrm>
            <a:off x="4014000" y="5022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804000" y="6084000"/>
            <a:ext cx="46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>
            <a:off x="6804000" y="5634000"/>
            <a:ext cx="46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6" name="Connector 35"/>
          <p:cNvCxnSpPr/>
          <p:nvPr/>
        </p:nvCxnSpPr>
        <p:spPr>
          <a:xfrm flipV="1">
            <a:off x="7272000" y="5634000"/>
            <a:ext cx="0" cy="45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7" name="Connector 36"/>
          <p:cNvCxnSpPr/>
          <p:nvPr/>
        </p:nvCxnSpPr>
        <p:spPr>
          <a:xfrm flipV="1">
            <a:off x="7236000" y="604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8" name="Connector 37"/>
          <p:cNvCxnSpPr/>
          <p:nvPr/>
        </p:nvCxnSpPr>
        <p:spPr>
          <a:xfrm flipV="1">
            <a:off x="7236000" y="559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9" name="TextBox 38"/>
          <p:cNvSpPr txBox="1"/>
          <p:nvPr/>
        </p:nvSpPr>
        <p:spPr>
          <a:xfrm>
            <a:off x="6840000" y="5859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</a:t>
            </a:r>
          </a:p>
        </p:txBody>
      </p:sp>
      <p:sp>
        <p:nvSpPr>
          <p:cNvPr id="40" name="Freeform 39"/>
          <p:cNvSpPr/>
          <p:nvPr/>
        </p:nvSpPr>
        <p:spPr>
          <a:xfrm>
            <a:off x="1720800" y="6544800"/>
            <a:ext cx="8078400" cy="1526400"/>
          </a:xfrm>
          <a:custGeom>
            <a:avLst/>
            <a:gdLst/>
            <a:ahLst/>
            <a:cxnLst/>
            <a:rect l="l" t="t" r="r" b="b"/>
            <a:pathLst>
              <a:path w="8078400" h="1526400">
                <a:moveTo>
                  <a:pt x="43200" y="43200"/>
                </a:moveTo>
                <a:lnTo>
                  <a:pt x="65904" y="26668"/>
                </a:lnTo>
                <a:lnTo>
                  <a:pt x="88609" y="12652"/>
                </a:lnTo>
                <a:lnTo>
                  <a:pt x="111313" y="3288"/>
                </a:lnTo>
                <a:lnTo>
                  <a:pt x="134018" y="0"/>
                </a:lnTo>
                <a:lnTo>
                  <a:pt x="156722" y="3288"/>
                </a:lnTo>
                <a:lnTo>
                  <a:pt x="179427" y="12652"/>
                </a:lnTo>
                <a:lnTo>
                  <a:pt x="202131" y="26668"/>
                </a:lnTo>
                <a:lnTo>
                  <a:pt x="224836" y="43200"/>
                </a:lnTo>
                <a:lnTo>
                  <a:pt x="224836" y="43200"/>
                </a:lnTo>
                <a:lnTo>
                  <a:pt x="247540" y="26668"/>
                </a:lnTo>
                <a:lnTo>
                  <a:pt x="270245" y="12652"/>
                </a:lnTo>
                <a:lnTo>
                  <a:pt x="292950" y="3288"/>
                </a:lnTo>
                <a:lnTo>
                  <a:pt x="315654" y="0"/>
                </a:lnTo>
                <a:lnTo>
                  <a:pt x="338359" y="3288"/>
                </a:lnTo>
                <a:lnTo>
                  <a:pt x="361063" y="12652"/>
                </a:lnTo>
                <a:lnTo>
                  <a:pt x="383768" y="26668"/>
                </a:lnTo>
                <a:lnTo>
                  <a:pt x="406472" y="43200"/>
                </a:lnTo>
                <a:lnTo>
                  <a:pt x="406472" y="43200"/>
                </a:lnTo>
                <a:lnTo>
                  <a:pt x="429177" y="26668"/>
                </a:lnTo>
                <a:lnTo>
                  <a:pt x="451881" y="12652"/>
                </a:lnTo>
                <a:lnTo>
                  <a:pt x="474586" y="3288"/>
                </a:lnTo>
                <a:lnTo>
                  <a:pt x="497290" y="0"/>
                </a:lnTo>
                <a:lnTo>
                  <a:pt x="519995" y="3288"/>
                </a:lnTo>
                <a:lnTo>
                  <a:pt x="542700" y="12652"/>
                </a:lnTo>
                <a:lnTo>
                  <a:pt x="565404" y="26668"/>
                </a:lnTo>
                <a:lnTo>
                  <a:pt x="588109" y="43200"/>
                </a:lnTo>
                <a:lnTo>
                  <a:pt x="588109" y="43200"/>
                </a:lnTo>
                <a:lnTo>
                  <a:pt x="610813" y="26668"/>
                </a:lnTo>
                <a:lnTo>
                  <a:pt x="633518" y="12652"/>
                </a:lnTo>
                <a:lnTo>
                  <a:pt x="656222" y="3288"/>
                </a:lnTo>
                <a:lnTo>
                  <a:pt x="678927" y="0"/>
                </a:lnTo>
                <a:lnTo>
                  <a:pt x="701631" y="3288"/>
                </a:lnTo>
                <a:lnTo>
                  <a:pt x="724336" y="12652"/>
                </a:lnTo>
                <a:lnTo>
                  <a:pt x="747040" y="26668"/>
                </a:lnTo>
                <a:lnTo>
                  <a:pt x="769745" y="43200"/>
                </a:lnTo>
                <a:lnTo>
                  <a:pt x="769745" y="43200"/>
                </a:lnTo>
                <a:lnTo>
                  <a:pt x="792450" y="26668"/>
                </a:lnTo>
                <a:lnTo>
                  <a:pt x="815154" y="12652"/>
                </a:lnTo>
                <a:lnTo>
                  <a:pt x="837859" y="3288"/>
                </a:lnTo>
                <a:lnTo>
                  <a:pt x="860563" y="0"/>
                </a:lnTo>
                <a:lnTo>
                  <a:pt x="883268" y="3288"/>
                </a:lnTo>
                <a:lnTo>
                  <a:pt x="905972" y="12652"/>
                </a:lnTo>
                <a:lnTo>
                  <a:pt x="928677" y="26668"/>
                </a:lnTo>
                <a:lnTo>
                  <a:pt x="951381" y="43200"/>
                </a:lnTo>
                <a:lnTo>
                  <a:pt x="951381" y="43200"/>
                </a:lnTo>
                <a:lnTo>
                  <a:pt x="974086" y="26668"/>
                </a:lnTo>
                <a:lnTo>
                  <a:pt x="996790" y="12652"/>
                </a:lnTo>
                <a:lnTo>
                  <a:pt x="1019495" y="3288"/>
                </a:lnTo>
                <a:lnTo>
                  <a:pt x="1042200" y="0"/>
                </a:lnTo>
                <a:lnTo>
                  <a:pt x="1064904" y="3288"/>
                </a:lnTo>
                <a:lnTo>
                  <a:pt x="1087609" y="12652"/>
                </a:lnTo>
                <a:lnTo>
                  <a:pt x="1110313" y="26668"/>
                </a:lnTo>
                <a:lnTo>
                  <a:pt x="1133018" y="43200"/>
                </a:lnTo>
                <a:lnTo>
                  <a:pt x="1133018" y="43200"/>
                </a:lnTo>
                <a:lnTo>
                  <a:pt x="1155722" y="26668"/>
                </a:lnTo>
                <a:lnTo>
                  <a:pt x="1178427" y="12652"/>
                </a:lnTo>
                <a:lnTo>
                  <a:pt x="1201131" y="3288"/>
                </a:lnTo>
                <a:lnTo>
                  <a:pt x="1223836" y="0"/>
                </a:lnTo>
                <a:lnTo>
                  <a:pt x="1246540" y="3288"/>
                </a:lnTo>
                <a:lnTo>
                  <a:pt x="1269245" y="12652"/>
                </a:lnTo>
                <a:lnTo>
                  <a:pt x="1291950" y="26668"/>
                </a:lnTo>
                <a:lnTo>
                  <a:pt x="1314654" y="43200"/>
                </a:lnTo>
                <a:lnTo>
                  <a:pt x="1314654" y="43200"/>
                </a:lnTo>
                <a:lnTo>
                  <a:pt x="1337359" y="26668"/>
                </a:lnTo>
                <a:lnTo>
                  <a:pt x="1360063" y="12652"/>
                </a:lnTo>
                <a:lnTo>
                  <a:pt x="1382768" y="3288"/>
                </a:lnTo>
                <a:lnTo>
                  <a:pt x="1405472" y="0"/>
                </a:lnTo>
                <a:lnTo>
                  <a:pt x="1428177" y="3288"/>
                </a:lnTo>
                <a:lnTo>
                  <a:pt x="1450881" y="12652"/>
                </a:lnTo>
                <a:lnTo>
                  <a:pt x="1473586" y="26668"/>
                </a:lnTo>
                <a:lnTo>
                  <a:pt x="1496290" y="43200"/>
                </a:lnTo>
                <a:lnTo>
                  <a:pt x="1496290" y="43200"/>
                </a:lnTo>
                <a:lnTo>
                  <a:pt x="1518995" y="26668"/>
                </a:lnTo>
                <a:lnTo>
                  <a:pt x="1541700" y="12652"/>
                </a:lnTo>
                <a:lnTo>
                  <a:pt x="1564404" y="3288"/>
                </a:lnTo>
                <a:lnTo>
                  <a:pt x="1587109" y="0"/>
                </a:lnTo>
                <a:lnTo>
                  <a:pt x="1609813" y="3288"/>
                </a:lnTo>
                <a:lnTo>
                  <a:pt x="1632518" y="12652"/>
                </a:lnTo>
                <a:lnTo>
                  <a:pt x="1655222" y="26668"/>
                </a:lnTo>
                <a:lnTo>
                  <a:pt x="1677927" y="43200"/>
                </a:lnTo>
                <a:lnTo>
                  <a:pt x="1677927" y="43200"/>
                </a:lnTo>
                <a:lnTo>
                  <a:pt x="1700631" y="26668"/>
                </a:lnTo>
                <a:lnTo>
                  <a:pt x="1723336" y="12652"/>
                </a:lnTo>
                <a:lnTo>
                  <a:pt x="1746040" y="3288"/>
                </a:lnTo>
                <a:lnTo>
                  <a:pt x="1768745" y="0"/>
                </a:lnTo>
                <a:lnTo>
                  <a:pt x="1791450" y="3288"/>
                </a:lnTo>
                <a:lnTo>
                  <a:pt x="1814154" y="12652"/>
                </a:lnTo>
                <a:lnTo>
                  <a:pt x="1836859" y="26668"/>
                </a:lnTo>
                <a:lnTo>
                  <a:pt x="1859563" y="43200"/>
                </a:lnTo>
                <a:lnTo>
                  <a:pt x="1859563" y="43200"/>
                </a:lnTo>
                <a:lnTo>
                  <a:pt x="1882268" y="26668"/>
                </a:lnTo>
                <a:lnTo>
                  <a:pt x="1904972" y="12652"/>
                </a:lnTo>
                <a:lnTo>
                  <a:pt x="1927677" y="3288"/>
                </a:lnTo>
                <a:lnTo>
                  <a:pt x="1950381" y="0"/>
                </a:lnTo>
                <a:lnTo>
                  <a:pt x="1973086" y="3288"/>
                </a:lnTo>
                <a:lnTo>
                  <a:pt x="1995790" y="12652"/>
                </a:lnTo>
                <a:lnTo>
                  <a:pt x="2018495" y="26668"/>
                </a:lnTo>
                <a:lnTo>
                  <a:pt x="2041200" y="43200"/>
                </a:lnTo>
                <a:lnTo>
                  <a:pt x="2041200" y="43200"/>
                </a:lnTo>
                <a:lnTo>
                  <a:pt x="2063904" y="26668"/>
                </a:lnTo>
                <a:lnTo>
                  <a:pt x="2086609" y="12652"/>
                </a:lnTo>
                <a:lnTo>
                  <a:pt x="2109313" y="3288"/>
                </a:lnTo>
                <a:lnTo>
                  <a:pt x="2132018" y="0"/>
                </a:lnTo>
                <a:lnTo>
                  <a:pt x="2154722" y="3288"/>
                </a:lnTo>
                <a:lnTo>
                  <a:pt x="2177427" y="12652"/>
                </a:lnTo>
                <a:lnTo>
                  <a:pt x="2200131" y="26668"/>
                </a:lnTo>
                <a:lnTo>
                  <a:pt x="2222836" y="43200"/>
                </a:lnTo>
                <a:lnTo>
                  <a:pt x="2222836" y="43200"/>
                </a:lnTo>
                <a:lnTo>
                  <a:pt x="2245540" y="26668"/>
                </a:lnTo>
                <a:lnTo>
                  <a:pt x="2268245" y="12652"/>
                </a:lnTo>
                <a:lnTo>
                  <a:pt x="2290950" y="3288"/>
                </a:lnTo>
                <a:lnTo>
                  <a:pt x="2313654" y="0"/>
                </a:lnTo>
                <a:lnTo>
                  <a:pt x="2336359" y="3288"/>
                </a:lnTo>
                <a:lnTo>
                  <a:pt x="2359063" y="12652"/>
                </a:lnTo>
                <a:lnTo>
                  <a:pt x="2381768" y="26668"/>
                </a:lnTo>
                <a:lnTo>
                  <a:pt x="2404472" y="43200"/>
                </a:lnTo>
                <a:lnTo>
                  <a:pt x="2404472" y="43200"/>
                </a:lnTo>
                <a:lnTo>
                  <a:pt x="2427177" y="26668"/>
                </a:lnTo>
                <a:lnTo>
                  <a:pt x="2449881" y="12652"/>
                </a:lnTo>
                <a:lnTo>
                  <a:pt x="2472586" y="3288"/>
                </a:lnTo>
                <a:lnTo>
                  <a:pt x="2495290" y="0"/>
                </a:lnTo>
                <a:lnTo>
                  <a:pt x="2517995" y="3288"/>
                </a:lnTo>
                <a:lnTo>
                  <a:pt x="2540700" y="12652"/>
                </a:lnTo>
                <a:lnTo>
                  <a:pt x="2563404" y="26668"/>
                </a:lnTo>
                <a:lnTo>
                  <a:pt x="2586109" y="43200"/>
                </a:lnTo>
                <a:lnTo>
                  <a:pt x="2586109" y="43200"/>
                </a:lnTo>
                <a:lnTo>
                  <a:pt x="2608813" y="26668"/>
                </a:lnTo>
                <a:lnTo>
                  <a:pt x="2631518" y="12652"/>
                </a:lnTo>
                <a:lnTo>
                  <a:pt x="2654222" y="3288"/>
                </a:lnTo>
                <a:lnTo>
                  <a:pt x="2676927" y="0"/>
                </a:lnTo>
                <a:lnTo>
                  <a:pt x="2699631" y="3288"/>
                </a:lnTo>
                <a:lnTo>
                  <a:pt x="2722336" y="12652"/>
                </a:lnTo>
                <a:lnTo>
                  <a:pt x="2745040" y="26668"/>
                </a:lnTo>
                <a:lnTo>
                  <a:pt x="2767745" y="43200"/>
                </a:lnTo>
                <a:lnTo>
                  <a:pt x="2767745" y="43200"/>
                </a:lnTo>
                <a:lnTo>
                  <a:pt x="2790450" y="26668"/>
                </a:lnTo>
                <a:lnTo>
                  <a:pt x="2813154" y="12652"/>
                </a:lnTo>
                <a:lnTo>
                  <a:pt x="2835859" y="3288"/>
                </a:lnTo>
                <a:lnTo>
                  <a:pt x="2858563" y="0"/>
                </a:lnTo>
                <a:lnTo>
                  <a:pt x="2881268" y="3288"/>
                </a:lnTo>
                <a:lnTo>
                  <a:pt x="2903972" y="12652"/>
                </a:lnTo>
                <a:lnTo>
                  <a:pt x="2926677" y="26668"/>
                </a:lnTo>
                <a:lnTo>
                  <a:pt x="2949381" y="43200"/>
                </a:lnTo>
                <a:lnTo>
                  <a:pt x="2949381" y="43200"/>
                </a:lnTo>
                <a:lnTo>
                  <a:pt x="2972086" y="26668"/>
                </a:lnTo>
                <a:lnTo>
                  <a:pt x="2994790" y="12652"/>
                </a:lnTo>
                <a:lnTo>
                  <a:pt x="3017495" y="3288"/>
                </a:lnTo>
                <a:lnTo>
                  <a:pt x="3040200" y="0"/>
                </a:lnTo>
                <a:lnTo>
                  <a:pt x="3062904" y="3288"/>
                </a:lnTo>
                <a:lnTo>
                  <a:pt x="3085609" y="12652"/>
                </a:lnTo>
                <a:lnTo>
                  <a:pt x="3108313" y="26668"/>
                </a:lnTo>
                <a:lnTo>
                  <a:pt x="3131018" y="43200"/>
                </a:lnTo>
                <a:lnTo>
                  <a:pt x="3131018" y="43200"/>
                </a:lnTo>
                <a:lnTo>
                  <a:pt x="3153722" y="26668"/>
                </a:lnTo>
                <a:lnTo>
                  <a:pt x="3176427" y="12652"/>
                </a:lnTo>
                <a:lnTo>
                  <a:pt x="3199131" y="3288"/>
                </a:lnTo>
                <a:lnTo>
                  <a:pt x="3221836" y="0"/>
                </a:lnTo>
                <a:lnTo>
                  <a:pt x="3244540" y="3288"/>
                </a:lnTo>
                <a:lnTo>
                  <a:pt x="3267245" y="12652"/>
                </a:lnTo>
                <a:lnTo>
                  <a:pt x="3289950" y="26668"/>
                </a:lnTo>
                <a:lnTo>
                  <a:pt x="3312654" y="43200"/>
                </a:lnTo>
                <a:lnTo>
                  <a:pt x="3312654" y="43200"/>
                </a:lnTo>
                <a:lnTo>
                  <a:pt x="3335359" y="26668"/>
                </a:lnTo>
                <a:lnTo>
                  <a:pt x="3358063" y="12652"/>
                </a:lnTo>
                <a:lnTo>
                  <a:pt x="3380768" y="3288"/>
                </a:lnTo>
                <a:lnTo>
                  <a:pt x="3403472" y="0"/>
                </a:lnTo>
                <a:lnTo>
                  <a:pt x="3426177" y="3288"/>
                </a:lnTo>
                <a:lnTo>
                  <a:pt x="3448881" y="12652"/>
                </a:lnTo>
                <a:lnTo>
                  <a:pt x="3471586" y="26668"/>
                </a:lnTo>
                <a:lnTo>
                  <a:pt x="3494290" y="43200"/>
                </a:lnTo>
                <a:lnTo>
                  <a:pt x="3494290" y="43200"/>
                </a:lnTo>
                <a:lnTo>
                  <a:pt x="3516995" y="26668"/>
                </a:lnTo>
                <a:lnTo>
                  <a:pt x="3539700" y="12652"/>
                </a:lnTo>
                <a:lnTo>
                  <a:pt x="3562404" y="3288"/>
                </a:lnTo>
                <a:lnTo>
                  <a:pt x="3585109" y="0"/>
                </a:lnTo>
                <a:lnTo>
                  <a:pt x="3607813" y="3288"/>
                </a:lnTo>
                <a:lnTo>
                  <a:pt x="3630518" y="12652"/>
                </a:lnTo>
                <a:lnTo>
                  <a:pt x="3653222" y="26668"/>
                </a:lnTo>
                <a:lnTo>
                  <a:pt x="3675927" y="43200"/>
                </a:lnTo>
                <a:lnTo>
                  <a:pt x="3675927" y="43200"/>
                </a:lnTo>
                <a:lnTo>
                  <a:pt x="3698631" y="26668"/>
                </a:lnTo>
                <a:lnTo>
                  <a:pt x="3721336" y="12652"/>
                </a:lnTo>
                <a:lnTo>
                  <a:pt x="3744040" y="3288"/>
                </a:lnTo>
                <a:lnTo>
                  <a:pt x="3766745" y="0"/>
                </a:lnTo>
                <a:lnTo>
                  <a:pt x="3789450" y="3288"/>
                </a:lnTo>
                <a:lnTo>
                  <a:pt x="3812154" y="12652"/>
                </a:lnTo>
                <a:lnTo>
                  <a:pt x="3834859" y="26668"/>
                </a:lnTo>
                <a:lnTo>
                  <a:pt x="3857563" y="43200"/>
                </a:lnTo>
                <a:lnTo>
                  <a:pt x="3857563" y="43200"/>
                </a:lnTo>
                <a:lnTo>
                  <a:pt x="3880268" y="26668"/>
                </a:lnTo>
                <a:lnTo>
                  <a:pt x="3902972" y="12652"/>
                </a:lnTo>
                <a:lnTo>
                  <a:pt x="3925677" y="3288"/>
                </a:lnTo>
                <a:lnTo>
                  <a:pt x="3948381" y="0"/>
                </a:lnTo>
                <a:lnTo>
                  <a:pt x="3971086" y="3288"/>
                </a:lnTo>
                <a:lnTo>
                  <a:pt x="3993790" y="12652"/>
                </a:lnTo>
                <a:lnTo>
                  <a:pt x="4016495" y="26668"/>
                </a:lnTo>
                <a:lnTo>
                  <a:pt x="4039200" y="43200"/>
                </a:lnTo>
                <a:lnTo>
                  <a:pt x="4039200" y="43200"/>
                </a:lnTo>
                <a:lnTo>
                  <a:pt x="4061904" y="26668"/>
                </a:lnTo>
                <a:lnTo>
                  <a:pt x="4084609" y="12652"/>
                </a:lnTo>
                <a:lnTo>
                  <a:pt x="4107313" y="3288"/>
                </a:lnTo>
                <a:lnTo>
                  <a:pt x="4130018" y="0"/>
                </a:lnTo>
                <a:lnTo>
                  <a:pt x="4152722" y="3288"/>
                </a:lnTo>
                <a:lnTo>
                  <a:pt x="4175427" y="12652"/>
                </a:lnTo>
                <a:lnTo>
                  <a:pt x="4198131" y="26668"/>
                </a:lnTo>
                <a:lnTo>
                  <a:pt x="4220836" y="43200"/>
                </a:lnTo>
                <a:lnTo>
                  <a:pt x="4220836" y="43200"/>
                </a:lnTo>
                <a:lnTo>
                  <a:pt x="4243540" y="26668"/>
                </a:lnTo>
                <a:lnTo>
                  <a:pt x="4266245" y="12652"/>
                </a:lnTo>
                <a:lnTo>
                  <a:pt x="4288950" y="3288"/>
                </a:lnTo>
                <a:lnTo>
                  <a:pt x="4311654" y="0"/>
                </a:lnTo>
                <a:lnTo>
                  <a:pt x="4334359" y="3288"/>
                </a:lnTo>
                <a:lnTo>
                  <a:pt x="4357063" y="12652"/>
                </a:lnTo>
                <a:lnTo>
                  <a:pt x="4379768" y="26668"/>
                </a:lnTo>
                <a:lnTo>
                  <a:pt x="4402472" y="43200"/>
                </a:lnTo>
                <a:lnTo>
                  <a:pt x="4402472" y="43200"/>
                </a:lnTo>
                <a:lnTo>
                  <a:pt x="4425177" y="26668"/>
                </a:lnTo>
                <a:lnTo>
                  <a:pt x="4447881" y="12652"/>
                </a:lnTo>
                <a:lnTo>
                  <a:pt x="4470586" y="3288"/>
                </a:lnTo>
                <a:lnTo>
                  <a:pt x="4493290" y="0"/>
                </a:lnTo>
                <a:lnTo>
                  <a:pt x="4515995" y="3288"/>
                </a:lnTo>
                <a:lnTo>
                  <a:pt x="4538700" y="12652"/>
                </a:lnTo>
                <a:lnTo>
                  <a:pt x="4561404" y="26668"/>
                </a:lnTo>
                <a:lnTo>
                  <a:pt x="4584109" y="43200"/>
                </a:lnTo>
                <a:lnTo>
                  <a:pt x="4584109" y="43200"/>
                </a:lnTo>
                <a:lnTo>
                  <a:pt x="4606813" y="26668"/>
                </a:lnTo>
                <a:lnTo>
                  <a:pt x="4629518" y="12652"/>
                </a:lnTo>
                <a:lnTo>
                  <a:pt x="4652222" y="3288"/>
                </a:lnTo>
                <a:lnTo>
                  <a:pt x="4674927" y="0"/>
                </a:lnTo>
                <a:lnTo>
                  <a:pt x="4697631" y="3288"/>
                </a:lnTo>
                <a:lnTo>
                  <a:pt x="4720336" y="12652"/>
                </a:lnTo>
                <a:lnTo>
                  <a:pt x="4743040" y="26668"/>
                </a:lnTo>
                <a:lnTo>
                  <a:pt x="4765745" y="43200"/>
                </a:lnTo>
                <a:lnTo>
                  <a:pt x="4765745" y="43200"/>
                </a:lnTo>
                <a:lnTo>
                  <a:pt x="4788450" y="26668"/>
                </a:lnTo>
                <a:lnTo>
                  <a:pt x="4811154" y="12652"/>
                </a:lnTo>
                <a:lnTo>
                  <a:pt x="4833859" y="3288"/>
                </a:lnTo>
                <a:lnTo>
                  <a:pt x="4856563" y="0"/>
                </a:lnTo>
                <a:lnTo>
                  <a:pt x="4879268" y="3288"/>
                </a:lnTo>
                <a:lnTo>
                  <a:pt x="4901972" y="12652"/>
                </a:lnTo>
                <a:lnTo>
                  <a:pt x="4924677" y="26668"/>
                </a:lnTo>
                <a:lnTo>
                  <a:pt x="4947381" y="43200"/>
                </a:lnTo>
                <a:lnTo>
                  <a:pt x="4947381" y="43200"/>
                </a:lnTo>
                <a:lnTo>
                  <a:pt x="4970086" y="26668"/>
                </a:lnTo>
                <a:lnTo>
                  <a:pt x="4992790" y="12652"/>
                </a:lnTo>
                <a:lnTo>
                  <a:pt x="5015495" y="3288"/>
                </a:lnTo>
                <a:lnTo>
                  <a:pt x="5038200" y="0"/>
                </a:lnTo>
                <a:lnTo>
                  <a:pt x="5060904" y="3288"/>
                </a:lnTo>
                <a:lnTo>
                  <a:pt x="5083609" y="12652"/>
                </a:lnTo>
                <a:lnTo>
                  <a:pt x="5106313" y="26668"/>
                </a:lnTo>
                <a:lnTo>
                  <a:pt x="5129018" y="43200"/>
                </a:lnTo>
                <a:lnTo>
                  <a:pt x="5129018" y="43200"/>
                </a:lnTo>
                <a:lnTo>
                  <a:pt x="5151722" y="26668"/>
                </a:lnTo>
                <a:lnTo>
                  <a:pt x="5174427" y="12652"/>
                </a:lnTo>
                <a:lnTo>
                  <a:pt x="5197131" y="3288"/>
                </a:lnTo>
                <a:lnTo>
                  <a:pt x="5219836" y="0"/>
                </a:lnTo>
                <a:lnTo>
                  <a:pt x="5242540" y="3288"/>
                </a:lnTo>
                <a:lnTo>
                  <a:pt x="5265245" y="12652"/>
                </a:lnTo>
                <a:lnTo>
                  <a:pt x="5287950" y="26668"/>
                </a:lnTo>
                <a:lnTo>
                  <a:pt x="5310654" y="43200"/>
                </a:lnTo>
                <a:lnTo>
                  <a:pt x="5310654" y="43200"/>
                </a:lnTo>
                <a:lnTo>
                  <a:pt x="5333359" y="26668"/>
                </a:lnTo>
                <a:lnTo>
                  <a:pt x="5356063" y="12652"/>
                </a:lnTo>
                <a:lnTo>
                  <a:pt x="5378768" y="3288"/>
                </a:lnTo>
                <a:lnTo>
                  <a:pt x="5401472" y="0"/>
                </a:lnTo>
                <a:lnTo>
                  <a:pt x="5424177" y="3288"/>
                </a:lnTo>
                <a:lnTo>
                  <a:pt x="5446881" y="12652"/>
                </a:lnTo>
                <a:lnTo>
                  <a:pt x="5469586" y="26668"/>
                </a:lnTo>
                <a:lnTo>
                  <a:pt x="5492290" y="43200"/>
                </a:lnTo>
                <a:lnTo>
                  <a:pt x="5492290" y="43200"/>
                </a:lnTo>
                <a:lnTo>
                  <a:pt x="5514995" y="26668"/>
                </a:lnTo>
                <a:lnTo>
                  <a:pt x="5537700" y="12652"/>
                </a:lnTo>
                <a:lnTo>
                  <a:pt x="5560404" y="3288"/>
                </a:lnTo>
                <a:lnTo>
                  <a:pt x="5583109" y="0"/>
                </a:lnTo>
                <a:lnTo>
                  <a:pt x="5605813" y="3288"/>
                </a:lnTo>
                <a:lnTo>
                  <a:pt x="5628518" y="12652"/>
                </a:lnTo>
                <a:lnTo>
                  <a:pt x="5651222" y="26668"/>
                </a:lnTo>
                <a:lnTo>
                  <a:pt x="5673927" y="43200"/>
                </a:lnTo>
                <a:lnTo>
                  <a:pt x="5673927" y="43200"/>
                </a:lnTo>
                <a:lnTo>
                  <a:pt x="5696631" y="26668"/>
                </a:lnTo>
                <a:lnTo>
                  <a:pt x="5719336" y="12652"/>
                </a:lnTo>
                <a:lnTo>
                  <a:pt x="5742040" y="3288"/>
                </a:lnTo>
                <a:lnTo>
                  <a:pt x="5764745" y="0"/>
                </a:lnTo>
                <a:lnTo>
                  <a:pt x="5787450" y="3288"/>
                </a:lnTo>
                <a:lnTo>
                  <a:pt x="5810154" y="12652"/>
                </a:lnTo>
                <a:lnTo>
                  <a:pt x="5832859" y="26668"/>
                </a:lnTo>
                <a:lnTo>
                  <a:pt x="5855563" y="43200"/>
                </a:lnTo>
                <a:lnTo>
                  <a:pt x="5855563" y="43200"/>
                </a:lnTo>
                <a:lnTo>
                  <a:pt x="5878268" y="26668"/>
                </a:lnTo>
                <a:lnTo>
                  <a:pt x="5900972" y="12652"/>
                </a:lnTo>
                <a:lnTo>
                  <a:pt x="5923677" y="3288"/>
                </a:lnTo>
                <a:lnTo>
                  <a:pt x="5946381" y="0"/>
                </a:lnTo>
                <a:lnTo>
                  <a:pt x="5969086" y="3288"/>
                </a:lnTo>
                <a:lnTo>
                  <a:pt x="5991790" y="12652"/>
                </a:lnTo>
                <a:lnTo>
                  <a:pt x="6014495" y="26668"/>
                </a:lnTo>
                <a:lnTo>
                  <a:pt x="6037200" y="43200"/>
                </a:lnTo>
                <a:lnTo>
                  <a:pt x="6037200" y="43200"/>
                </a:lnTo>
                <a:lnTo>
                  <a:pt x="6059904" y="26668"/>
                </a:lnTo>
                <a:lnTo>
                  <a:pt x="6082609" y="12652"/>
                </a:lnTo>
                <a:lnTo>
                  <a:pt x="6105313" y="3288"/>
                </a:lnTo>
                <a:lnTo>
                  <a:pt x="6128018" y="0"/>
                </a:lnTo>
                <a:lnTo>
                  <a:pt x="6150722" y="3288"/>
                </a:lnTo>
                <a:lnTo>
                  <a:pt x="6173427" y="12652"/>
                </a:lnTo>
                <a:lnTo>
                  <a:pt x="6196131" y="26668"/>
                </a:lnTo>
                <a:lnTo>
                  <a:pt x="6218836" y="43200"/>
                </a:lnTo>
                <a:lnTo>
                  <a:pt x="6218836" y="43200"/>
                </a:lnTo>
                <a:lnTo>
                  <a:pt x="6241540" y="26668"/>
                </a:lnTo>
                <a:lnTo>
                  <a:pt x="6264245" y="12652"/>
                </a:lnTo>
                <a:lnTo>
                  <a:pt x="6286950" y="3288"/>
                </a:lnTo>
                <a:lnTo>
                  <a:pt x="6309654" y="0"/>
                </a:lnTo>
                <a:lnTo>
                  <a:pt x="6332359" y="3288"/>
                </a:lnTo>
                <a:lnTo>
                  <a:pt x="6355063" y="12652"/>
                </a:lnTo>
                <a:lnTo>
                  <a:pt x="6377768" y="26668"/>
                </a:lnTo>
                <a:lnTo>
                  <a:pt x="6400472" y="43200"/>
                </a:lnTo>
                <a:lnTo>
                  <a:pt x="6400472" y="43200"/>
                </a:lnTo>
                <a:lnTo>
                  <a:pt x="6423177" y="26668"/>
                </a:lnTo>
                <a:lnTo>
                  <a:pt x="6445881" y="12652"/>
                </a:lnTo>
                <a:lnTo>
                  <a:pt x="6468586" y="3288"/>
                </a:lnTo>
                <a:lnTo>
                  <a:pt x="6491290" y="0"/>
                </a:lnTo>
                <a:lnTo>
                  <a:pt x="6513995" y="3288"/>
                </a:lnTo>
                <a:lnTo>
                  <a:pt x="6536700" y="12652"/>
                </a:lnTo>
                <a:lnTo>
                  <a:pt x="6559404" y="26668"/>
                </a:lnTo>
                <a:lnTo>
                  <a:pt x="6582109" y="43200"/>
                </a:lnTo>
                <a:lnTo>
                  <a:pt x="6582109" y="43200"/>
                </a:lnTo>
                <a:lnTo>
                  <a:pt x="6604813" y="26668"/>
                </a:lnTo>
                <a:lnTo>
                  <a:pt x="6627518" y="12652"/>
                </a:lnTo>
                <a:lnTo>
                  <a:pt x="6650222" y="3288"/>
                </a:lnTo>
                <a:lnTo>
                  <a:pt x="6672927" y="0"/>
                </a:lnTo>
                <a:lnTo>
                  <a:pt x="6695631" y="3288"/>
                </a:lnTo>
                <a:lnTo>
                  <a:pt x="6718336" y="12652"/>
                </a:lnTo>
                <a:lnTo>
                  <a:pt x="6741040" y="26668"/>
                </a:lnTo>
                <a:lnTo>
                  <a:pt x="6763745" y="43200"/>
                </a:lnTo>
                <a:lnTo>
                  <a:pt x="6763745" y="43200"/>
                </a:lnTo>
                <a:lnTo>
                  <a:pt x="6786450" y="26668"/>
                </a:lnTo>
                <a:lnTo>
                  <a:pt x="6809154" y="12652"/>
                </a:lnTo>
                <a:lnTo>
                  <a:pt x="6831859" y="3288"/>
                </a:lnTo>
                <a:lnTo>
                  <a:pt x="6854563" y="0"/>
                </a:lnTo>
                <a:lnTo>
                  <a:pt x="6877268" y="3288"/>
                </a:lnTo>
                <a:lnTo>
                  <a:pt x="6899972" y="12652"/>
                </a:lnTo>
                <a:lnTo>
                  <a:pt x="6922677" y="26668"/>
                </a:lnTo>
                <a:lnTo>
                  <a:pt x="6945381" y="43200"/>
                </a:lnTo>
                <a:lnTo>
                  <a:pt x="6945381" y="43200"/>
                </a:lnTo>
                <a:lnTo>
                  <a:pt x="6968086" y="26668"/>
                </a:lnTo>
                <a:lnTo>
                  <a:pt x="6990790" y="12652"/>
                </a:lnTo>
                <a:lnTo>
                  <a:pt x="7013495" y="3288"/>
                </a:lnTo>
                <a:lnTo>
                  <a:pt x="7036200" y="0"/>
                </a:lnTo>
                <a:lnTo>
                  <a:pt x="7058904" y="3288"/>
                </a:lnTo>
                <a:lnTo>
                  <a:pt x="7081609" y="12652"/>
                </a:lnTo>
                <a:lnTo>
                  <a:pt x="7104313" y="26668"/>
                </a:lnTo>
                <a:lnTo>
                  <a:pt x="7127018" y="43200"/>
                </a:lnTo>
                <a:lnTo>
                  <a:pt x="7127018" y="43200"/>
                </a:lnTo>
                <a:lnTo>
                  <a:pt x="7149722" y="26668"/>
                </a:lnTo>
                <a:lnTo>
                  <a:pt x="7172427" y="12652"/>
                </a:lnTo>
                <a:lnTo>
                  <a:pt x="7195131" y="3288"/>
                </a:lnTo>
                <a:lnTo>
                  <a:pt x="7217836" y="0"/>
                </a:lnTo>
                <a:lnTo>
                  <a:pt x="7240540" y="3288"/>
                </a:lnTo>
                <a:lnTo>
                  <a:pt x="7263245" y="12652"/>
                </a:lnTo>
                <a:lnTo>
                  <a:pt x="7285950" y="26668"/>
                </a:lnTo>
                <a:lnTo>
                  <a:pt x="7308654" y="43200"/>
                </a:lnTo>
                <a:lnTo>
                  <a:pt x="7308654" y="43200"/>
                </a:lnTo>
                <a:lnTo>
                  <a:pt x="7331359" y="26668"/>
                </a:lnTo>
                <a:lnTo>
                  <a:pt x="7354063" y="12652"/>
                </a:lnTo>
                <a:lnTo>
                  <a:pt x="7376768" y="3288"/>
                </a:lnTo>
                <a:lnTo>
                  <a:pt x="7399472" y="0"/>
                </a:lnTo>
                <a:lnTo>
                  <a:pt x="7422177" y="3288"/>
                </a:lnTo>
                <a:lnTo>
                  <a:pt x="7444881" y="12652"/>
                </a:lnTo>
                <a:lnTo>
                  <a:pt x="7467586" y="26668"/>
                </a:lnTo>
                <a:lnTo>
                  <a:pt x="7490290" y="43200"/>
                </a:lnTo>
                <a:lnTo>
                  <a:pt x="7490290" y="43200"/>
                </a:lnTo>
                <a:lnTo>
                  <a:pt x="7512995" y="26668"/>
                </a:lnTo>
                <a:lnTo>
                  <a:pt x="7535700" y="12652"/>
                </a:lnTo>
                <a:lnTo>
                  <a:pt x="7558404" y="3288"/>
                </a:lnTo>
                <a:lnTo>
                  <a:pt x="7581109" y="0"/>
                </a:lnTo>
                <a:lnTo>
                  <a:pt x="7603813" y="3288"/>
                </a:lnTo>
                <a:lnTo>
                  <a:pt x="7626518" y="12652"/>
                </a:lnTo>
                <a:lnTo>
                  <a:pt x="7649222" y="26668"/>
                </a:lnTo>
                <a:lnTo>
                  <a:pt x="7671927" y="43200"/>
                </a:lnTo>
                <a:lnTo>
                  <a:pt x="7671927" y="43200"/>
                </a:lnTo>
                <a:lnTo>
                  <a:pt x="7694631" y="26668"/>
                </a:lnTo>
                <a:lnTo>
                  <a:pt x="7717336" y="12652"/>
                </a:lnTo>
                <a:lnTo>
                  <a:pt x="7740040" y="3288"/>
                </a:lnTo>
                <a:lnTo>
                  <a:pt x="7762745" y="0"/>
                </a:lnTo>
                <a:lnTo>
                  <a:pt x="7785450" y="3288"/>
                </a:lnTo>
                <a:lnTo>
                  <a:pt x="7808154" y="12652"/>
                </a:lnTo>
                <a:lnTo>
                  <a:pt x="7830859" y="26668"/>
                </a:lnTo>
                <a:lnTo>
                  <a:pt x="7853563" y="43200"/>
                </a:lnTo>
                <a:lnTo>
                  <a:pt x="7853563" y="43200"/>
                </a:lnTo>
                <a:lnTo>
                  <a:pt x="7876268" y="26668"/>
                </a:lnTo>
                <a:lnTo>
                  <a:pt x="7898972" y="12652"/>
                </a:lnTo>
                <a:lnTo>
                  <a:pt x="7921677" y="3288"/>
                </a:lnTo>
                <a:lnTo>
                  <a:pt x="7944381" y="0"/>
                </a:lnTo>
                <a:lnTo>
                  <a:pt x="7967086" y="3288"/>
                </a:lnTo>
                <a:lnTo>
                  <a:pt x="7989790" y="12652"/>
                </a:lnTo>
                <a:lnTo>
                  <a:pt x="8012495" y="26668"/>
                </a:lnTo>
                <a:lnTo>
                  <a:pt x="8035200" y="43200"/>
                </a:lnTo>
                <a:lnTo>
                  <a:pt x="8035200" y="43200"/>
                </a:lnTo>
                <a:lnTo>
                  <a:pt x="8051731" y="65700"/>
                </a:lnTo>
                <a:lnTo>
                  <a:pt x="8065747" y="88200"/>
                </a:lnTo>
                <a:lnTo>
                  <a:pt x="8075111" y="110700"/>
                </a:lnTo>
                <a:lnTo>
                  <a:pt x="8078400" y="133200"/>
                </a:lnTo>
                <a:lnTo>
                  <a:pt x="8075111" y="155700"/>
                </a:lnTo>
                <a:lnTo>
                  <a:pt x="8065747" y="178200"/>
                </a:lnTo>
                <a:lnTo>
                  <a:pt x="8051731" y="200700"/>
                </a:lnTo>
                <a:lnTo>
                  <a:pt x="8035200" y="223200"/>
                </a:lnTo>
                <a:lnTo>
                  <a:pt x="8035200" y="223200"/>
                </a:lnTo>
                <a:lnTo>
                  <a:pt x="8051731" y="245700"/>
                </a:lnTo>
                <a:lnTo>
                  <a:pt x="8065747" y="268200"/>
                </a:lnTo>
                <a:lnTo>
                  <a:pt x="8075111" y="290700"/>
                </a:lnTo>
                <a:lnTo>
                  <a:pt x="8078400" y="313200"/>
                </a:lnTo>
                <a:lnTo>
                  <a:pt x="8075111" y="335700"/>
                </a:lnTo>
                <a:lnTo>
                  <a:pt x="8065747" y="358200"/>
                </a:lnTo>
                <a:lnTo>
                  <a:pt x="8051731" y="380700"/>
                </a:lnTo>
                <a:lnTo>
                  <a:pt x="8035200" y="403200"/>
                </a:lnTo>
                <a:lnTo>
                  <a:pt x="8035200" y="403200"/>
                </a:lnTo>
                <a:lnTo>
                  <a:pt x="8051731" y="425700"/>
                </a:lnTo>
                <a:lnTo>
                  <a:pt x="8065747" y="448200"/>
                </a:lnTo>
                <a:lnTo>
                  <a:pt x="8075111" y="470700"/>
                </a:lnTo>
                <a:lnTo>
                  <a:pt x="8078400" y="493200"/>
                </a:lnTo>
                <a:lnTo>
                  <a:pt x="8075111" y="515700"/>
                </a:lnTo>
                <a:lnTo>
                  <a:pt x="8065747" y="538200"/>
                </a:lnTo>
                <a:lnTo>
                  <a:pt x="8051731" y="560700"/>
                </a:lnTo>
                <a:lnTo>
                  <a:pt x="8035200" y="583200"/>
                </a:lnTo>
                <a:lnTo>
                  <a:pt x="8035200" y="583200"/>
                </a:lnTo>
                <a:lnTo>
                  <a:pt x="8051731" y="605700"/>
                </a:lnTo>
                <a:lnTo>
                  <a:pt x="8065747" y="628200"/>
                </a:lnTo>
                <a:lnTo>
                  <a:pt x="8075111" y="650700"/>
                </a:lnTo>
                <a:lnTo>
                  <a:pt x="8078400" y="673200"/>
                </a:lnTo>
                <a:lnTo>
                  <a:pt x="8075111" y="695700"/>
                </a:lnTo>
                <a:lnTo>
                  <a:pt x="8065747" y="718200"/>
                </a:lnTo>
                <a:lnTo>
                  <a:pt x="8051731" y="740700"/>
                </a:lnTo>
                <a:lnTo>
                  <a:pt x="8035200" y="763200"/>
                </a:lnTo>
                <a:lnTo>
                  <a:pt x="8035200" y="763200"/>
                </a:lnTo>
                <a:lnTo>
                  <a:pt x="8051731" y="785700"/>
                </a:lnTo>
                <a:lnTo>
                  <a:pt x="8065747" y="808200"/>
                </a:lnTo>
                <a:lnTo>
                  <a:pt x="8075111" y="830700"/>
                </a:lnTo>
                <a:lnTo>
                  <a:pt x="8078400" y="853200"/>
                </a:lnTo>
                <a:lnTo>
                  <a:pt x="8075111" y="875700"/>
                </a:lnTo>
                <a:lnTo>
                  <a:pt x="8065747" y="898200"/>
                </a:lnTo>
                <a:lnTo>
                  <a:pt x="8051731" y="920700"/>
                </a:lnTo>
                <a:lnTo>
                  <a:pt x="8035200" y="943200"/>
                </a:lnTo>
                <a:lnTo>
                  <a:pt x="8035200" y="943200"/>
                </a:lnTo>
                <a:lnTo>
                  <a:pt x="8051731" y="965700"/>
                </a:lnTo>
                <a:lnTo>
                  <a:pt x="8065747" y="988200"/>
                </a:lnTo>
                <a:lnTo>
                  <a:pt x="8075111" y="1010700"/>
                </a:lnTo>
                <a:lnTo>
                  <a:pt x="8078400" y="1033200"/>
                </a:lnTo>
                <a:lnTo>
                  <a:pt x="8075111" y="1055700"/>
                </a:lnTo>
                <a:lnTo>
                  <a:pt x="8065747" y="1078200"/>
                </a:lnTo>
                <a:lnTo>
                  <a:pt x="8051731" y="1100700"/>
                </a:lnTo>
                <a:lnTo>
                  <a:pt x="8035200" y="1123200"/>
                </a:lnTo>
                <a:lnTo>
                  <a:pt x="8035200" y="1123200"/>
                </a:lnTo>
                <a:lnTo>
                  <a:pt x="8051731" y="1145700"/>
                </a:lnTo>
                <a:lnTo>
                  <a:pt x="8065747" y="1168200"/>
                </a:lnTo>
                <a:lnTo>
                  <a:pt x="8075111" y="1190700"/>
                </a:lnTo>
                <a:lnTo>
                  <a:pt x="8078400" y="1213200"/>
                </a:lnTo>
                <a:lnTo>
                  <a:pt x="8075111" y="1235700"/>
                </a:lnTo>
                <a:lnTo>
                  <a:pt x="8065747" y="1258200"/>
                </a:lnTo>
                <a:lnTo>
                  <a:pt x="8051731" y="1280700"/>
                </a:lnTo>
                <a:lnTo>
                  <a:pt x="8035200" y="1303200"/>
                </a:lnTo>
                <a:lnTo>
                  <a:pt x="8035200" y="1303200"/>
                </a:lnTo>
                <a:lnTo>
                  <a:pt x="8051731" y="1325700"/>
                </a:lnTo>
                <a:lnTo>
                  <a:pt x="8065747" y="1348200"/>
                </a:lnTo>
                <a:lnTo>
                  <a:pt x="8075111" y="1370700"/>
                </a:lnTo>
                <a:lnTo>
                  <a:pt x="8078400" y="1393200"/>
                </a:lnTo>
                <a:lnTo>
                  <a:pt x="8075111" y="1415700"/>
                </a:lnTo>
                <a:lnTo>
                  <a:pt x="8065747" y="1438200"/>
                </a:lnTo>
                <a:lnTo>
                  <a:pt x="8051731" y="1460700"/>
                </a:lnTo>
                <a:lnTo>
                  <a:pt x="8035200" y="1483200"/>
                </a:lnTo>
                <a:lnTo>
                  <a:pt x="8035200" y="1483200"/>
                </a:lnTo>
                <a:lnTo>
                  <a:pt x="8012495" y="1499731"/>
                </a:lnTo>
                <a:lnTo>
                  <a:pt x="7989790" y="1513747"/>
                </a:lnTo>
                <a:lnTo>
                  <a:pt x="7967086" y="1523111"/>
                </a:lnTo>
                <a:lnTo>
                  <a:pt x="7944381" y="1526400"/>
                </a:lnTo>
                <a:lnTo>
                  <a:pt x="7921677" y="1523111"/>
                </a:lnTo>
                <a:lnTo>
                  <a:pt x="7898972" y="1513747"/>
                </a:lnTo>
                <a:lnTo>
                  <a:pt x="7876268" y="1499731"/>
                </a:lnTo>
                <a:lnTo>
                  <a:pt x="7853563" y="1483200"/>
                </a:lnTo>
                <a:lnTo>
                  <a:pt x="7853563" y="1483200"/>
                </a:lnTo>
                <a:lnTo>
                  <a:pt x="7830859" y="1499731"/>
                </a:lnTo>
                <a:lnTo>
                  <a:pt x="7808154" y="1513747"/>
                </a:lnTo>
                <a:lnTo>
                  <a:pt x="7785450" y="1523111"/>
                </a:lnTo>
                <a:lnTo>
                  <a:pt x="7762745" y="1526400"/>
                </a:lnTo>
                <a:lnTo>
                  <a:pt x="7740040" y="1523111"/>
                </a:lnTo>
                <a:lnTo>
                  <a:pt x="7717336" y="1513747"/>
                </a:lnTo>
                <a:lnTo>
                  <a:pt x="7694631" y="1499731"/>
                </a:lnTo>
                <a:lnTo>
                  <a:pt x="7671927" y="1483200"/>
                </a:lnTo>
                <a:lnTo>
                  <a:pt x="7671927" y="1483200"/>
                </a:lnTo>
                <a:lnTo>
                  <a:pt x="7649222" y="1499731"/>
                </a:lnTo>
                <a:lnTo>
                  <a:pt x="7626518" y="1513747"/>
                </a:lnTo>
                <a:lnTo>
                  <a:pt x="7603813" y="1523111"/>
                </a:lnTo>
                <a:lnTo>
                  <a:pt x="7581109" y="1526400"/>
                </a:lnTo>
                <a:lnTo>
                  <a:pt x="7558404" y="1523111"/>
                </a:lnTo>
                <a:lnTo>
                  <a:pt x="7535700" y="1513747"/>
                </a:lnTo>
                <a:lnTo>
                  <a:pt x="7512995" y="1499731"/>
                </a:lnTo>
                <a:lnTo>
                  <a:pt x="7490290" y="1483200"/>
                </a:lnTo>
                <a:lnTo>
                  <a:pt x="7490290" y="1483200"/>
                </a:lnTo>
                <a:lnTo>
                  <a:pt x="7467586" y="1499731"/>
                </a:lnTo>
                <a:lnTo>
                  <a:pt x="7444881" y="1513747"/>
                </a:lnTo>
                <a:lnTo>
                  <a:pt x="7422177" y="1523111"/>
                </a:lnTo>
                <a:lnTo>
                  <a:pt x="7399472" y="1526400"/>
                </a:lnTo>
                <a:lnTo>
                  <a:pt x="7376768" y="1523111"/>
                </a:lnTo>
                <a:lnTo>
                  <a:pt x="7354063" y="1513747"/>
                </a:lnTo>
                <a:lnTo>
                  <a:pt x="7331359" y="1499731"/>
                </a:lnTo>
                <a:lnTo>
                  <a:pt x="7308654" y="1483200"/>
                </a:lnTo>
                <a:lnTo>
                  <a:pt x="7308654" y="1483200"/>
                </a:lnTo>
                <a:lnTo>
                  <a:pt x="7285950" y="1499731"/>
                </a:lnTo>
                <a:lnTo>
                  <a:pt x="7263245" y="1513747"/>
                </a:lnTo>
                <a:lnTo>
                  <a:pt x="7240540" y="1523111"/>
                </a:lnTo>
                <a:lnTo>
                  <a:pt x="7217836" y="1526400"/>
                </a:lnTo>
                <a:lnTo>
                  <a:pt x="7195131" y="1523111"/>
                </a:lnTo>
                <a:lnTo>
                  <a:pt x="7172427" y="1513747"/>
                </a:lnTo>
                <a:lnTo>
                  <a:pt x="7149722" y="1499731"/>
                </a:lnTo>
                <a:lnTo>
                  <a:pt x="7127018" y="1483200"/>
                </a:lnTo>
                <a:lnTo>
                  <a:pt x="7127018" y="1483200"/>
                </a:lnTo>
                <a:lnTo>
                  <a:pt x="7104313" y="1499731"/>
                </a:lnTo>
                <a:lnTo>
                  <a:pt x="7081609" y="1513747"/>
                </a:lnTo>
                <a:lnTo>
                  <a:pt x="7058904" y="1523111"/>
                </a:lnTo>
                <a:lnTo>
                  <a:pt x="7036200" y="1526400"/>
                </a:lnTo>
                <a:lnTo>
                  <a:pt x="7013495" y="1523111"/>
                </a:lnTo>
                <a:lnTo>
                  <a:pt x="6990790" y="1513747"/>
                </a:lnTo>
                <a:lnTo>
                  <a:pt x="6968086" y="1499731"/>
                </a:lnTo>
                <a:lnTo>
                  <a:pt x="6945381" y="1483200"/>
                </a:lnTo>
                <a:lnTo>
                  <a:pt x="6945381" y="1483200"/>
                </a:lnTo>
                <a:lnTo>
                  <a:pt x="6922677" y="1499731"/>
                </a:lnTo>
                <a:lnTo>
                  <a:pt x="6899972" y="1513747"/>
                </a:lnTo>
                <a:lnTo>
                  <a:pt x="6877268" y="1523111"/>
                </a:lnTo>
                <a:lnTo>
                  <a:pt x="6854563" y="1526400"/>
                </a:lnTo>
                <a:lnTo>
                  <a:pt x="6831859" y="1523111"/>
                </a:lnTo>
                <a:lnTo>
                  <a:pt x="6809154" y="1513747"/>
                </a:lnTo>
                <a:lnTo>
                  <a:pt x="6786450" y="1499731"/>
                </a:lnTo>
                <a:lnTo>
                  <a:pt x="6763745" y="1483200"/>
                </a:lnTo>
                <a:lnTo>
                  <a:pt x="6763745" y="1483200"/>
                </a:lnTo>
                <a:lnTo>
                  <a:pt x="6741040" y="1499731"/>
                </a:lnTo>
                <a:lnTo>
                  <a:pt x="6718336" y="1513747"/>
                </a:lnTo>
                <a:lnTo>
                  <a:pt x="6695631" y="1523111"/>
                </a:lnTo>
                <a:lnTo>
                  <a:pt x="6672927" y="1526400"/>
                </a:lnTo>
                <a:lnTo>
                  <a:pt x="6650222" y="1523111"/>
                </a:lnTo>
                <a:lnTo>
                  <a:pt x="6627518" y="1513747"/>
                </a:lnTo>
                <a:lnTo>
                  <a:pt x="6604813" y="1499731"/>
                </a:lnTo>
                <a:lnTo>
                  <a:pt x="6582109" y="1483200"/>
                </a:lnTo>
                <a:lnTo>
                  <a:pt x="6582109" y="1483200"/>
                </a:lnTo>
                <a:lnTo>
                  <a:pt x="6559404" y="1499731"/>
                </a:lnTo>
                <a:lnTo>
                  <a:pt x="6536700" y="1513747"/>
                </a:lnTo>
                <a:lnTo>
                  <a:pt x="6513995" y="1523111"/>
                </a:lnTo>
                <a:lnTo>
                  <a:pt x="6491290" y="1526400"/>
                </a:lnTo>
                <a:lnTo>
                  <a:pt x="6468586" y="1523111"/>
                </a:lnTo>
                <a:lnTo>
                  <a:pt x="6445881" y="1513747"/>
                </a:lnTo>
                <a:lnTo>
                  <a:pt x="6423177" y="1499731"/>
                </a:lnTo>
                <a:lnTo>
                  <a:pt x="6400472" y="1483200"/>
                </a:lnTo>
                <a:lnTo>
                  <a:pt x="6400472" y="1483200"/>
                </a:lnTo>
                <a:lnTo>
                  <a:pt x="6377768" y="1499731"/>
                </a:lnTo>
                <a:lnTo>
                  <a:pt x="6355063" y="1513747"/>
                </a:lnTo>
                <a:lnTo>
                  <a:pt x="6332359" y="1523111"/>
                </a:lnTo>
                <a:lnTo>
                  <a:pt x="6309654" y="1526400"/>
                </a:lnTo>
                <a:lnTo>
                  <a:pt x="6286950" y="1523111"/>
                </a:lnTo>
                <a:lnTo>
                  <a:pt x="6264245" y="1513747"/>
                </a:lnTo>
                <a:lnTo>
                  <a:pt x="6241540" y="1499731"/>
                </a:lnTo>
                <a:lnTo>
                  <a:pt x="6218836" y="1483200"/>
                </a:lnTo>
                <a:lnTo>
                  <a:pt x="6218836" y="1483200"/>
                </a:lnTo>
                <a:lnTo>
                  <a:pt x="6196131" y="1499731"/>
                </a:lnTo>
                <a:lnTo>
                  <a:pt x="6173427" y="1513747"/>
                </a:lnTo>
                <a:lnTo>
                  <a:pt x="6150722" y="1523111"/>
                </a:lnTo>
                <a:lnTo>
                  <a:pt x="6128018" y="1526400"/>
                </a:lnTo>
                <a:lnTo>
                  <a:pt x="6105313" y="1523111"/>
                </a:lnTo>
                <a:lnTo>
                  <a:pt x="6082609" y="1513747"/>
                </a:lnTo>
                <a:lnTo>
                  <a:pt x="6059904" y="1499731"/>
                </a:lnTo>
                <a:lnTo>
                  <a:pt x="6037200" y="1483200"/>
                </a:lnTo>
                <a:lnTo>
                  <a:pt x="6037200" y="1483200"/>
                </a:lnTo>
                <a:lnTo>
                  <a:pt x="6014495" y="1499731"/>
                </a:lnTo>
                <a:lnTo>
                  <a:pt x="5991790" y="1513747"/>
                </a:lnTo>
                <a:lnTo>
                  <a:pt x="5969086" y="1523111"/>
                </a:lnTo>
                <a:lnTo>
                  <a:pt x="5946381" y="1526400"/>
                </a:lnTo>
                <a:lnTo>
                  <a:pt x="5923677" y="1523111"/>
                </a:lnTo>
                <a:lnTo>
                  <a:pt x="5900972" y="1513747"/>
                </a:lnTo>
                <a:lnTo>
                  <a:pt x="5878268" y="1499731"/>
                </a:lnTo>
                <a:lnTo>
                  <a:pt x="5855563" y="1483200"/>
                </a:lnTo>
                <a:lnTo>
                  <a:pt x="5855563" y="1483200"/>
                </a:lnTo>
                <a:lnTo>
                  <a:pt x="5832859" y="1499731"/>
                </a:lnTo>
                <a:lnTo>
                  <a:pt x="5810154" y="1513747"/>
                </a:lnTo>
                <a:lnTo>
                  <a:pt x="5787450" y="1523111"/>
                </a:lnTo>
                <a:lnTo>
                  <a:pt x="5764745" y="1526400"/>
                </a:lnTo>
                <a:lnTo>
                  <a:pt x="5742040" y="1523111"/>
                </a:lnTo>
                <a:lnTo>
                  <a:pt x="5719336" y="1513747"/>
                </a:lnTo>
                <a:lnTo>
                  <a:pt x="5696631" y="1499731"/>
                </a:lnTo>
                <a:lnTo>
                  <a:pt x="5673927" y="1483200"/>
                </a:lnTo>
                <a:lnTo>
                  <a:pt x="5673927" y="1483200"/>
                </a:lnTo>
                <a:lnTo>
                  <a:pt x="5651222" y="1499731"/>
                </a:lnTo>
                <a:lnTo>
                  <a:pt x="5628518" y="1513747"/>
                </a:lnTo>
                <a:lnTo>
                  <a:pt x="5605813" y="1523111"/>
                </a:lnTo>
                <a:lnTo>
                  <a:pt x="5583109" y="1526400"/>
                </a:lnTo>
                <a:lnTo>
                  <a:pt x="5560404" y="1523111"/>
                </a:lnTo>
                <a:lnTo>
                  <a:pt x="5537700" y="1513747"/>
                </a:lnTo>
                <a:lnTo>
                  <a:pt x="5514995" y="1499731"/>
                </a:lnTo>
                <a:lnTo>
                  <a:pt x="5492290" y="1483200"/>
                </a:lnTo>
                <a:lnTo>
                  <a:pt x="5492290" y="1483200"/>
                </a:lnTo>
                <a:lnTo>
                  <a:pt x="5469586" y="1499731"/>
                </a:lnTo>
                <a:lnTo>
                  <a:pt x="5446881" y="1513747"/>
                </a:lnTo>
                <a:lnTo>
                  <a:pt x="5424177" y="1523111"/>
                </a:lnTo>
                <a:lnTo>
                  <a:pt x="5401472" y="1526400"/>
                </a:lnTo>
                <a:lnTo>
                  <a:pt x="5378768" y="1523111"/>
                </a:lnTo>
                <a:lnTo>
                  <a:pt x="5356063" y="1513747"/>
                </a:lnTo>
                <a:lnTo>
                  <a:pt x="5333359" y="1499731"/>
                </a:lnTo>
                <a:lnTo>
                  <a:pt x="5310654" y="1483200"/>
                </a:lnTo>
                <a:lnTo>
                  <a:pt x="5310654" y="1483200"/>
                </a:lnTo>
                <a:lnTo>
                  <a:pt x="5287950" y="1499731"/>
                </a:lnTo>
                <a:lnTo>
                  <a:pt x="5265245" y="1513747"/>
                </a:lnTo>
                <a:lnTo>
                  <a:pt x="5242540" y="1523111"/>
                </a:lnTo>
                <a:lnTo>
                  <a:pt x="5219836" y="1526400"/>
                </a:lnTo>
                <a:lnTo>
                  <a:pt x="5197131" y="1523111"/>
                </a:lnTo>
                <a:lnTo>
                  <a:pt x="5174427" y="1513747"/>
                </a:lnTo>
                <a:lnTo>
                  <a:pt x="5151722" y="1499731"/>
                </a:lnTo>
                <a:lnTo>
                  <a:pt x="5129018" y="1483200"/>
                </a:lnTo>
                <a:lnTo>
                  <a:pt x="5129018" y="1483200"/>
                </a:lnTo>
                <a:lnTo>
                  <a:pt x="5106313" y="1499731"/>
                </a:lnTo>
                <a:lnTo>
                  <a:pt x="5083609" y="1513747"/>
                </a:lnTo>
                <a:lnTo>
                  <a:pt x="5060904" y="1523111"/>
                </a:lnTo>
                <a:lnTo>
                  <a:pt x="5038200" y="1526400"/>
                </a:lnTo>
                <a:lnTo>
                  <a:pt x="5015495" y="1523111"/>
                </a:lnTo>
                <a:lnTo>
                  <a:pt x="4992790" y="1513747"/>
                </a:lnTo>
                <a:lnTo>
                  <a:pt x="4970086" y="1499731"/>
                </a:lnTo>
                <a:lnTo>
                  <a:pt x="4947381" y="1483200"/>
                </a:lnTo>
                <a:lnTo>
                  <a:pt x="4947381" y="1483200"/>
                </a:lnTo>
                <a:lnTo>
                  <a:pt x="4924677" y="1499731"/>
                </a:lnTo>
                <a:lnTo>
                  <a:pt x="4901972" y="1513747"/>
                </a:lnTo>
                <a:lnTo>
                  <a:pt x="4879268" y="1523111"/>
                </a:lnTo>
                <a:lnTo>
                  <a:pt x="4856563" y="1526400"/>
                </a:lnTo>
                <a:lnTo>
                  <a:pt x="4833859" y="1523111"/>
                </a:lnTo>
                <a:lnTo>
                  <a:pt x="4811154" y="1513747"/>
                </a:lnTo>
                <a:lnTo>
                  <a:pt x="4788450" y="1499731"/>
                </a:lnTo>
                <a:lnTo>
                  <a:pt x="4765745" y="1483200"/>
                </a:lnTo>
                <a:lnTo>
                  <a:pt x="4765745" y="1483200"/>
                </a:lnTo>
                <a:lnTo>
                  <a:pt x="4743040" y="1499731"/>
                </a:lnTo>
                <a:lnTo>
                  <a:pt x="4720336" y="1513747"/>
                </a:lnTo>
                <a:lnTo>
                  <a:pt x="4697631" y="1523111"/>
                </a:lnTo>
                <a:lnTo>
                  <a:pt x="4674927" y="1526400"/>
                </a:lnTo>
                <a:lnTo>
                  <a:pt x="4652222" y="1523111"/>
                </a:lnTo>
                <a:lnTo>
                  <a:pt x="4629518" y="1513747"/>
                </a:lnTo>
                <a:lnTo>
                  <a:pt x="4606813" y="1499731"/>
                </a:lnTo>
                <a:lnTo>
                  <a:pt x="4584109" y="1483200"/>
                </a:lnTo>
                <a:lnTo>
                  <a:pt x="4584109" y="1483200"/>
                </a:lnTo>
                <a:lnTo>
                  <a:pt x="4561404" y="1499731"/>
                </a:lnTo>
                <a:lnTo>
                  <a:pt x="4538700" y="1513747"/>
                </a:lnTo>
                <a:lnTo>
                  <a:pt x="4515995" y="1523111"/>
                </a:lnTo>
                <a:lnTo>
                  <a:pt x="4493290" y="1526400"/>
                </a:lnTo>
                <a:lnTo>
                  <a:pt x="4470586" y="1523111"/>
                </a:lnTo>
                <a:lnTo>
                  <a:pt x="4447881" y="1513747"/>
                </a:lnTo>
                <a:lnTo>
                  <a:pt x="4425177" y="1499731"/>
                </a:lnTo>
                <a:lnTo>
                  <a:pt x="4402472" y="1483200"/>
                </a:lnTo>
                <a:lnTo>
                  <a:pt x="4402472" y="1483200"/>
                </a:lnTo>
                <a:lnTo>
                  <a:pt x="4379768" y="1499731"/>
                </a:lnTo>
                <a:lnTo>
                  <a:pt x="4357063" y="1513747"/>
                </a:lnTo>
                <a:lnTo>
                  <a:pt x="4334359" y="1523111"/>
                </a:lnTo>
                <a:lnTo>
                  <a:pt x="4311654" y="1526400"/>
                </a:lnTo>
                <a:lnTo>
                  <a:pt x="4288950" y="1523111"/>
                </a:lnTo>
                <a:lnTo>
                  <a:pt x="4266245" y="1513747"/>
                </a:lnTo>
                <a:lnTo>
                  <a:pt x="4243540" y="1499731"/>
                </a:lnTo>
                <a:lnTo>
                  <a:pt x="4220836" y="1483200"/>
                </a:lnTo>
                <a:lnTo>
                  <a:pt x="4220836" y="1483200"/>
                </a:lnTo>
                <a:lnTo>
                  <a:pt x="4198131" y="1499731"/>
                </a:lnTo>
                <a:lnTo>
                  <a:pt x="4175427" y="1513747"/>
                </a:lnTo>
                <a:lnTo>
                  <a:pt x="4152722" y="1523111"/>
                </a:lnTo>
                <a:lnTo>
                  <a:pt x="4130018" y="1526400"/>
                </a:lnTo>
                <a:lnTo>
                  <a:pt x="4107313" y="1523111"/>
                </a:lnTo>
                <a:lnTo>
                  <a:pt x="4084609" y="1513747"/>
                </a:lnTo>
                <a:lnTo>
                  <a:pt x="4061904" y="1499731"/>
                </a:lnTo>
                <a:lnTo>
                  <a:pt x="4039200" y="1483200"/>
                </a:lnTo>
                <a:lnTo>
                  <a:pt x="4039200" y="1483200"/>
                </a:lnTo>
                <a:lnTo>
                  <a:pt x="4016495" y="1499731"/>
                </a:lnTo>
                <a:lnTo>
                  <a:pt x="3993790" y="1513747"/>
                </a:lnTo>
                <a:lnTo>
                  <a:pt x="3971086" y="1523111"/>
                </a:lnTo>
                <a:lnTo>
                  <a:pt x="3948381" y="1526400"/>
                </a:lnTo>
                <a:lnTo>
                  <a:pt x="3925677" y="1523111"/>
                </a:lnTo>
                <a:lnTo>
                  <a:pt x="3902972" y="1513747"/>
                </a:lnTo>
                <a:lnTo>
                  <a:pt x="3880268" y="1499731"/>
                </a:lnTo>
                <a:lnTo>
                  <a:pt x="3857563" y="1483200"/>
                </a:lnTo>
                <a:lnTo>
                  <a:pt x="3857563" y="1483200"/>
                </a:lnTo>
                <a:lnTo>
                  <a:pt x="3834859" y="1499731"/>
                </a:lnTo>
                <a:lnTo>
                  <a:pt x="3812154" y="1513747"/>
                </a:lnTo>
                <a:lnTo>
                  <a:pt x="3789450" y="1523111"/>
                </a:lnTo>
                <a:lnTo>
                  <a:pt x="3766745" y="1526400"/>
                </a:lnTo>
                <a:lnTo>
                  <a:pt x="3744040" y="1523111"/>
                </a:lnTo>
                <a:lnTo>
                  <a:pt x="3721336" y="1513747"/>
                </a:lnTo>
                <a:lnTo>
                  <a:pt x="3698631" y="1499731"/>
                </a:lnTo>
                <a:lnTo>
                  <a:pt x="3675927" y="1483200"/>
                </a:lnTo>
                <a:lnTo>
                  <a:pt x="3675927" y="1483200"/>
                </a:lnTo>
                <a:lnTo>
                  <a:pt x="3653222" y="1499731"/>
                </a:lnTo>
                <a:lnTo>
                  <a:pt x="3630518" y="1513747"/>
                </a:lnTo>
                <a:lnTo>
                  <a:pt x="3607813" y="1523111"/>
                </a:lnTo>
                <a:lnTo>
                  <a:pt x="3585109" y="1526400"/>
                </a:lnTo>
                <a:lnTo>
                  <a:pt x="3562404" y="1523111"/>
                </a:lnTo>
                <a:lnTo>
                  <a:pt x="3539700" y="1513747"/>
                </a:lnTo>
                <a:lnTo>
                  <a:pt x="3516995" y="1499731"/>
                </a:lnTo>
                <a:lnTo>
                  <a:pt x="3494290" y="1483200"/>
                </a:lnTo>
                <a:lnTo>
                  <a:pt x="3494290" y="1483200"/>
                </a:lnTo>
                <a:lnTo>
                  <a:pt x="3471586" y="1499731"/>
                </a:lnTo>
                <a:lnTo>
                  <a:pt x="3448881" y="1513747"/>
                </a:lnTo>
                <a:lnTo>
                  <a:pt x="3426177" y="1523111"/>
                </a:lnTo>
                <a:lnTo>
                  <a:pt x="3403472" y="1526400"/>
                </a:lnTo>
                <a:lnTo>
                  <a:pt x="3380768" y="1523111"/>
                </a:lnTo>
                <a:lnTo>
                  <a:pt x="3358063" y="1513747"/>
                </a:lnTo>
                <a:lnTo>
                  <a:pt x="3335359" y="1499731"/>
                </a:lnTo>
                <a:lnTo>
                  <a:pt x="3312654" y="1483200"/>
                </a:lnTo>
                <a:lnTo>
                  <a:pt x="3312654" y="1483200"/>
                </a:lnTo>
                <a:lnTo>
                  <a:pt x="3289950" y="1499731"/>
                </a:lnTo>
                <a:lnTo>
                  <a:pt x="3267245" y="1513747"/>
                </a:lnTo>
                <a:lnTo>
                  <a:pt x="3244540" y="1523111"/>
                </a:lnTo>
                <a:lnTo>
                  <a:pt x="3221836" y="1526400"/>
                </a:lnTo>
                <a:lnTo>
                  <a:pt x="3199131" y="1523111"/>
                </a:lnTo>
                <a:lnTo>
                  <a:pt x="3176427" y="1513747"/>
                </a:lnTo>
                <a:lnTo>
                  <a:pt x="3153722" y="1499731"/>
                </a:lnTo>
                <a:lnTo>
                  <a:pt x="3131018" y="1483200"/>
                </a:lnTo>
                <a:lnTo>
                  <a:pt x="3131018" y="1483200"/>
                </a:lnTo>
                <a:lnTo>
                  <a:pt x="3108313" y="1499731"/>
                </a:lnTo>
                <a:lnTo>
                  <a:pt x="3085609" y="1513747"/>
                </a:lnTo>
                <a:lnTo>
                  <a:pt x="3062904" y="1523111"/>
                </a:lnTo>
                <a:lnTo>
                  <a:pt x="3040200" y="1526400"/>
                </a:lnTo>
                <a:lnTo>
                  <a:pt x="3017495" y="1523111"/>
                </a:lnTo>
                <a:lnTo>
                  <a:pt x="2994790" y="1513747"/>
                </a:lnTo>
                <a:lnTo>
                  <a:pt x="2972086" y="1499731"/>
                </a:lnTo>
                <a:lnTo>
                  <a:pt x="2949381" y="1483200"/>
                </a:lnTo>
                <a:lnTo>
                  <a:pt x="2949381" y="1483200"/>
                </a:lnTo>
                <a:lnTo>
                  <a:pt x="2926677" y="1499731"/>
                </a:lnTo>
                <a:lnTo>
                  <a:pt x="2903972" y="1513747"/>
                </a:lnTo>
                <a:lnTo>
                  <a:pt x="2881268" y="1523111"/>
                </a:lnTo>
                <a:lnTo>
                  <a:pt x="2858563" y="1526400"/>
                </a:lnTo>
                <a:lnTo>
                  <a:pt x="2835859" y="1523111"/>
                </a:lnTo>
                <a:lnTo>
                  <a:pt x="2813154" y="1513747"/>
                </a:lnTo>
                <a:lnTo>
                  <a:pt x="2790450" y="1499731"/>
                </a:lnTo>
                <a:lnTo>
                  <a:pt x="2767745" y="1483200"/>
                </a:lnTo>
                <a:lnTo>
                  <a:pt x="2767745" y="1483200"/>
                </a:lnTo>
                <a:lnTo>
                  <a:pt x="2745040" y="1499731"/>
                </a:lnTo>
                <a:lnTo>
                  <a:pt x="2722336" y="1513747"/>
                </a:lnTo>
                <a:lnTo>
                  <a:pt x="2699631" y="1523111"/>
                </a:lnTo>
                <a:lnTo>
                  <a:pt x="2676927" y="1526400"/>
                </a:lnTo>
                <a:lnTo>
                  <a:pt x="2654222" y="1523111"/>
                </a:lnTo>
                <a:lnTo>
                  <a:pt x="2631518" y="1513747"/>
                </a:lnTo>
                <a:lnTo>
                  <a:pt x="2608813" y="1499731"/>
                </a:lnTo>
                <a:lnTo>
                  <a:pt x="2586109" y="1483200"/>
                </a:lnTo>
                <a:lnTo>
                  <a:pt x="2586109" y="1483200"/>
                </a:lnTo>
                <a:lnTo>
                  <a:pt x="2563404" y="1499731"/>
                </a:lnTo>
                <a:lnTo>
                  <a:pt x="2540700" y="1513747"/>
                </a:lnTo>
                <a:lnTo>
                  <a:pt x="2517995" y="1523111"/>
                </a:lnTo>
                <a:lnTo>
                  <a:pt x="2495290" y="1526400"/>
                </a:lnTo>
                <a:lnTo>
                  <a:pt x="2472586" y="1523111"/>
                </a:lnTo>
                <a:lnTo>
                  <a:pt x="2449881" y="1513747"/>
                </a:lnTo>
                <a:lnTo>
                  <a:pt x="2427177" y="1499731"/>
                </a:lnTo>
                <a:lnTo>
                  <a:pt x="2404472" y="1483200"/>
                </a:lnTo>
                <a:lnTo>
                  <a:pt x="2404472" y="1483200"/>
                </a:lnTo>
                <a:lnTo>
                  <a:pt x="2381768" y="1499731"/>
                </a:lnTo>
                <a:lnTo>
                  <a:pt x="2359063" y="1513747"/>
                </a:lnTo>
                <a:lnTo>
                  <a:pt x="2336359" y="1523111"/>
                </a:lnTo>
                <a:lnTo>
                  <a:pt x="2313654" y="1526400"/>
                </a:lnTo>
                <a:lnTo>
                  <a:pt x="2290950" y="1523111"/>
                </a:lnTo>
                <a:lnTo>
                  <a:pt x="2268245" y="1513747"/>
                </a:lnTo>
                <a:lnTo>
                  <a:pt x="2245540" y="1499731"/>
                </a:lnTo>
                <a:lnTo>
                  <a:pt x="2222836" y="1483200"/>
                </a:lnTo>
                <a:lnTo>
                  <a:pt x="2222836" y="1483200"/>
                </a:lnTo>
                <a:lnTo>
                  <a:pt x="2200131" y="1499731"/>
                </a:lnTo>
                <a:lnTo>
                  <a:pt x="2177427" y="1513747"/>
                </a:lnTo>
                <a:lnTo>
                  <a:pt x="2154722" y="1523111"/>
                </a:lnTo>
                <a:lnTo>
                  <a:pt x="2132018" y="1526400"/>
                </a:lnTo>
                <a:lnTo>
                  <a:pt x="2109313" y="1523111"/>
                </a:lnTo>
                <a:lnTo>
                  <a:pt x="2086609" y="1513747"/>
                </a:lnTo>
                <a:lnTo>
                  <a:pt x="2063904" y="1499731"/>
                </a:lnTo>
                <a:lnTo>
                  <a:pt x="2041200" y="1483200"/>
                </a:lnTo>
                <a:lnTo>
                  <a:pt x="2041200" y="1483200"/>
                </a:lnTo>
                <a:lnTo>
                  <a:pt x="2018495" y="1499731"/>
                </a:lnTo>
                <a:lnTo>
                  <a:pt x="1995790" y="1513747"/>
                </a:lnTo>
                <a:lnTo>
                  <a:pt x="1973086" y="1523111"/>
                </a:lnTo>
                <a:lnTo>
                  <a:pt x="1950381" y="1526400"/>
                </a:lnTo>
                <a:lnTo>
                  <a:pt x="1927677" y="1523111"/>
                </a:lnTo>
                <a:lnTo>
                  <a:pt x="1904972" y="1513747"/>
                </a:lnTo>
                <a:lnTo>
                  <a:pt x="1882268" y="1499731"/>
                </a:lnTo>
                <a:lnTo>
                  <a:pt x="1859563" y="1483200"/>
                </a:lnTo>
                <a:lnTo>
                  <a:pt x="1859563" y="1483200"/>
                </a:lnTo>
                <a:lnTo>
                  <a:pt x="1836859" y="1499731"/>
                </a:lnTo>
                <a:lnTo>
                  <a:pt x="1814154" y="1513747"/>
                </a:lnTo>
                <a:lnTo>
                  <a:pt x="1791450" y="1523111"/>
                </a:lnTo>
                <a:lnTo>
                  <a:pt x="1768745" y="1526400"/>
                </a:lnTo>
                <a:lnTo>
                  <a:pt x="1746040" y="1523111"/>
                </a:lnTo>
                <a:lnTo>
                  <a:pt x="1723336" y="1513747"/>
                </a:lnTo>
                <a:lnTo>
                  <a:pt x="1700631" y="1499731"/>
                </a:lnTo>
                <a:lnTo>
                  <a:pt x="1677927" y="1483200"/>
                </a:lnTo>
                <a:lnTo>
                  <a:pt x="1677927" y="1483200"/>
                </a:lnTo>
                <a:lnTo>
                  <a:pt x="1655222" y="1499731"/>
                </a:lnTo>
                <a:lnTo>
                  <a:pt x="1632518" y="1513747"/>
                </a:lnTo>
                <a:lnTo>
                  <a:pt x="1609813" y="1523111"/>
                </a:lnTo>
                <a:lnTo>
                  <a:pt x="1587109" y="1526400"/>
                </a:lnTo>
                <a:lnTo>
                  <a:pt x="1564404" y="1523111"/>
                </a:lnTo>
                <a:lnTo>
                  <a:pt x="1541700" y="1513747"/>
                </a:lnTo>
                <a:lnTo>
                  <a:pt x="1518995" y="1499731"/>
                </a:lnTo>
                <a:lnTo>
                  <a:pt x="1496290" y="1483200"/>
                </a:lnTo>
                <a:lnTo>
                  <a:pt x="1496290" y="1483200"/>
                </a:lnTo>
                <a:lnTo>
                  <a:pt x="1473586" y="1499731"/>
                </a:lnTo>
                <a:lnTo>
                  <a:pt x="1450881" y="1513747"/>
                </a:lnTo>
                <a:lnTo>
                  <a:pt x="1428177" y="1523111"/>
                </a:lnTo>
                <a:lnTo>
                  <a:pt x="1405472" y="1526400"/>
                </a:lnTo>
                <a:lnTo>
                  <a:pt x="1382768" y="1523111"/>
                </a:lnTo>
                <a:lnTo>
                  <a:pt x="1360063" y="1513747"/>
                </a:lnTo>
                <a:lnTo>
                  <a:pt x="1337359" y="1499731"/>
                </a:lnTo>
                <a:lnTo>
                  <a:pt x="1314654" y="1483200"/>
                </a:lnTo>
                <a:lnTo>
                  <a:pt x="1314654" y="1483200"/>
                </a:lnTo>
                <a:lnTo>
                  <a:pt x="1291950" y="1499731"/>
                </a:lnTo>
                <a:lnTo>
                  <a:pt x="1269245" y="1513747"/>
                </a:lnTo>
                <a:lnTo>
                  <a:pt x="1246540" y="1523111"/>
                </a:lnTo>
                <a:lnTo>
                  <a:pt x="1223836" y="1526400"/>
                </a:lnTo>
                <a:lnTo>
                  <a:pt x="1201131" y="1523111"/>
                </a:lnTo>
                <a:lnTo>
                  <a:pt x="1178427" y="1513747"/>
                </a:lnTo>
                <a:lnTo>
                  <a:pt x="1155722" y="1499731"/>
                </a:lnTo>
                <a:lnTo>
                  <a:pt x="1133018" y="1483200"/>
                </a:lnTo>
                <a:lnTo>
                  <a:pt x="1133018" y="1483200"/>
                </a:lnTo>
                <a:lnTo>
                  <a:pt x="1110313" y="1499731"/>
                </a:lnTo>
                <a:lnTo>
                  <a:pt x="1087609" y="1513747"/>
                </a:lnTo>
                <a:lnTo>
                  <a:pt x="1064904" y="1523111"/>
                </a:lnTo>
                <a:lnTo>
                  <a:pt x="1042200" y="1526400"/>
                </a:lnTo>
                <a:lnTo>
                  <a:pt x="1019495" y="1523111"/>
                </a:lnTo>
                <a:lnTo>
                  <a:pt x="996790" y="1513747"/>
                </a:lnTo>
                <a:lnTo>
                  <a:pt x="974086" y="1499731"/>
                </a:lnTo>
                <a:lnTo>
                  <a:pt x="951381" y="1483200"/>
                </a:lnTo>
                <a:lnTo>
                  <a:pt x="951381" y="1483200"/>
                </a:lnTo>
                <a:lnTo>
                  <a:pt x="928677" y="1499731"/>
                </a:lnTo>
                <a:lnTo>
                  <a:pt x="905972" y="1513747"/>
                </a:lnTo>
                <a:lnTo>
                  <a:pt x="883268" y="1523111"/>
                </a:lnTo>
                <a:lnTo>
                  <a:pt x="860563" y="1526400"/>
                </a:lnTo>
                <a:lnTo>
                  <a:pt x="837859" y="1523111"/>
                </a:lnTo>
                <a:lnTo>
                  <a:pt x="815154" y="1513747"/>
                </a:lnTo>
                <a:lnTo>
                  <a:pt x="792450" y="1499731"/>
                </a:lnTo>
                <a:lnTo>
                  <a:pt x="769745" y="1483200"/>
                </a:lnTo>
                <a:lnTo>
                  <a:pt x="769745" y="1483200"/>
                </a:lnTo>
                <a:lnTo>
                  <a:pt x="747040" y="1499731"/>
                </a:lnTo>
                <a:lnTo>
                  <a:pt x="724336" y="1513747"/>
                </a:lnTo>
                <a:lnTo>
                  <a:pt x="701631" y="1523111"/>
                </a:lnTo>
                <a:lnTo>
                  <a:pt x="678927" y="1526400"/>
                </a:lnTo>
                <a:lnTo>
                  <a:pt x="656222" y="1523111"/>
                </a:lnTo>
                <a:lnTo>
                  <a:pt x="633518" y="1513747"/>
                </a:lnTo>
                <a:lnTo>
                  <a:pt x="610813" y="1499731"/>
                </a:lnTo>
                <a:lnTo>
                  <a:pt x="588109" y="1483200"/>
                </a:lnTo>
                <a:lnTo>
                  <a:pt x="588109" y="1483200"/>
                </a:lnTo>
                <a:lnTo>
                  <a:pt x="565404" y="1499731"/>
                </a:lnTo>
                <a:lnTo>
                  <a:pt x="542700" y="1513747"/>
                </a:lnTo>
                <a:lnTo>
                  <a:pt x="519995" y="1523111"/>
                </a:lnTo>
                <a:lnTo>
                  <a:pt x="497290" y="1526400"/>
                </a:lnTo>
                <a:lnTo>
                  <a:pt x="474586" y="1523111"/>
                </a:lnTo>
                <a:lnTo>
                  <a:pt x="451881" y="1513747"/>
                </a:lnTo>
                <a:lnTo>
                  <a:pt x="429177" y="1499731"/>
                </a:lnTo>
                <a:lnTo>
                  <a:pt x="406472" y="1483200"/>
                </a:lnTo>
                <a:lnTo>
                  <a:pt x="406472" y="1483200"/>
                </a:lnTo>
                <a:lnTo>
                  <a:pt x="383768" y="1499731"/>
                </a:lnTo>
                <a:lnTo>
                  <a:pt x="361063" y="1513747"/>
                </a:lnTo>
                <a:lnTo>
                  <a:pt x="338359" y="1523111"/>
                </a:lnTo>
                <a:lnTo>
                  <a:pt x="315654" y="1526400"/>
                </a:lnTo>
                <a:lnTo>
                  <a:pt x="292950" y="1523111"/>
                </a:lnTo>
                <a:lnTo>
                  <a:pt x="270245" y="1513747"/>
                </a:lnTo>
                <a:lnTo>
                  <a:pt x="247540" y="1499731"/>
                </a:lnTo>
                <a:lnTo>
                  <a:pt x="224836" y="1483200"/>
                </a:lnTo>
                <a:lnTo>
                  <a:pt x="224836" y="1483200"/>
                </a:lnTo>
                <a:lnTo>
                  <a:pt x="202131" y="1499731"/>
                </a:lnTo>
                <a:lnTo>
                  <a:pt x="179427" y="1513747"/>
                </a:lnTo>
                <a:lnTo>
                  <a:pt x="156722" y="1523111"/>
                </a:lnTo>
                <a:lnTo>
                  <a:pt x="134018" y="1526400"/>
                </a:lnTo>
                <a:lnTo>
                  <a:pt x="111313" y="1523111"/>
                </a:lnTo>
                <a:lnTo>
                  <a:pt x="88609" y="1513747"/>
                </a:lnTo>
                <a:lnTo>
                  <a:pt x="65904" y="1499731"/>
                </a:lnTo>
                <a:lnTo>
                  <a:pt x="43200" y="1483200"/>
                </a:lnTo>
                <a:lnTo>
                  <a:pt x="43200" y="1483200"/>
                </a:lnTo>
                <a:lnTo>
                  <a:pt x="26668" y="1460700"/>
                </a:lnTo>
                <a:lnTo>
                  <a:pt x="12652" y="1438200"/>
                </a:lnTo>
                <a:lnTo>
                  <a:pt x="3288" y="1415700"/>
                </a:lnTo>
                <a:lnTo>
                  <a:pt x="0" y="1393200"/>
                </a:lnTo>
                <a:lnTo>
                  <a:pt x="3288" y="1370700"/>
                </a:lnTo>
                <a:lnTo>
                  <a:pt x="12652" y="1348200"/>
                </a:lnTo>
                <a:lnTo>
                  <a:pt x="26668" y="1325700"/>
                </a:lnTo>
                <a:lnTo>
                  <a:pt x="43200" y="1303200"/>
                </a:lnTo>
                <a:lnTo>
                  <a:pt x="43200" y="1303200"/>
                </a:lnTo>
                <a:lnTo>
                  <a:pt x="26668" y="1280700"/>
                </a:lnTo>
                <a:lnTo>
                  <a:pt x="12652" y="1258200"/>
                </a:lnTo>
                <a:lnTo>
                  <a:pt x="3288" y="1235700"/>
                </a:lnTo>
                <a:lnTo>
                  <a:pt x="0" y="1213200"/>
                </a:lnTo>
                <a:lnTo>
                  <a:pt x="3288" y="1190700"/>
                </a:lnTo>
                <a:lnTo>
                  <a:pt x="12652" y="1168200"/>
                </a:lnTo>
                <a:lnTo>
                  <a:pt x="26668" y="1145700"/>
                </a:lnTo>
                <a:lnTo>
                  <a:pt x="43200" y="1123200"/>
                </a:lnTo>
                <a:lnTo>
                  <a:pt x="43200" y="1123200"/>
                </a:lnTo>
                <a:lnTo>
                  <a:pt x="26668" y="1100700"/>
                </a:lnTo>
                <a:lnTo>
                  <a:pt x="12652" y="1078200"/>
                </a:lnTo>
                <a:lnTo>
                  <a:pt x="3288" y="1055700"/>
                </a:lnTo>
                <a:lnTo>
                  <a:pt x="0" y="1033200"/>
                </a:lnTo>
                <a:lnTo>
                  <a:pt x="3288" y="1010700"/>
                </a:lnTo>
                <a:lnTo>
                  <a:pt x="12652" y="988200"/>
                </a:lnTo>
                <a:lnTo>
                  <a:pt x="26668" y="965700"/>
                </a:lnTo>
                <a:lnTo>
                  <a:pt x="43200" y="943200"/>
                </a:lnTo>
                <a:lnTo>
                  <a:pt x="43200" y="943200"/>
                </a:lnTo>
                <a:lnTo>
                  <a:pt x="26668" y="920700"/>
                </a:lnTo>
                <a:lnTo>
                  <a:pt x="12652" y="898200"/>
                </a:lnTo>
                <a:lnTo>
                  <a:pt x="3288" y="875700"/>
                </a:lnTo>
                <a:lnTo>
                  <a:pt x="0" y="853200"/>
                </a:lnTo>
                <a:lnTo>
                  <a:pt x="3288" y="830700"/>
                </a:lnTo>
                <a:lnTo>
                  <a:pt x="12652" y="808200"/>
                </a:lnTo>
                <a:lnTo>
                  <a:pt x="26668" y="785700"/>
                </a:lnTo>
                <a:lnTo>
                  <a:pt x="43200" y="763200"/>
                </a:lnTo>
                <a:lnTo>
                  <a:pt x="43200" y="763200"/>
                </a:lnTo>
                <a:lnTo>
                  <a:pt x="26668" y="740700"/>
                </a:lnTo>
                <a:lnTo>
                  <a:pt x="12652" y="718200"/>
                </a:lnTo>
                <a:lnTo>
                  <a:pt x="3288" y="695700"/>
                </a:lnTo>
                <a:lnTo>
                  <a:pt x="0" y="673200"/>
                </a:lnTo>
                <a:lnTo>
                  <a:pt x="3288" y="650700"/>
                </a:lnTo>
                <a:lnTo>
                  <a:pt x="12652" y="628200"/>
                </a:lnTo>
                <a:lnTo>
                  <a:pt x="26668" y="605700"/>
                </a:lnTo>
                <a:lnTo>
                  <a:pt x="43200" y="583200"/>
                </a:lnTo>
                <a:lnTo>
                  <a:pt x="43200" y="583200"/>
                </a:lnTo>
                <a:lnTo>
                  <a:pt x="26668" y="560700"/>
                </a:lnTo>
                <a:lnTo>
                  <a:pt x="12652" y="538200"/>
                </a:lnTo>
                <a:lnTo>
                  <a:pt x="3288" y="515700"/>
                </a:lnTo>
                <a:lnTo>
                  <a:pt x="0" y="493200"/>
                </a:lnTo>
                <a:lnTo>
                  <a:pt x="3288" y="470700"/>
                </a:lnTo>
                <a:lnTo>
                  <a:pt x="12652" y="448200"/>
                </a:lnTo>
                <a:lnTo>
                  <a:pt x="26668" y="425700"/>
                </a:lnTo>
                <a:lnTo>
                  <a:pt x="43200" y="403200"/>
                </a:lnTo>
                <a:lnTo>
                  <a:pt x="43200" y="403200"/>
                </a:lnTo>
                <a:lnTo>
                  <a:pt x="26668" y="380700"/>
                </a:lnTo>
                <a:lnTo>
                  <a:pt x="12652" y="358200"/>
                </a:lnTo>
                <a:lnTo>
                  <a:pt x="3288" y="335700"/>
                </a:lnTo>
                <a:lnTo>
                  <a:pt x="0" y="313200"/>
                </a:lnTo>
                <a:lnTo>
                  <a:pt x="3288" y="290700"/>
                </a:lnTo>
                <a:lnTo>
                  <a:pt x="12652" y="268200"/>
                </a:lnTo>
                <a:lnTo>
                  <a:pt x="26668" y="245700"/>
                </a:lnTo>
                <a:lnTo>
                  <a:pt x="43200" y="223200"/>
                </a:lnTo>
                <a:lnTo>
                  <a:pt x="43200" y="223200"/>
                </a:lnTo>
                <a:lnTo>
                  <a:pt x="26668" y="200700"/>
                </a:lnTo>
                <a:lnTo>
                  <a:pt x="12652" y="178200"/>
                </a:lnTo>
                <a:lnTo>
                  <a:pt x="3288" y="155700"/>
                </a:lnTo>
                <a:lnTo>
                  <a:pt x="0" y="133200"/>
                </a:lnTo>
                <a:lnTo>
                  <a:pt x="3288" y="110700"/>
                </a:lnTo>
                <a:lnTo>
                  <a:pt x="12652" y="88200"/>
                </a:lnTo>
                <a:lnTo>
                  <a:pt x="26668" y="65700"/>
                </a:lnTo>
                <a:lnTo>
                  <a:pt x="43200" y="43200"/>
                </a:lnTo>
                <a:close/>
              </a:path>
            </a:pathLst>
          </a:custGeom>
          <a:noFill/>
          <a:ln w="7620">
            <a:solidFill>
              <a:srgbClr val="A4433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72000" y="6696000"/>
            <a:ext cx="7776000" cy="12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  <a:r>
              <a:t>TBC #16 — LED housing drawn as an indicative envelope. Confirm housing, fixing and setback against the selected product. No drilling schedule released.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04000" y="3168000"/>
            <a:ext cx="7560000" cy="54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01  TRAY + DOWNSTAND        02  SUPPORT SHS        03  REMOVABLE LED CHANNEL</a:t>
            </a:r>
          </a:p>
        </p:txBody>
      </p:sp>
      <p:cxnSp>
        <p:nvCxnSpPr>
          <p:cNvPr id="43" name="Connector 42"/>
          <p:cNvCxnSpPr/>
          <p:nvPr/>
        </p:nvCxnSpPr>
        <p:spPr>
          <a:xfrm flipH="1" flipV="1">
            <a:off x="1008000" y="4572000"/>
            <a:ext cx="1728000" cy="1404000"/>
          </a:xfrm>
          <a:prstGeom prst="line">
            <a:avLst/>
          </a:prstGeom>
          <a:ln w="5715">
            <a:solidFill>
              <a:srgbClr val="737871"/>
            </a:solidFill>
          </a:ln>
          <a:effectLst/>
        </p:spPr>
      </p:cxnSp>
      <p:sp>
        <p:nvSpPr>
          <p:cNvPr id="44" name="Oval 43"/>
          <p:cNvSpPr/>
          <p:nvPr/>
        </p:nvSpPr>
        <p:spPr>
          <a:xfrm>
            <a:off x="2712600" y="5952600"/>
            <a:ext cx="46800" cy="468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80000" y="4428000"/>
            <a:ext cx="2700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02 / 20 SHS support</a:t>
            </a:r>
          </a:p>
        </p:txBody>
      </p:sp>
      <p:cxnSp>
        <p:nvCxnSpPr>
          <p:cNvPr id="46" name="Connector 45"/>
          <p:cNvCxnSpPr/>
          <p:nvPr/>
        </p:nvCxnSpPr>
        <p:spPr>
          <a:xfrm flipV="1">
            <a:off x="6768000" y="5004000"/>
            <a:ext cx="756000" cy="900000"/>
          </a:xfrm>
          <a:prstGeom prst="line">
            <a:avLst/>
          </a:prstGeom>
          <a:ln w="5715">
            <a:solidFill>
              <a:srgbClr val="737871"/>
            </a:solidFill>
          </a:ln>
          <a:effectLst/>
        </p:spPr>
      </p:cxnSp>
      <p:sp>
        <p:nvSpPr>
          <p:cNvPr id="47" name="Oval 46"/>
          <p:cNvSpPr/>
          <p:nvPr/>
        </p:nvSpPr>
        <p:spPr>
          <a:xfrm>
            <a:off x="6744600" y="5880600"/>
            <a:ext cx="46800" cy="468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96000" y="4860000"/>
            <a:ext cx="2340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01 / 25 downstand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480000" y="5868000"/>
            <a:ext cx="972000" cy="360000"/>
          </a:xfrm>
          <a:prstGeom prst="line">
            <a:avLst/>
          </a:prstGeom>
          <a:ln w="5715">
            <a:solidFill>
              <a:srgbClr val="737871"/>
            </a:solidFill>
          </a:ln>
          <a:effectLst/>
        </p:spPr>
      </p:cxnSp>
      <p:sp>
        <p:nvSpPr>
          <p:cNvPr id="50" name="Oval 49"/>
          <p:cNvSpPr/>
          <p:nvPr/>
        </p:nvSpPr>
        <p:spPr>
          <a:xfrm>
            <a:off x="6456600" y="5844600"/>
            <a:ext cx="46800" cy="468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24000" y="6084000"/>
            <a:ext cx="2448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03 / diffuser + cable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Mesh / lighting / service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AP-14 · removable components and segregated service routes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540000" y="9792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540000" y="10008000"/>
            <a:ext cx="7128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FOR COORDINATION  ·  SITE ITEMS OPEN  ·  REV B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06 OCT 2026  /  SOURCE REV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4000" y="10008000"/>
            <a:ext cx="522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1:5 / NTS @ A3  ·  DIMENSIONS mm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SPEC SNAPSHOT eeccbde1cd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92000" y="10008000"/>
            <a:ext cx="1152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AP-14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548000" y="2052000"/>
            <a:ext cx="0" cy="7308000"/>
          </a:xfrm>
          <a:prstGeom prst="line">
            <a:avLst/>
          </a:prstGeom>
          <a:ln w="7620">
            <a:solidFill>
              <a:srgbClr val="E8E1D5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10908000" y="2088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MESH PANEL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08000" y="2448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2200–2600 front infill only. Approx. 20 × 40 diamond mesh; gauge, strand width and open area TBC #16.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08000" y="3852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EDGE / REMOVAL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08000" y="4212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Capture cut mesh edges in removable perimeter frame. Screw-fix accessible panel to main structure; no sharp exposed edges.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08000" y="5616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LED DRIVERS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08000" y="5976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Locate in accessible ventilated cabinet service zone. Keep maintenance reachable without dismantling the display.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08000" y="7380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ELECTRICAL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08000" y="7740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Separate mains/data/low-voltage routes as required by consultant. Driver rating, cable sizes, ventilation and circuits remain #16.</a:t>
            </a:r>
          </a:p>
        </p:txBody>
      </p:sp>
      <p:sp>
        <p:nvSpPr>
          <p:cNvPr id="20" name="GEOM:mesh-zone"/>
          <p:cNvSpPr/>
          <p:nvPr/>
        </p:nvSpPr>
        <p:spPr>
          <a:xfrm>
            <a:off x="1584000" y="2628000"/>
            <a:ext cx="4780800" cy="2880000"/>
          </a:xfrm>
          <a:prstGeom prst="rect">
            <a:avLst/>
          </a:prstGeom>
          <a:noFill/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V="1">
            <a:off x="1584000" y="2628000"/>
            <a:ext cx="1440000" cy="2880000"/>
          </a:xfrm>
          <a:prstGeom prst="line">
            <a:avLst/>
          </a:prstGeom>
          <a:ln w="4445">
            <a:solidFill>
              <a:srgbClr val="737871"/>
            </a:solidFill>
          </a:ln>
          <a:effectLst/>
        </p:spPr>
      </p:cxnSp>
      <p:cxnSp>
        <p:nvCxnSpPr>
          <p:cNvPr id="22" name="Connector 21"/>
          <p:cNvCxnSpPr/>
          <p:nvPr/>
        </p:nvCxnSpPr>
        <p:spPr>
          <a:xfrm flipV="1">
            <a:off x="1872000" y="2628000"/>
            <a:ext cx="1440000" cy="2880000"/>
          </a:xfrm>
          <a:prstGeom prst="line">
            <a:avLst/>
          </a:prstGeom>
          <a:ln w="4445">
            <a:solidFill>
              <a:srgbClr val="737871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 flipV="1">
            <a:off x="2160000" y="2628000"/>
            <a:ext cx="1440000" cy="2880000"/>
          </a:xfrm>
          <a:prstGeom prst="line">
            <a:avLst/>
          </a:prstGeom>
          <a:ln w="4445">
            <a:solidFill>
              <a:srgbClr val="737871"/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 flipV="1">
            <a:off x="2448000" y="2628000"/>
            <a:ext cx="1440000" cy="2880000"/>
          </a:xfrm>
          <a:prstGeom prst="line">
            <a:avLst/>
          </a:prstGeom>
          <a:ln w="4445">
            <a:solidFill>
              <a:srgbClr val="737871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 flipV="1">
            <a:off x="2736000" y="2628000"/>
            <a:ext cx="1440000" cy="2880000"/>
          </a:xfrm>
          <a:prstGeom prst="line">
            <a:avLst/>
          </a:prstGeom>
          <a:ln w="4445">
            <a:solidFill>
              <a:srgbClr val="737871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 flipV="1">
            <a:off x="3024000" y="2628000"/>
            <a:ext cx="1440000" cy="2880000"/>
          </a:xfrm>
          <a:prstGeom prst="line">
            <a:avLst/>
          </a:prstGeom>
          <a:ln w="4445">
            <a:solidFill>
              <a:srgbClr val="737871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 flipV="1">
            <a:off x="3312000" y="2628000"/>
            <a:ext cx="1440000" cy="2880000"/>
          </a:xfrm>
          <a:prstGeom prst="line">
            <a:avLst/>
          </a:prstGeom>
          <a:ln w="4445">
            <a:solidFill>
              <a:srgbClr val="737871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 flipV="1">
            <a:off x="3600000" y="2628000"/>
            <a:ext cx="1440000" cy="2880000"/>
          </a:xfrm>
          <a:prstGeom prst="line">
            <a:avLst/>
          </a:prstGeom>
          <a:ln w="4445">
            <a:solidFill>
              <a:srgbClr val="737871"/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 flipV="1">
            <a:off x="3888000" y="2628000"/>
            <a:ext cx="1440000" cy="2880000"/>
          </a:xfrm>
          <a:prstGeom prst="line">
            <a:avLst/>
          </a:prstGeom>
          <a:ln w="4445">
            <a:solidFill>
              <a:srgbClr val="737871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 flipV="1">
            <a:off x="4176000" y="2628000"/>
            <a:ext cx="1440000" cy="2880000"/>
          </a:xfrm>
          <a:prstGeom prst="line">
            <a:avLst/>
          </a:prstGeom>
          <a:ln w="4445">
            <a:solidFill>
              <a:srgbClr val="737871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 flipV="1">
            <a:off x="4464000" y="2628000"/>
            <a:ext cx="1440000" cy="2880000"/>
          </a:xfrm>
          <a:prstGeom prst="line">
            <a:avLst/>
          </a:prstGeom>
          <a:ln w="4445">
            <a:solidFill>
              <a:srgbClr val="737871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 flipV="1">
            <a:off x="4752000" y="2628000"/>
            <a:ext cx="1440000" cy="2880000"/>
          </a:xfrm>
          <a:prstGeom prst="line">
            <a:avLst/>
          </a:prstGeom>
          <a:ln w="4445">
            <a:solidFill>
              <a:srgbClr val="737871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 flipV="1">
            <a:off x="5040000" y="2628000"/>
            <a:ext cx="1324800" cy="2880000"/>
          </a:xfrm>
          <a:prstGeom prst="line">
            <a:avLst/>
          </a:prstGeom>
          <a:ln w="4445">
            <a:solidFill>
              <a:srgbClr val="737871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 flipV="1">
            <a:off x="5328000" y="2628000"/>
            <a:ext cx="1036800" cy="2880000"/>
          </a:xfrm>
          <a:prstGeom prst="line">
            <a:avLst/>
          </a:prstGeom>
          <a:ln w="4445">
            <a:solidFill>
              <a:srgbClr val="737871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 flipV="1">
            <a:off x="5616000" y="2628000"/>
            <a:ext cx="748800" cy="2880000"/>
          </a:xfrm>
          <a:prstGeom prst="line">
            <a:avLst/>
          </a:prstGeom>
          <a:ln w="4445">
            <a:solidFill>
              <a:srgbClr val="737871"/>
            </a:solidFill>
          </a:ln>
          <a:effectLst/>
        </p:spPr>
      </p:cxnSp>
      <p:cxnSp>
        <p:nvCxnSpPr>
          <p:cNvPr id="36" name="Connector 35"/>
          <p:cNvCxnSpPr/>
          <p:nvPr/>
        </p:nvCxnSpPr>
        <p:spPr>
          <a:xfrm flipV="1">
            <a:off x="5904000" y="2628000"/>
            <a:ext cx="460800" cy="2880000"/>
          </a:xfrm>
          <a:prstGeom prst="line">
            <a:avLst/>
          </a:prstGeom>
          <a:ln w="4445">
            <a:solidFill>
              <a:srgbClr val="737871"/>
            </a:solidFill>
          </a:ln>
          <a:effectLst/>
        </p:spPr>
      </p:cxnSp>
      <p:cxnSp>
        <p:nvCxnSpPr>
          <p:cNvPr id="37" name="Connector 36"/>
          <p:cNvCxnSpPr/>
          <p:nvPr/>
        </p:nvCxnSpPr>
        <p:spPr>
          <a:xfrm flipV="1">
            <a:off x="6192000" y="2628000"/>
            <a:ext cx="172800" cy="2880000"/>
          </a:xfrm>
          <a:prstGeom prst="line">
            <a:avLst/>
          </a:prstGeom>
          <a:ln w="4445">
            <a:solidFill>
              <a:srgbClr val="737871"/>
            </a:solidFill>
          </a:ln>
          <a:effectLst/>
        </p:spPr>
      </p:cxnSp>
      <p:cxnSp>
        <p:nvCxnSpPr>
          <p:cNvPr id="38" name="Connector 37"/>
          <p:cNvCxnSpPr/>
          <p:nvPr/>
        </p:nvCxnSpPr>
        <p:spPr>
          <a:xfrm>
            <a:off x="1584000" y="2628000"/>
            <a:ext cx="1440000" cy="2880000"/>
          </a:xfrm>
          <a:prstGeom prst="line">
            <a:avLst/>
          </a:prstGeom>
          <a:ln w="4445">
            <a:solidFill>
              <a:srgbClr val="737871"/>
            </a:solidFill>
          </a:ln>
          <a:effectLst/>
        </p:spPr>
      </p:cxnSp>
      <p:cxnSp>
        <p:nvCxnSpPr>
          <p:cNvPr id="39" name="Connector 38"/>
          <p:cNvCxnSpPr/>
          <p:nvPr/>
        </p:nvCxnSpPr>
        <p:spPr>
          <a:xfrm>
            <a:off x="1872000" y="2628000"/>
            <a:ext cx="1440000" cy="2880000"/>
          </a:xfrm>
          <a:prstGeom prst="line">
            <a:avLst/>
          </a:prstGeom>
          <a:ln w="4445">
            <a:solidFill>
              <a:srgbClr val="737871"/>
            </a:solidFill>
          </a:ln>
          <a:effectLst/>
        </p:spPr>
      </p:cxnSp>
      <p:cxnSp>
        <p:nvCxnSpPr>
          <p:cNvPr id="40" name="Connector 39"/>
          <p:cNvCxnSpPr/>
          <p:nvPr/>
        </p:nvCxnSpPr>
        <p:spPr>
          <a:xfrm>
            <a:off x="2160000" y="2628000"/>
            <a:ext cx="1440000" cy="2880000"/>
          </a:xfrm>
          <a:prstGeom prst="line">
            <a:avLst/>
          </a:prstGeom>
          <a:ln w="4445">
            <a:solidFill>
              <a:srgbClr val="737871"/>
            </a:solidFill>
          </a:ln>
          <a:effectLst/>
        </p:spPr>
      </p:cxnSp>
      <p:cxnSp>
        <p:nvCxnSpPr>
          <p:cNvPr id="41" name="Connector 40"/>
          <p:cNvCxnSpPr/>
          <p:nvPr/>
        </p:nvCxnSpPr>
        <p:spPr>
          <a:xfrm>
            <a:off x="2448000" y="2628000"/>
            <a:ext cx="1440000" cy="2880000"/>
          </a:xfrm>
          <a:prstGeom prst="line">
            <a:avLst/>
          </a:prstGeom>
          <a:ln w="4445">
            <a:solidFill>
              <a:srgbClr val="737871"/>
            </a:solidFill>
          </a:ln>
          <a:effectLst/>
        </p:spPr>
      </p:cxnSp>
      <p:cxnSp>
        <p:nvCxnSpPr>
          <p:cNvPr id="42" name="Connector 41"/>
          <p:cNvCxnSpPr/>
          <p:nvPr/>
        </p:nvCxnSpPr>
        <p:spPr>
          <a:xfrm>
            <a:off x="2736000" y="2628000"/>
            <a:ext cx="1440000" cy="2880000"/>
          </a:xfrm>
          <a:prstGeom prst="line">
            <a:avLst/>
          </a:prstGeom>
          <a:ln w="4445">
            <a:solidFill>
              <a:srgbClr val="737871"/>
            </a:solidFill>
          </a:ln>
          <a:effectLst/>
        </p:spPr>
      </p:cxnSp>
      <p:cxnSp>
        <p:nvCxnSpPr>
          <p:cNvPr id="43" name="Connector 42"/>
          <p:cNvCxnSpPr/>
          <p:nvPr/>
        </p:nvCxnSpPr>
        <p:spPr>
          <a:xfrm>
            <a:off x="3024000" y="2628000"/>
            <a:ext cx="1440000" cy="2880000"/>
          </a:xfrm>
          <a:prstGeom prst="line">
            <a:avLst/>
          </a:prstGeom>
          <a:ln w="4445">
            <a:solidFill>
              <a:srgbClr val="737871"/>
            </a:solidFill>
          </a:ln>
          <a:effectLst/>
        </p:spPr>
      </p:cxnSp>
      <p:cxnSp>
        <p:nvCxnSpPr>
          <p:cNvPr id="44" name="Connector 43"/>
          <p:cNvCxnSpPr/>
          <p:nvPr/>
        </p:nvCxnSpPr>
        <p:spPr>
          <a:xfrm>
            <a:off x="3312000" y="2628000"/>
            <a:ext cx="1440000" cy="2880000"/>
          </a:xfrm>
          <a:prstGeom prst="line">
            <a:avLst/>
          </a:prstGeom>
          <a:ln w="4445">
            <a:solidFill>
              <a:srgbClr val="737871"/>
            </a:solidFill>
          </a:ln>
          <a:effectLst/>
        </p:spPr>
      </p:cxnSp>
      <p:cxnSp>
        <p:nvCxnSpPr>
          <p:cNvPr id="45" name="Connector 44"/>
          <p:cNvCxnSpPr/>
          <p:nvPr/>
        </p:nvCxnSpPr>
        <p:spPr>
          <a:xfrm>
            <a:off x="3600000" y="2628000"/>
            <a:ext cx="1440000" cy="2880000"/>
          </a:xfrm>
          <a:prstGeom prst="line">
            <a:avLst/>
          </a:prstGeom>
          <a:ln w="4445">
            <a:solidFill>
              <a:srgbClr val="737871"/>
            </a:solidFill>
          </a:ln>
          <a:effectLst/>
        </p:spPr>
      </p:cxnSp>
      <p:cxnSp>
        <p:nvCxnSpPr>
          <p:cNvPr id="46" name="Connector 45"/>
          <p:cNvCxnSpPr/>
          <p:nvPr/>
        </p:nvCxnSpPr>
        <p:spPr>
          <a:xfrm>
            <a:off x="3888000" y="2628000"/>
            <a:ext cx="1440000" cy="2880000"/>
          </a:xfrm>
          <a:prstGeom prst="line">
            <a:avLst/>
          </a:prstGeom>
          <a:ln w="4445">
            <a:solidFill>
              <a:srgbClr val="737871"/>
            </a:solidFill>
          </a:ln>
          <a:effectLst/>
        </p:spPr>
      </p:cxnSp>
      <p:cxnSp>
        <p:nvCxnSpPr>
          <p:cNvPr id="47" name="Connector 46"/>
          <p:cNvCxnSpPr/>
          <p:nvPr/>
        </p:nvCxnSpPr>
        <p:spPr>
          <a:xfrm>
            <a:off x="4176000" y="2628000"/>
            <a:ext cx="1440000" cy="2880000"/>
          </a:xfrm>
          <a:prstGeom prst="line">
            <a:avLst/>
          </a:prstGeom>
          <a:ln w="4445">
            <a:solidFill>
              <a:srgbClr val="737871"/>
            </a:solidFill>
          </a:ln>
          <a:effectLst/>
        </p:spPr>
      </p:cxnSp>
      <p:cxnSp>
        <p:nvCxnSpPr>
          <p:cNvPr id="48" name="Connector 47"/>
          <p:cNvCxnSpPr/>
          <p:nvPr/>
        </p:nvCxnSpPr>
        <p:spPr>
          <a:xfrm>
            <a:off x="4464000" y="2628000"/>
            <a:ext cx="1440000" cy="2880000"/>
          </a:xfrm>
          <a:prstGeom prst="line">
            <a:avLst/>
          </a:prstGeom>
          <a:ln w="4445">
            <a:solidFill>
              <a:srgbClr val="737871"/>
            </a:solidFill>
          </a:ln>
          <a:effectLst/>
        </p:spPr>
      </p:cxnSp>
      <p:cxnSp>
        <p:nvCxnSpPr>
          <p:cNvPr id="49" name="Connector 48"/>
          <p:cNvCxnSpPr/>
          <p:nvPr/>
        </p:nvCxnSpPr>
        <p:spPr>
          <a:xfrm>
            <a:off x="4752000" y="2628000"/>
            <a:ext cx="1440000" cy="2880000"/>
          </a:xfrm>
          <a:prstGeom prst="line">
            <a:avLst/>
          </a:prstGeom>
          <a:ln w="4445">
            <a:solidFill>
              <a:srgbClr val="737871"/>
            </a:solidFill>
          </a:ln>
          <a:effectLst/>
        </p:spPr>
      </p:cxnSp>
      <p:cxnSp>
        <p:nvCxnSpPr>
          <p:cNvPr id="50" name="Connector 49"/>
          <p:cNvCxnSpPr/>
          <p:nvPr/>
        </p:nvCxnSpPr>
        <p:spPr>
          <a:xfrm>
            <a:off x="5040000" y="2628000"/>
            <a:ext cx="1324800" cy="2880000"/>
          </a:xfrm>
          <a:prstGeom prst="line">
            <a:avLst/>
          </a:prstGeom>
          <a:ln w="4445">
            <a:solidFill>
              <a:srgbClr val="737871"/>
            </a:solidFill>
          </a:ln>
          <a:effectLst/>
        </p:spPr>
      </p:cxnSp>
      <p:cxnSp>
        <p:nvCxnSpPr>
          <p:cNvPr id="51" name="Connector 50"/>
          <p:cNvCxnSpPr/>
          <p:nvPr/>
        </p:nvCxnSpPr>
        <p:spPr>
          <a:xfrm>
            <a:off x="5328000" y="2628000"/>
            <a:ext cx="1036800" cy="2880000"/>
          </a:xfrm>
          <a:prstGeom prst="line">
            <a:avLst/>
          </a:prstGeom>
          <a:ln w="4445">
            <a:solidFill>
              <a:srgbClr val="737871"/>
            </a:solidFill>
          </a:ln>
          <a:effectLst/>
        </p:spPr>
      </p:cxnSp>
      <p:cxnSp>
        <p:nvCxnSpPr>
          <p:cNvPr id="52" name="Connector 51"/>
          <p:cNvCxnSpPr/>
          <p:nvPr/>
        </p:nvCxnSpPr>
        <p:spPr>
          <a:xfrm>
            <a:off x="5616000" y="2628000"/>
            <a:ext cx="748800" cy="2880000"/>
          </a:xfrm>
          <a:prstGeom prst="line">
            <a:avLst/>
          </a:prstGeom>
          <a:ln w="4445">
            <a:solidFill>
              <a:srgbClr val="737871"/>
            </a:solidFill>
          </a:ln>
          <a:effectLst/>
        </p:spPr>
      </p:cxnSp>
      <p:cxnSp>
        <p:nvCxnSpPr>
          <p:cNvPr id="53" name="Connector 52"/>
          <p:cNvCxnSpPr/>
          <p:nvPr/>
        </p:nvCxnSpPr>
        <p:spPr>
          <a:xfrm>
            <a:off x="5904000" y="2628000"/>
            <a:ext cx="460800" cy="2880000"/>
          </a:xfrm>
          <a:prstGeom prst="line">
            <a:avLst/>
          </a:prstGeom>
          <a:ln w="4445">
            <a:solidFill>
              <a:srgbClr val="737871"/>
            </a:solidFill>
          </a:ln>
          <a:effectLst/>
        </p:spPr>
      </p:cxnSp>
      <p:cxnSp>
        <p:nvCxnSpPr>
          <p:cNvPr id="54" name="Connector 53"/>
          <p:cNvCxnSpPr/>
          <p:nvPr/>
        </p:nvCxnSpPr>
        <p:spPr>
          <a:xfrm>
            <a:off x="6192000" y="2628000"/>
            <a:ext cx="172800" cy="2880000"/>
          </a:xfrm>
          <a:prstGeom prst="line">
            <a:avLst/>
          </a:prstGeom>
          <a:ln w="4445">
            <a:solidFill>
              <a:srgbClr val="737871"/>
            </a:solidFill>
          </a:ln>
          <a:effectLst/>
        </p:spPr>
      </p:cxnSp>
      <p:sp>
        <p:nvSpPr>
          <p:cNvPr id="55" name="Oval 54"/>
          <p:cNvSpPr/>
          <p:nvPr/>
        </p:nvSpPr>
        <p:spPr>
          <a:xfrm>
            <a:off x="1692000" y="5328000"/>
            <a:ext cx="72000" cy="72000"/>
          </a:xfrm>
          <a:prstGeom prst="ellipse">
            <a:avLst/>
          </a:prstGeom>
          <a:noFill/>
          <a:ln w="8890">
            <a:solidFill>
              <a:srgbClr val="A4433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692000" y="2736000"/>
            <a:ext cx="72000" cy="72000"/>
          </a:xfrm>
          <a:prstGeom prst="ellipse">
            <a:avLst/>
          </a:prstGeom>
          <a:noFill/>
          <a:ln w="8890">
            <a:solidFill>
              <a:srgbClr val="A4433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184800" y="5328000"/>
            <a:ext cx="72000" cy="72000"/>
          </a:xfrm>
          <a:prstGeom prst="ellipse">
            <a:avLst/>
          </a:prstGeom>
          <a:noFill/>
          <a:ln w="8890">
            <a:solidFill>
              <a:srgbClr val="A4433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184800" y="2736000"/>
            <a:ext cx="72000" cy="72000"/>
          </a:xfrm>
          <a:prstGeom prst="ellipse">
            <a:avLst/>
          </a:prstGeom>
          <a:noFill/>
          <a:ln w="8890">
            <a:solidFill>
              <a:srgbClr val="A4433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1584000" y="5508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60" name="Connector 59"/>
          <p:cNvCxnSpPr/>
          <p:nvPr/>
        </p:nvCxnSpPr>
        <p:spPr>
          <a:xfrm>
            <a:off x="6364800" y="5508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61" name="Connector 60"/>
          <p:cNvCxnSpPr/>
          <p:nvPr/>
        </p:nvCxnSpPr>
        <p:spPr>
          <a:xfrm>
            <a:off x="1584000" y="5760000"/>
            <a:ext cx="47808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62" name="Connector 61"/>
          <p:cNvCxnSpPr/>
          <p:nvPr/>
        </p:nvCxnSpPr>
        <p:spPr>
          <a:xfrm flipV="1">
            <a:off x="1548000" y="572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63" name="Connector 62"/>
          <p:cNvCxnSpPr/>
          <p:nvPr/>
        </p:nvCxnSpPr>
        <p:spPr>
          <a:xfrm flipV="1">
            <a:off x="6328800" y="572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64" name="TextBox 63"/>
          <p:cNvSpPr txBox="1"/>
          <p:nvPr/>
        </p:nvSpPr>
        <p:spPr>
          <a:xfrm>
            <a:off x="3434400" y="558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65" name="Connector 64"/>
          <p:cNvCxnSpPr/>
          <p:nvPr/>
        </p:nvCxnSpPr>
        <p:spPr>
          <a:xfrm flipH="1">
            <a:off x="1260000" y="5508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66" name="Connector 65"/>
          <p:cNvCxnSpPr/>
          <p:nvPr/>
        </p:nvCxnSpPr>
        <p:spPr>
          <a:xfrm flipH="1">
            <a:off x="1260000" y="2628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67" name="Connector 66"/>
          <p:cNvCxnSpPr/>
          <p:nvPr/>
        </p:nvCxnSpPr>
        <p:spPr>
          <a:xfrm flipV="1">
            <a:off x="1260000" y="2628000"/>
            <a:ext cx="0" cy="288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68" name="Connector 67"/>
          <p:cNvCxnSpPr/>
          <p:nvPr/>
        </p:nvCxnSpPr>
        <p:spPr>
          <a:xfrm flipV="1">
            <a:off x="1224000" y="547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69" name="Connector 68"/>
          <p:cNvCxnSpPr/>
          <p:nvPr/>
        </p:nvCxnSpPr>
        <p:spPr>
          <a:xfrm flipV="1">
            <a:off x="1224000" y="259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70" name="TextBox 69"/>
          <p:cNvSpPr txBox="1"/>
          <p:nvPr/>
        </p:nvSpPr>
        <p:spPr>
          <a:xfrm>
            <a:off x="828000" y="4068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sp>
        <p:nvSpPr>
          <p:cNvPr id="71" name="Freeform 70"/>
          <p:cNvSpPr/>
          <p:nvPr/>
        </p:nvSpPr>
        <p:spPr>
          <a:xfrm>
            <a:off x="820800" y="6364800"/>
            <a:ext cx="9230400" cy="2606400"/>
          </a:xfrm>
          <a:custGeom>
            <a:avLst/>
            <a:gdLst/>
            <a:ahLst/>
            <a:cxnLst/>
            <a:rect l="l" t="t" r="r" b="b"/>
            <a:pathLst>
              <a:path w="9230400" h="2606400">
                <a:moveTo>
                  <a:pt x="43200" y="43200"/>
                </a:moveTo>
                <a:lnTo>
                  <a:pt x="65611" y="26668"/>
                </a:lnTo>
                <a:lnTo>
                  <a:pt x="88023" y="12652"/>
                </a:lnTo>
                <a:lnTo>
                  <a:pt x="110435" y="3288"/>
                </a:lnTo>
                <a:lnTo>
                  <a:pt x="132847" y="0"/>
                </a:lnTo>
                <a:lnTo>
                  <a:pt x="155258" y="3288"/>
                </a:lnTo>
                <a:lnTo>
                  <a:pt x="177670" y="12652"/>
                </a:lnTo>
                <a:lnTo>
                  <a:pt x="200082" y="26668"/>
                </a:lnTo>
                <a:lnTo>
                  <a:pt x="222494" y="43200"/>
                </a:lnTo>
                <a:lnTo>
                  <a:pt x="222494" y="43200"/>
                </a:lnTo>
                <a:lnTo>
                  <a:pt x="244905" y="26668"/>
                </a:lnTo>
                <a:lnTo>
                  <a:pt x="267317" y="12652"/>
                </a:lnTo>
                <a:lnTo>
                  <a:pt x="289729" y="3288"/>
                </a:lnTo>
                <a:lnTo>
                  <a:pt x="312141" y="0"/>
                </a:lnTo>
                <a:lnTo>
                  <a:pt x="334552" y="3288"/>
                </a:lnTo>
                <a:lnTo>
                  <a:pt x="356964" y="12652"/>
                </a:lnTo>
                <a:lnTo>
                  <a:pt x="379376" y="26668"/>
                </a:lnTo>
                <a:lnTo>
                  <a:pt x="401788" y="43200"/>
                </a:lnTo>
                <a:lnTo>
                  <a:pt x="401788" y="43200"/>
                </a:lnTo>
                <a:lnTo>
                  <a:pt x="424199" y="26668"/>
                </a:lnTo>
                <a:lnTo>
                  <a:pt x="446611" y="12652"/>
                </a:lnTo>
                <a:lnTo>
                  <a:pt x="469023" y="3288"/>
                </a:lnTo>
                <a:lnTo>
                  <a:pt x="491435" y="0"/>
                </a:lnTo>
                <a:lnTo>
                  <a:pt x="513847" y="3288"/>
                </a:lnTo>
                <a:lnTo>
                  <a:pt x="536258" y="12652"/>
                </a:lnTo>
                <a:lnTo>
                  <a:pt x="558670" y="26668"/>
                </a:lnTo>
                <a:lnTo>
                  <a:pt x="581082" y="43200"/>
                </a:lnTo>
                <a:lnTo>
                  <a:pt x="581082" y="43200"/>
                </a:lnTo>
                <a:lnTo>
                  <a:pt x="603494" y="26668"/>
                </a:lnTo>
                <a:lnTo>
                  <a:pt x="625905" y="12652"/>
                </a:lnTo>
                <a:lnTo>
                  <a:pt x="648317" y="3288"/>
                </a:lnTo>
                <a:lnTo>
                  <a:pt x="670729" y="0"/>
                </a:lnTo>
                <a:lnTo>
                  <a:pt x="693141" y="3288"/>
                </a:lnTo>
                <a:lnTo>
                  <a:pt x="715552" y="12652"/>
                </a:lnTo>
                <a:lnTo>
                  <a:pt x="737964" y="26668"/>
                </a:lnTo>
                <a:lnTo>
                  <a:pt x="760376" y="43200"/>
                </a:lnTo>
                <a:lnTo>
                  <a:pt x="760376" y="43200"/>
                </a:lnTo>
                <a:lnTo>
                  <a:pt x="782788" y="26668"/>
                </a:lnTo>
                <a:lnTo>
                  <a:pt x="805200" y="12652"/>
                </a:lnTo>
                <a:lnTo>
                  <a:pt x="827611" y="3288"/>
                </a:lnTo>
                <a:lnTo>
                  <a:pt x="850023" y="0"/>
                </a:lnTo>
                <a:lnTo>
                  <a:pt x="872435" y="3288"/>
                </a:lnTo>
                <a:lnTo>
                  <a:pt x="894847" y="12652"/>
                </a:lnTo>
                <a:lnTo>
                  <a:pt x="917258" y="26668"/>
                </a:lnTo>
                <a:lnTo>
                  <a:pt x="939670" y="43200"/>
                </a:lnTo>
                <a:lnTo>
                  <a:pt x="939670" y="43200"/>
                </a:lnTo>
                <a:lnTo>
                  <a:pt x="962082" y="26668"/>
                </a:lnTo>
                <a:lnTo>
                  <a:pt x="984494" y="12652"/>
                </a:lnTo>
                <a:lnTo>
                  <a:pt x="1006905" y="3288"/>
                </a:lnTo>
                <a:lnTo>
                  <a:pt x="1029317" y="0"/>
                </a:lnTo>
                <a:lnTo>
                  <a:pt x="1051729" y="3288"/>
                </a:lnTo>
                <a:lnTo>
                  <a:pt x="1074141" y="12652"/>
                </a:lnTo>
                <a:lnTo>
                  <a:pt x="1096552" y="26668"/>
                </a:lnTo>
                <a:lnTo>
                  <a:pt x="1118964" y="43200"/>
                </a:lnTo>
                <a:lnTo>
                  <a:pt x="1118964" y="43200"/>
                </a:lnTo>
                <a:lnTo>
                  <a:pt x="1141376" y="26668"/>
                </a:lnTo>
                <a:lnTo>
                  <a:pt x="1163788" y="12652"/>
                </a:lnTo>
                <a:lnTo>
                  <a:pt x="1186200" y="3288"/>
                </a:lnTo>
                <a:lnTo>
                  <a:pt x="1208611" y="0"/>
                </a:lnTo>
                <a:lnTo>
                  <a:pt x="1231023" y="3288"/>
                </a:lnTo>
                <a:lnTo>
                  <a:pt x="1253435" y="12652"/>
                </a:lnTo>
                <a:lnTo>
                  <a:pt x="1275847" y="26668"/>
                </a:lnTo>
                <a:lnTo>
                  <a:pt x="1298258" y="43200"/>
                </a:lnTo>
                <a:lnTo>
                  <a:pt x="1298258" y="43200"/>
                </a:lnTo>
                <a:lnTo>
                  <a:pt x="1320670" y="26668"/>
                </a:lnTo>
                <a:lnTo>
                  <a:pt x="1343082" y="12652"/>
                </a:lnTo>
                <a:lnTo>
                  <a:pt x="1365494" y="3288"/>
                </a:lnTo>
                <a:lnTo>
                  <a:pt x="1387905" y="0"/>
                </a:lnTo>
                <a:lnTo>
                  <a:pt x="1410317" y="3288"/>
                </a:lnTo>
                <a:lnTo>
                  <a:pt x="1432729" y="12652"/>
                </a:lnTo>
                <a:lnTo>
                  <a:pt x="1455141" y="26668"/>
                </a:lnTo>
                <a:lnTo>
                  <a:pt x="1477552" y="43200"/>
                </a:lnTo>
                <a:lnTo>
                  <a:pt x="1477552" y="43200"/>
                </a:lnTo>
                <a:lnTo>
                  <a:pt x="1499964" y="26668"/>
                </a:lnTo>
                <a:lnTo>
                  <a:pt x="1522376" y="12652"/>
                </a:lnTo>
                <a:lnTo>
                  <a:pt x="1544788" y="3288"/>
                </a:lnTo>
                <a:lnTo>
                  <a:pt x="1567200" y="0"/>
                </a:lnTo>
                <a:lnTo>
                  <a:pt x="1589611" y="3288"/>
                </a:lnTo>
                <a:lnTo>
                  <a:pt x="1612023" y="12652"/>
                </a:lnTo>
                <a:lnTo>
                  <a:pt x="1634435" y="26668"/>
                </a:lnTo>
                <a:lnTo>
                  <a:pt x="1656847" y="43200"/>
                </a:lnTo>
                <a:lnTo>
                  <a:pt x="1656847" y="43200"/>
                </a:lnTo>
                <a:lnTo>
                  <a:pt x="1679258" y="26668"/>
                </a:lnTo>
                <a:lnTo>
                  <a:pt x="1701670" y="12652"/>
                </a:lnTo>
                <a:lnTo>
                  <a:pt x="1724082" y="3288"/>
                </a:lnTo>
                <a:lnTo>
                  <a:pt x="1746494" y="0"/>
                </a:lnTo>
                <a:lnTo>
                  <a:pt x="1768905" y="3288"/>
                </a:lnTo>
                <a:lnTo>
                  <a:pt x="1791317" y="12652"/>
                </a:lnTo>
                <a:lnTo>
                  <a:pt x="1813729" y="26668"/>
                </a:lnTo>
                <a:lnTo>
                  <a:pt x="1836141" y="43200"/>
                </a:lnTo>
                <a:lnTo>
                  <a:pt x="1836141" y="43200"/>
                </a:lnTo>
                <a:lnTo>
                  <a:pt x="1858552" y="26668"/>
                </a:lnTo>
                <a:lnTo>
                  <a:pt x="1880964" y="12652"/>
                </a:lnTo>
                <a:lnTo>
                  <a:pt x="1903376" y="3288"/>
                </a:lnTo>
                <a:lnTo>
                  <a:pt x="1925788" y="0"/>
                </a:lnTo>
                <a:lnTo>
                  <a:pt x="1948200" y="3288"/>
                </a:lnTo>
                <a:lnTo>
                  <a:pt x="1970611" y="12652"/>
                </a:lnTo>
                <a:lnTo>
                  <a:pt x="1993023" y="26668"/>
                </a:lnTo>
                <a:lnTo>
                  <a:pt x="2015435" y="43200"/>
                </a:lnTo>
                <a:lnTo>
                  <a:pt x="2015435" y="43200"/>
                </a:lnTo>
                <a:lnTo>
                  <a:pt x="2037847" y="26668"/>
                </a:lnTo>
                <a:lnTo>
                  <a:pt x="2060258" y="12652"/>
                </a:lnTo>
                <a:lnTo>
                  <a:pt x="2082670" y="3288"/>
                </a:lnTo>
                <a:lnTo>
                  <a:pt x="2105082" y="0"/>
                </a:lnTo>
                <a:lnTo>
                  <a:pt x="2127494" y="3288"/>
                </a:lnTo>
                <a:lnTo>
                  <a:pt x="2149905" y="12652"/>
                </a:lnTo>
                <a:lnTo>
                  <a:pt x="2172317" y="26668"/>
                </a:lnTo>
                <a:lnTo>
                  <a:pt x="2194729" y="43200"/>
                </a:lnTo>
                <a:lnTo>
                  <a:pt x="2194729" y="43200"/>
                </a:lnTo>
                <a:lnTo>
                  <a:pt x="2217141" y="26668"/>
                </a:lnTo>
                <a:lnTo>
                  <a:pt x="2239552" y="12652"/>
                </a:lnTo>
                <a:lnTo>
                  <a:pt x="2261964" y="3288"/>
                </a:lnTo>
                <a:lnTo>
                  <a:pt x="2284376" y="0"/>
                </a:lnTo>
                <a:lnTo>
                  <a:pt x="2306788" y="3288"/>
                </a:lnTo>
                <a:lnTo>
                  <a:pt x="2329200" y="12652"/>
                </a:lnTo>
                <a:lnTo>
                  <a:pt x="2351611" y="26668"/>
                </a:lnTo>
                <a:lnTo>
                  <a:pt x="2374023" y="43200"/>
                </a:lnTo>
                <a:lnTo>
                  <a:pt x="2374023" y="43200"/>
                </a:lnTo>
                <a:lnTo>
                  <a:pt x="2396435" y="26668"/>
                </a:lnTo>
                <a:lnTo>
                  <a:pt x="2418847" y="12652"/>
                </a:lnTo>
                <a:lnTo>
                  <a:pt x="2441258" y="3288"/>
                </a:lnTo>
                <a:lnTo>
                  <a:pt x="2463670" y="0"/>
                </a:lnTo>
                <a:lnTo>
                  <a:pt x="2486082" y="3288"/>
                </a:lnTo>
                <a:lnTo>
                  <a:pt x="2508494" y="12652"/>
                </a:lnTo>
                <a:lnTo>
                  <a:pt x="2530905" y="26668"/>
                </a:lnTo>
                <a:lnTo>
                  <a:pt x="2553317" y="43200"/>
                </a:lnTo>
                <a:lnTo>
                  <a:pt x="2553317" y="43200"/>
                </a:lnTo>
                <a:lnTo>
                  <a:pt x="2575729" y="26668"/>
                </a:lnTo>
                <a:lnTo>
                  <a:pt x="2598141" y="12652"/>
                </a:lnTo>
                <a:lnTo>
                  <a:pt x="2620552" y="3288"/>
                </a:lnTo>
                <a:lnTo>
                  <a:pt x="2642964" y="0"/>
                </a:lnTo>
                <a:lnTo>
                  <a:pt x="2665376" y="3288"/>
                </a:lnTo>
                <a:lnTo>
                  <a:pt x="2687788" y="12652"/>
                </a:lnTo>
                <a:lnTo>
                  <a:pt x="2710200" y="26668"/>
                </a:lnTo>
                <a:lnTo>
                  <a:pt x="2732611" y="43200"/>
                </a:lnTo>
                <a:lnTo>
                  <a:pt x="2732611" y="43200"/>
                </a:lnTo>
                <a:lnTo>
                  <a:pt x="2755023" y="26668"/>
                </a:lnTo>
                <a:lnTo>
                  <a:pt x="2777435" y="12652"/>
                </a:lnTo>
                <a:lnTo>
                  <a:pt x="2799847" y="3288"/>
                </a:lnTo>
                <a:lnTo>
                  <a:pt x="2822258" y="0"/>
                </a:lnTo>
                <a:lnTo>
                  <a:pt x="2844670" y="3288"/>
                </a:lnTo>
                <a:lnTo>
                  <a:pt x="2867082" y="12652"/>
                </a:lnTo>
                <a:lnTo>
                  <a:pt x="2889494" y="26668"/>
                </a:lnTo>
                <a:lnTo>
                  <a:pt x="2911905" y="43200"/>
                </a:lnTo>
                <a:lnTo>
                  <a:pt x="2911905" y="43200"/>
                </a:lnTo>
                <a:lnTo>
                  <a:pt x="2934317" y="26668"/>
                </a:lnTo>
                <a:lnTo>
                  <a:pt x="2956729" y="12652"/>
                </a:lnTo>
                <a:lnTo>
                  <a:pt x="2979141" y="3288"/>
                </a:lnTo>
                <a:lnTo>
                  <a:pt x="3001552" y="0"/>
                </a:lnTo>
                <a:lnTo>
                  <a:pt x="3023964" y="3288"/>
                </a:lnTo>
                <a:lnTo>
                  <a:pt x="3046376" y="12652"/>
                </a:lnTo>
                <a:lnTo>
                  <a:pt x="3068788" y="26668"/>
                </a:lnTo>
                <a:lnTo>
                  <a:pt x="3091199" y="43200"/>
                </a:lnTo>
                <a:lnTo>
                  <a:pt x="3091199" y="43200"/>
                </a:lnTo>
                <a:lnTo>
                  <a:pt x="3113611" y="26668"/>
                </a:lnTo>
                <a:lnTo>
                  <a:pt x="3136023" y="12652"/>
                </a:lnTo>
                <a:lnTo>
                  <a:pt x="3158435" y="3288"/>
                </a:lnTo>
                <a:lnTo>
                  <a:pt x="3180847" y="0"/>
                </a:lnTo>
                <a:lnTo>
                  <a:pt x="3203258" y="3288"/>
                </a:lnTo>
                <a:lnTo>
                  <a:pt x="3225670" y="12652"/>
                </a:lnTo>
                <a:lnTo>
                  <a:pt x="3248082" y="26668"/>
                </a:lnTo>
                <a:lnTo>
                  <a:pt x="3270494" y="43200"/>
                </a:lnTo>
                <a:lnTo>
                  <a:pt x="3270494" y="43200"/>
                </a:lnTo>
                <a:lnTo>
                  <a:pt x="3292905" y="26668"/>
                </a:lnTo>
                <a:lnTo>
                  <a:pt x="3315317" y="12652"/>
                </a:lnTo>
                <a:lnTo>
                  <a:pt x="3337729" y="3288"/>
                </a:lnTo>
                <a:lnTo>
                  <a:pt x="3360141" y="0"/>
                </a:lnTo>
                <a:lnTo>
                  <a:pt x="3382552" y="3288"/>
                </a:lnTo>
                <a:lnTo>
                  <a:pt x="3404964" y="12652"/>
                </a:lnTo>
                <a:lnTo>
                  <a:pt x="3427376" y="26668"/>
                </a:lnTo>
                <a:lnTo>
                  <a:pt x="3449788" y="43200"/>
                </a:lnTo>
                <a:lnTo>
                  <a:pt x="3449788" y="43200"/>
                </a:lnTo>
                <a:lnTo>
                  <a:pt x="3472200" y="26668"/>
                </a:lnTo>
                <a:lnTo>
                  <a:pt x="3494611" y="12652"/>
                </a:lnTo>
                <a:lnTo>
                  <a:pt x="3517023" y="3288"/>
                </a:lnTo>
                <a:lnTo>
                  <a:pt x="3539435" y="0"/>
                </a:lnTo>
                <a:lnTo>
                  <a:pt x="3561847" y="3288"/>
                </a:lnTo>
                <a:lnTo>
                  <a:pt x="3584258" y="12652"/>
                </a:lnTo>
                <a:lnTo>
                  <a:pt x="3606670" y="26668"/>
                </a:lnTo>
                <a:lnTo>
                  <a:pt x="3629082" y="43200"/>
                </a:lnTo>
                <a:lnTo>
                  <a:pt x="3629082" y="43200"/>
                </a:lnTo>
                <a:lnTo>
                  <a:pt x="3651494" y="26668"/>
                </a:lnTo>
                <a:lnTo>
                  <a:pt x="3673905" y="12652"/>
                </a:lnTo>
                <a:lnTo>
                  <a:pt x="3696317" y="3288"/>
                </a:lnTo>
                <a:lnTo>
                  <a:pt x="3718729" y="0"/>
                </a:lnTo>
                <a:lnTo>
                  <a:pt x="3741141" y="3288"/>
                </a:lnTo>
                <a:lnTo>
                  <a:pt x="3763552" y="12652"/>
                </a:lnTo>
                <a:lnTo>
                  <a:pt x="3785964" y="26668"/>
                </a:lnTo>
                <a:lnTo>
                  <a:pt x="3808376" y="43200"/>
                </a:lnTo>
                <a:lnTo>
                  <a:pt x="3808376" y="43200"/>
                </a:lnTo>
                <a:lnTo>
                  <a:pt x="3830788" y="26668"/>
                </a:lnTo>
                <a:lnTo>
                  <a:pt x="3853200" y="12652"/>
                </a:lnTo>
                <a:lnTo>
                  <a:pt x="3875611" y="3288"/>
                </a:lnTo>
                <a:lnTo>
                  <a:pt x="3898023" y="0"/>
                </a:lnTo>
                <a:lnTo>
                  <a:pt x="3920435" y="3288"/>
                </a:lnTo>
                <a:lnTo>
                  <a:pt x="3942847" y="12652"/>
                </a:lnTo>
                <a:lnTo>
                  <a:pt x="3965258" y="26668"/>
                </a:lnTo>
                <a:lnTo>
                  <a:pt x="3987670" y="43200"/>
                </a:lnTo>
                <a:lnTo>
                  <a:pt x="3987670" y="43200"/>
                </a:lnTo>
                <a:lnTo>
                  <a:pt x="4010082" y="26668"/>
                </a:lnTo>
                <a:lnTo>
                  <a:pt x="4032494" y="12652"/>
                </a:lnTo>
                <a:lnTo>
                  <a:pt x="4054905" y="3288"/>
                </a:lnTo>
                <a:lnTo>
                  <a:pt x="4077317" y="0"/>
                </a:lnTo>
                <a:lnTo>
                  <a:pt x="4099729" y="3288"/>
                </a:lnTo>
                <a:lnTo>
                  <a:pt x="4122141" y="12652"/>
                </a:lnTo>
                <a:lnTo>
                  <a:pt x="4144552" y="26668"/>
                </a:lnTo>
                <a:lnTo>
                  <a:pt x="4166964" y="43200"/>
                </a:lnTo>
                <a:lnTo>
                  <a:pt x="4166964" y="43200"/>
                </a:lnTo>
                <a:lnTo>
                  <a:pt x="4189376" y="26668"/>
                </a:lnTo>
                <a:lnTo>
                  <a:pt x="4211788" y="12652"/>
                </a:lnTo>
                <a:lnTo>
                  <a:pt x="4234200" y="3288"/>
                </a:lnTo>
                <a:lnTo>
                  <a:pt x="4256611" y="0"/>
                </a:lnTo>
                <a:lnTo>
                  <a:pt x="4279023" y="3288"/>
                </a:lnTo>
                <a:lnTo>
                  <a:pt x="4301435" y="12652"/>
                </a:lnTo>
                <a:lnTo>
                  <a:pt x="4323847" y="26668"/>
                </a:lnTo>
                <a:lnTo>
                  <a:pt x="4346258" y="43200"/>
                </a:lnTo>
                <a:lnTo>
                  <a:pt x="4346258" y="43200"/>
                </a:lnTo>
                <a:lnTo>
                  <a:pt x="4368670" y="26668"/>
                </a:lnTo>
                <a:lnTo>
                  <a:pt x="4391082" y="12652"/>
                </a:lnTo>
                <a:lnTo>
                  <a:pt x="4413494" y="3288"/>
                </a:lnTo>
                <a:lnTo>
                  <a:pt x="4435905" y="0"/>
                </a:lnTo>
                <a:lnTo>
                  <a:pt x="4458317" y="3288"/>
                </a:lnTo>
                <a:lnTo>
                  <a:pt x="4480729" y="12652"/>
                </a:lnTo>
                <a:lnTo>
                  <a:pt x="4503141" y="26668"/>
                </a:lnTo>
                <a:lnTo>
                  <a:pt x="4525552" y="43200"/>
                </a:lnTo>
                <a:lnTo>
                  <a:pt x="4525552" y="43200"/>
                </a:lnTo>
                <a:lnTo>
                  <a:pt x="4547964" y="26668"/>
                </a:lnTo>
                <a:lnTo>
                  <a:pt x="4570376" y="12652"/>
                </a:lnTo>
                <a:lnTo>
                  <a:pt x="4592788" y="3288"/>
                </a:lnTo>
                <a:lnTo>
                  <a:pt x="4615200" y="0"/>
                </a:lnTo>
                <a:lnTo>
                  <a:pt x="4637611" y="3288"/>
                </a:lnTo>
                <a:lnTo>
                  <a:pt x="4660023" y="12652"/>
                </a:lnTo>
                <a:lnTo>
                  <a:pt x="4682435" y="26668"/>
                </a:lnTo>
                <a:lnTo>
                  <a:pt x="4704847" y="43200"/>
                </a:lnTo>
                <a:lnTo>
                  <a:pt x="4704847" y="43200"/>
                </a:lnTo>
                <a:lnTo>
                  <a:pt x="4727258" y="26668"/>
                </a:lnTo>
                <a:lnTo>
                  <a:pt x="4749670" y="12652"/>
                </a:lnTo>
                <a:lnTo>
                  <a:pt x="4772082" y="3288"/>
                </a:lnTo>
                <a:lnTo>
                  <a:pt x="4794494" y="0"/>
                </a:lnTo>
                <a:lnTo>
                  <a:pt x="4816905" y="3288"/>
                </a:lnTo>
                <a:lnTo>
                  <a:pt x="4839317" y="12652"/>
                </a:lnTo>
                <a:lnTo>
                  <a:pt x="4861729" y="26668"/>
                </a:lnTo>
                <a:lnTo>
                  <a:pt x="4884141" y="43200"/>
                </a:lnTo>
                <a:lnTo>
                  <a:pt x="4884141" y="43200"/>
                </a:lnTo>
                <a:lnTo>
                  <a:pt x="4906552" y="26668"/>
                </a:lnTo>
                <a:lnTo>
                  <a:pt x="4928964" y="12652"/>
                </a:lnTo>
                <a:lnTo>
                  <a:pt x="4951376" y="3288"/>
                </a:lnTo>
                <a:lnTo>
                  <a:pt x="4973788" y="0"/>
                </a:lnTo>
                <a:lnTo>
                  <a:pt x="4996199" y="3288"/>
                </a:lnTo>
                <a:lnTo>
                  <a:pt x="5018611" y="12652"/>
                </a:lnTo>
                <a:lnTo>
                  <a:pt x="5041023" y="26668"/>
                </a:lnTo>
                <a:lnTo>
                  <a:pt x="5063435" y="43200"/>
                </a:lnTo>
                <a:lnTo>
                  <a:pt x="5063435" y="43200"/>
                </a:lnTo>
                <a:lnTo>
                  <a:pt x="5085847" y="26668"/>
                </a:lnTo>
                <a:lnTo>
                  <a:pt x="5108258" y="12652"/>
                </a:lnTo>
                <a:lnTo>
                  <a:pt x="5130670" y="3288"/>
                </a:lnTo>
                <a:lnTo>
                  <a:pt x="5153082" y="0"/>
                </a:lnTo>
                <a:lnTo>
                  <a:pt x="5175494" y="3288"/>
                </a:lnTo>
                <a:lnTo>
                  <a:pt x="5197905" y="12652"/>
                </a:lnTo>
                <a:lnTo>
                  <a:pt x="5220317" y="26668"/>
                </a:lnTo>
                <a:lnTo>
                  <a:pt x="5242729" y="43200"/>
                </a:lnTo>
                <a:lnTo>
                  <a:pt x="5242729" y="43200"/>
                </a:lnTo>
                <a:lnTo>
                  <a:pt x="5265141" y="26668"/>
                </a:lnTo>
                <a:lnTo>
                  <a:pt x="5287552" y="12652"/>
                </a:lnTo>
                <a:lnTo>
                  <a:pt x="5309964" y="3288"/>
                </a:lnTo>
                <a:lnTo>
                  <a:pt x="5332376" y="0"/>
                </a:lnTo>
                <a:lnTo>
                  <a:pt x="5354788" y="3288"/>
                </a:lnTo>
                <a:lnTo>
                  <a:pt x="5377200" y="12652"/>
                </a:lnTo>
                <a:lnTo>
                  <a:pt x="5399611" y="26668"/>
                </a:lnTo>
                <a:lnTo>
                  <a:pt x="5422023" y="43200"/>
                </a:lnTo>
                <a:lnTo>
                  <a:pt x="5422023" y="43200"/>
                </a:lnTo>
                <a:lnTo>
                  <a:pt x="5444435" y="26668"/>
                </a:lnTo>
                <a:lnTo>
                  <a:pt x="5466847" y="12652"/>
                </a:lnTo>
                <a:lnTo>
                  <a:pt x="5489258" y="3288"/>
                </a:lnTo>
                <a:lnTo>
                  <a:pt x="5511670" y="0"/>
                </a:lnTo>
                <a:lnTo>
                  <a:pt x="5534082" y="3288"/>
                </a:lnTo>
                <a:lnTo>
                  <a:pt x="5556494" y="12652"/>
                </a:lnTo>
                <a:lnTo>
                  <a:pt x="5578905" y="26668"/>
                </a:lnTo>
                <a:lnTo>
                  <a:pt x="5601317" y="43200"/>
                </a:lnTo>
                <a:lnTo>
                  <a:pt x="5601317" y="43200"/>
                </a:lnTo>
                <a:lnTo>
                  <a:pt x="5623729" y="26668"/>
                </a:lnTo>
                <a:lnTo>
                  <a:pt x="5646141" y="12652"/>
                </a:lnTo>
                <a:lnTo>
                  <a:pt x="5668552" y="3288"/>
                </a:lnTo>
                <a:lnTo>
                  <a:pt x="5690964" y="0"/>
                </a:lnTo>
                <a:lnTo>
                  <a:pt x="5713376" y="3288"/>
                </a:lnTo>
                <a:lnTo>
                  <a:pt x="5735788" y="12652"/>
                </a:lnTo>
                <a:lnTo>
                  <a:pt x="5758200" y="26668"/>
                </a:lnTo>
                <a:lnTo>
                  <a:pt x="5780611" y="43200"/>
                </a:lnTo>
                <a:lnTo>
                  <a:pt x="5780611" y="43200"/>
                </a:lnTo>
                <a:lnTo>
                  <a:pt x="5803023" y="26668"/>
                </a:lnTo>
                <a:lnTo>
                  <a:pt x="5825435" y="12652"/>
                </a:lnTo>
                <a:lnTo>
                  <a:pt x="5847847" y="3288"/>
                </a:lnTo>
                <a:lnTo>
                  <a:pt x="5870258" y="0"/>
                </a:lnTo>
                <a:lnTo>
                  <a:pt x="5892670" y="3288"/>
                </a:lnTo>
                <a:lnTo>
                  <a:pt x="5915082" y="12652"/>
                </a:lnTo>
                <a:lnTo>
                  <a:pt x="5937494" y="26668"/>
                </a:lnTo>
                <a:lnTo>
                  <a:pt x="5959905" y="43200"/>
                </a:lnTo>
                <a:lnTo>
                  <a:pt x="5959905" y="43200"/>
                </a:lnTo>
                <a:lnTo>
                  <a:pt x="5982317" y="26668"/>
                </a:lnTo>
                <a:lnTo>
                  <a:pt x="6004729" y="12652"/>
                </a:lnTo>
                <a:lnTo>
                  <a:pt x="6027141" y="3288"/>
                </a:lnTo>
                <a:lnTo>
                  <a:pt x="6049552" y="0"/>
                </a:lnTo>
                <a:lnTo>
                  <a:pt x="6071964" y="3288"/>
                </a:lnTo>
                <a:lnTo>
                  <a:pt x="6094376" y="12652"/>
                </a:lnTo>
                <a:lnTo>
                  <a:pt x="6116788" y="26668"/>
                </a:lnTo>
                <a:lnTo>
                  <a:pt x="6139199" y="43200"/>
                </a:lnTo>
                <a:lnTo>
                  <a:pt x="6139199" y="43200"/>
                </a:lnTo>
                <a:lnTo>
                  <a:pt x="6161611" y="26668"/>
                </a:lnTo>
                <a:lnTo>
                  <a:pt x="6184023" y="12652"/>
                </a:lnTo>
                <a:lnTo>
                  <a:pt x="6206435" y="3288"/>
                </a:lnTo>
                <a:lnTo>
                  <a:pt x="6228847" y="0"/>
                </a:lnTo>
                <a:lnTo>
                  <a:pt x="6251258" y="3288"/>
                </a:lnTo>
                <a:lnTo>
                  <a:pt x="6273670" y="12652"/>
                </a:lnTo>
                <a:lnTo>
                  <a:pt x="6296082" y="26668"/>
                </a:lnTo>
                <a:lnTo>
                  <a:pt x="6318494" y="43200"/>
                </a:lnTo>
                <a:lnTo>
                  <a:pt x="6318494" y="43200"/>
                </a:lnTo>
                <a:lnTo>
                  <a:pt x="6340905" y="26668"/>
                </a:lnTo>
                <a:lnTo>
                  <a:pt x="6363317" y="12652"/>
                </a:lnTo>
                <a:lnTo>
                  <a:pt x="6385729" y="3288"/>
                </a:lnTo>
                <a:lnTo>
                  <a:pt x="6408141" y="0"/>
                </a:lnTo>
                <a:lnTo>
                  <a:pt x="6430552" y="3288"/>
                </a:lnTo>
                <a:lnTo>
                  <a:pt x="6452964" y="12652"/>
                </a:lnTo>
                <a:lnTo>
                  <a:pt x="6475376" y="26668"/>
                </a:lnTo>
                <a:lnTo>
                  <a:pt x="6497788" y="43200"/>
                </a:lnTo>
                <a:lnTo>
                  <a:pt x="6497788" y="43200"/>
                </a:lnTo>
                <a:lnTo>
                  <a:pt x="6520200" y="26668"/>
                </a:lnTo>
                <a:lnTo>
                  <a:pt x="6542611" y="12652"/>
                </a:lnTo>
                <a:lnTo>
                  <a:pt x="6565023" y="3288"/>
                </a:lnTo>
                <a:lnTo>
                  <a:pt x="6587435" y="0"/>
                </a:lnTo>
                <a:lnTo>
                  <a:pt x="6609847" y="3288"/>
                </a:lnTo>
                <a:lnTo>
                  <a:pt x="6632258" y="12652"/>
                </a:lnTo>
                <a:lnTo>
                  <a:pt x="6654670" y="26668"/>
                </a:lnTo>
                <a:lnTo>
                  <a:pt x="6677082" y="43200"/>
                </a:lnTo>
                <a:lnTo>
                  <a:pt x="6677082" y="43200"/>
                </a:lnTo>
                <a:lnTo>
                  <a:pt x="6699494" y="26668"/>
                </a:lnTo>
                <a:lnTo>
                  <a:pt x="6721905" y="12652"/>
                </a:lnTo>
                <a:lnTo>
                  <a:pt x="6744317" y="3288"/>
                </a:lnTo>
                <a:lnTo>
                  <a:pt x="6766729" y="0"/>
                </a:lnTo>
                <a:lnTo>
                  <a:pt x="6789141" y="3288"/>
                </a:lnTo>
                <a:lnTo>
                  <a:pt x="6811552" y="12652"/>
                </a:lnTo>
                <a:lnTo>
                  <a:pt x="6833964" y="26668"/>
                </a:lnTo>
                <a:lnTo>
                  <a:pt x="6856376" y="43200"/>
                </a:lnTo>
                <a:lnTo>
                  <a:pt x="6856376" y="43200"/>
                </a:lnTo>
                <a:lnTo>
                  <a:pt x="6878788" y="26668"/>
                </a:lnTo>
                <a:lnTo>
                  <a:pt x="6901200" y="12652"/>
                </a:lnTo>
                <a:lnTo>
                  <a:pt x="6923611" y="3288"/>
                </a:lnTo>
                <a:lnTo>
                  <a:pt x="6946023" y="0"/>
                </a:lnTo>
                <a:lnTo>
                  <a:pt x="6968435" y="3288"/>
                </a:lnTo>
                <a:lnTo>
                  <a:pt x="6990847" y="12652"/>
                </a:lnTo>
                <a:lnTo>
                  <a:pt x="7013258" y="26668"/>
                </a:lnTo>
                <a:lnTo>
                  <a:pt x="7035670" y="43200"/>
                </a:lnTo>
                <a:lnTo>
                  <a:pt x="7035670" y="43200"/>
                </a:lnTo>
                <a:lnTo>
                  <a:pt x="7058082" y="26668"/>
                </a:lnTo>
                <a:lnTo>
                  <a:pt x="7080494" y="12652"/>
                </a:lnTo>
                <a:lnTo>
                  <a:pt x="7102905" y="3288"/>
                </a:lnTo>
                <a:lnTo>
                  <a:pt x="7125317" y="0"/>
                </a:lnTo>
                <a:lnTo>
                  <a:pt x="7147729" y="3288"/>
                </a:lnTo>
                <a:lnTo>
                  <a:pt x="7170141" y="12652"/>
                </a:lnTo>
                <a:lnTo>
                  <a:pt x="7192552" y="26668"/>
                </a:lnTo>
                <a:lnTo>
                  <a:pt x="7214964" y="43200"/>
                </a:lnTo>
                <a:lnTo>
                  <a:pt x="7214964" y="43200"/>
                </a:lnTo>
                <a:lnTo>
                  <a:pt x="7237376" y="26668"/>
                </a:lnTo>
                <a:lnTo>
                  <a:pt x="7259788" y="12652"/>
                </a:lnTo>
                <a:lnTo>
                  <a:pt x="7282199" y="3288"/>
                </a:lnTo>
                <a:lnTo>
                  <a:pt x="7304611" y="0"/>
                </a:lnTo>
                <a:lnTo>
                  <a:pt x="7327023" y="3288"/>
                </a:lnTo>
                <a:lnTo>
                  <a:pt x="7349435" y="12652"/>
                </a:lnTo>
                <a:lnTo>
                  <a:pt x="7371847" y="26668"/>
                </a:lnTo>
                <a:lnTo>
                  <a:pt x="7394258" y="43200"/>
                </a:lnTo>
                <a:lnTo>
                  <a:pt x="7394258" y="43200"/>
                </a:lnTo>
                <a:lnTo>
                  <a:pt x="7416670" y="26668"/>
                </a:lnTo>
                <a:lnTo>
                  <a:pt x="7439082" y="12652"/>
                </a:lnTo>
                <a:lnTo>
                  <a:pt x="7461494" y="3288"/>
                </a:lnTo>
                <a:lnTo>
                  <a:pt x="7483905" y="0"/>
                </a:lnTo>
                <a:lnTo>
                  <a:pt x="7506317" y="3288"/>
                </a:lnTo>
                <a:lnTo>
                  <a:pt x="7528729" y="12652"/>
                </a:lnTo>
                <a:lnTo>
                  <a:pt x="7551141" y="26668"/>
                </a:lnTo>
                <a:lnTo>
                  <a:pt x="7573552" y="43200"/>
                </a:lnTo>
                <a:lnTo>
                  <a:pt x="7573552" y="43200"/>
                </a:lnTo>
                <a:lnTo>
                  <a:pt x="7595964" y="26668"/>
                </a:lnTo>
                <a:lnTo>
                  <a:pt x="7618376" y="12652"/>
                </a:lnTo>
                <a:lnTo>
                  <a:pt x="7640788" y="3288"/>
                </a:lnTo>
                <a:lnTo>
                  <a:pt x="7663200" y="0"/>
                </a:lnTo>
                <a:lnTo>
                  <a:pt x="7685611" y="3288"/>
                </a:lnTo>
                <a:lnTo>
                  <a:pt x="7708023" y="12652"/>
                </a:lnTo>
                <a:lnTo>
                  <a:pt x="7730435" y="26668"/>
                </a:lnTo>
                <a:lnTo>
                  <a:pt x="7752847" y="43200"/>
                </a:lnTo>
                <a:lnTo>
                  <a:pt x="7752847" y="43200"/>
                </a:lnTo>
                <a:lnTo>
                  <a:pt x="7775258" y="26668"/>
                </a:lnTo>
                <a:lnTo>
                  <a:pt x="7797670" y="12652"/>
                </a:lnTo>
                <a:lnTo>
                  <a:pt x="7820082" y="3288"/>
                </a:lnTo>
                <a:lnTo>
                  <a:pt x="7842494" y="0"/>
                </a:lnTo>
                <a:lnTo>
                  <a:pt x="7864905" y="3288"/>
                </a:lnTo>
                <a:lnTo>
                  <a:pt x="7887317" y="12652"/>
                </a:lnTo>
                <a:lnTo>
                  <a:pt x="7909729" y="26668"/>
                </a:lnTo>
                <a:lnTo>
                  <a:pt x="7932141" y="43200"/>
                </a:lnTo>
                <a:lnTo>
                  <a:pt x="7932141" y="43200"/>
                </a:lnTo>
                <a:lnTo>
                  <a:pt x="7954552" y="26668"/>
                </a:lnTo>
                <a:lnTo>
                  <a:pt x="7976964" y="12652"/>
                </a:lnTo>
                <a:lnTo>
                  <a:pt x="7999376" y="3288"/>
                </a:lnTo>
                <a:lnTo>
                  <a:pt x="8021788" y="0"/>
                </a:lnTo>
                <a:lnTo>
                  <a:pt x="8044200" y="3288"/>
                </a:lnTo>
                <a:lnTo>
                  <a:pt x="8066611" y="12652"/>
                </a:lnTo>
                <a:lnTo>
                  <a:pt x="8089023" y="26668"/>
                </a:lnTo>
                <a:lnTo>
                  <a:pt x="8111435" y="43200"/>
                </a:lnTo>
                <a:lnTo>
                  <a:pt x="8111435" y="43200"/>
                </a:lnTo>
                <a:lnTo>
                  <a:pt x="8133847" y="26668"/>
                </a:lnTo>
                <a:lnTo>
                  <a:pt x="8156258" y="12652"/>
                </a:lnTo>
                <a:lnTo>
                  <a:pt x="8178670" y="3288"/>
                </a:lnTo>
                <a:lnTo>
                  <a:pt x="8201082" y="0"/>
                </a:lnTo>
                <a:lnTo>
                  <a:pt x="8223494" y="3288"/>
                </a:lnTo>
                <a:lnTo>
                  <a:pt x="8245905" y="12652"/>
                </a:lnTo>
                <a:lnTo>
                  <a:pt x="8268317" y="26668"/>
                </a:lnTo>
                <a:lnTo>
                  <a:pt x="8290729" y="43200"/>
                </a:lnTo>
                <a:lnTo>
                  <a:pt x="8290729" y="43200"/>
                </a:lnTo>
                <a:lnTo>
                  <a:pt x="8313141" y="26668"/>
                </a:lnTo>
                <a:lnTo>
                  <a:pt x="8335552" y="12652"/>
                </a:lnTo>
                <a:lnTo>
                  <a:pt x="8357964" y="3288"/>
                </a:lnTo>
                <a:lnTo>
                  <a:pt x="8380376" y="0"/>
                </a:lnTo>
                <a:lnTo>
                  <a:pt x="8402788" y="3288"/>
                </a:lnTo>
                <a:lnTo>
                  <a:pt x="8425200" y="12652"/>
                </a:lnTo>
                <a:lnTo>
                  <a:pt x="8447611" y="26668"/>
                </a:lnTo>
                <a:lnTo>
                  <a:pt x="8470023" y="43200"/>
                </a:lnTo>
                <a:lnTo>
                  <a:pt x="8470023" y="43200"/>
                </a:lnTo>
                <a:lnTo>
                  <a:pt x="8492435" y="26668"/>
                </a:lnTo>
                <a:lnTo>
                  <a:pt x="8514847" y="12652"/>
                </a:lnTo>
                <a:lnTo>
                  <a:pt x="8537258" y="3288"/>
                </a:lnTo>
                <a:lnTo>
                  <a:pt x="8559670" y="0"/>
                </a:lnTo>
                <a:lnTo>
                  <a:pt x="8582082" y="3288"/>
                </a:lnTo>
                <a:lnTo>
                  <a:pt x="8604494" y="12652"/>
                </a:lnTo>
                <a:lnTo>
                  <a:pt x="8626905" y="26668"/>
                </a:lnTo>
                <a:lnTo>
                  <a:pt x="8649317" y="43200"/>
                </a:lnTo>
                <a:lnTo>
                  <a:pt x="8649317" y="43200"/>
                </a:lnTo>
                <a:lnTo>
                  <a:pt x="8671729" y="26668"/>
                </a:lnTo>
                <a:lnTo>
                  <a:pt x="8694141" y="12652"/>
                </a:lnTo>
                <a:lnTo>
                  <a:pt x="8716552" y="3288"/>
                </a:lnTo>
                <a:lnTo>
                  <a:pt x="8738964" y="0"/>
                </a:lnTo>
                <a:lnTo>
                  <a:pt x="8761376" y="3288"/>
                </a:lnTo>
                <a:lnTo>
                  <a:pt x="8783788" y="12652"/>
                </a:lnTo>
                <a:lnTo>
                  <a:pt x="8806200" y="26668"/>
                </a:lnTo>
                <a:lnTo>
                  <a:pt x="8828611" y="43200"/>
                </a:lnTo>
                <a:lnTo>
                  <a:pt x="8828611" y="43200"/>
                </a:lnTo>
                <a:lnTo>
                  <a:pt x="8851023" y="26668"/>
                </a:lnTo>
                <a:lnTo>
                  <a:pt x="8873435" y="12652"/>
                </a:lnTo>
                <a:lnTo>
                  <a:pt x="8895847" y="3288"/>
                </a:lnTo>
                <a:lnTo>
                  <a:pt x="8918258" y="0"/>
                </a:lnTo>
                <a:lnTo>
                  <a:pt x="8940670" y="3288"/>
                </a:lnTo>
                <a:lnTo>
                  <a:pt x="8963082" y="12652"/>
                </a:lnTo>
                <a:lnTo>
                  <a:pt x="8985494" y="26668"/>
                </a:lnTo>
                <a:lnTo>
                  <a:pt x="9007905" y="43200"/>
                </a:lnTo>
                <a:lnTo>
                  <a:pt x="9007905" y="43200"/>
                </a:lnTo>
                <a:lnTo>
                  <a:pt x="9030317" y="26668"/>
                </a:lnTo>
                <a:lnTo>
                  <a:pt x="9052729" y="12652"/>
                </a:lnTo>
                <a:lnTo>
                  <a:pt x="9075141" y="3288"/>
                </a:lnTo>
                <a:lnTo>
                  <a:pt x="9097552" y="0"/>
                </a:lnTo>
                <a:lnTo>
                  <a:pt x="9119964" y="3288"/>
                </a:lnTo>
                <a:lnTo>
                  <a:pt x="9142376" y="12652"/>
                </a:lnTo>
                <a:lnTo>
                  <a:pt x="9164788" y="26668"/>
                </a:lnTo>
                <a:lnTo>
                  <a:pt x="9187200" y="43200"/>
                </a:lnTo>
                <a:lnTo>
                  <a:pt x="9187200" y="43200"/>
                </a:lnTo>
                <a:lnTo>
                  <a:pt x="9203731" y="65700"/>
                </a:lnTo>
                <a:lnTo>
                  <a:pt x="9217747" y="88200"/>
                </a:lnTo>
                <a:lnTo>
                  <a:pt x="9227111" y="110700"/>
                </a:lnTo>
                <a:lnTo>
                  <a:pt x="9230400" y="133200"/>
                </a:lnTo>
                <a:lnTo>
                  <a:pt x="9227111" y="155700"/>
                </a:lnTo>
                <a:lnTo>
                  <a:pt x="9217747" y="178200"/>
                </a:lnTo>
                <a:lnTo>
                  <a:pt x="9203731" y="200700"/>
                </a:lnTo>
                <a:lnTo>
                  <a:pt x="9187200" y="223200"/>
                </a:lnTo>
                <a:lnTo>
                  <a:pt x="9187200" y="223200"/>
                </a:lnTo>
                <a:lnTo>
                  <a:pt x="9203731" y="245700"/>
                </a:lnTo>
                <a:lnTo>
                  <a:pt x="9217747" y="268200"/>
                </a:lnTo>
                <a:lnTo>
                  <a:pt x="9227111" y="290700"/>
                </a:lnTo>
                <a:lnTo>
                  <a:pt x="9230400" y="313200"/>
                </a:lnTo>
                <a:lnTo>
                  <a:pt x="9227111" y="335700"/>
                </a:lnTo>
                <a:lnTo>
                  <a:pt x="9217747" y="358200"/>
                </a:lnTo>
                <a:lnTo>
                  <a:pt x="9203731" y="380700"/>
                </a:lnTo>
                <a:lnTo>
                  <a:pt x="9187200" y="403200"/>
                </a:lnTo>
                <a:lnTo>
                  <a:pt x="9187200" y="403200"/>
                </a:lnTo>
                <a:lnTo>
                  <a:pt x="9203731" y="425700"/>
                </a:lnTo>
                <a:lnTo>
                  <a:pt x="9217747" y="448200"/>
                </a:lnTo>
                <a:lnTo>
                  <a:pt x="9227111" y="470700"/>
                </a:lnTo>
                <a:lnTo>
                  <a:pt x="9230400" y="493200"/>
                </a:lnTo>
                <a:lnTo>
                  <a:pt x="9227111" y="515700"/>
                </a:lnTo>
                <a:lnTo>
                  <a:pt x="9217747" y="538200"/>
                </a:lnTo>
                <a:lnTo>
                  <a:pt x="9203731" y="560700"/>
                </a:lnTo>
                <a:lnTo>
                  <a:pt x="9187200" y="583200"/>
                </a:lnTo>
                <a:lnTo>
                  <a:pt x="9187200" y="583200"/>
                </a:lnTo>
                <a:lnTo>
                  <a:pt x="9203731" y="605700"/>
                </a:lnTo>
                <a:lnTo>
                  <a:pt x="9217747" y="628200"/>
                </a:lnTo>
                <a:lnTo>
                  <a:pt x="9227111" y="650700"/>
                </a:lnTo>
                <a:lnTo>
                  <a:pt x="9230400" y="673200"/>
                </a:lnTo>
                <a:lnTo>
                  <a:pt x="9227111" y="695700"/>
                </a:lnTo>
                <a:lnTo>
                  <a:pt x="9217747" y="718200"/>
                </a:lnTo>
                <a:lnTo>
                  <a:pt x="9203731" y="740700"/>
                </a:lnTo>
                <a:lnTo>
                  <a:pt x="9187200" y="763200"/>
                </a:lnTo>
                <a:lnTo>
                  <a:pt x="9187200" y="763200"/>
                </a:lnTo>
                <a:lnTo>
                  <a:pt x="9203731" y="785700"/>
                </a:lnTo>
                <a:lnTo>
                  <a:pt x="9217747" y="808200"/>
                </a:lnTo>
                <a:lnTo>
                  <a:pt x="9227111" y="830700"/>
                </a:lnTo>
                <a:lnTo>
                  <a:pt x="9230400" y="853200"/>
                </a:lnTo>
                <a:lnTo>
                  <a:pt x="9227111" y="875700"/>
                </a:lnTo>
                <a:lnTo>
                  <a:pt x="9217747" y="898200"/>
                </a:lnTo>
                <a:lnTo>
                  <a:pt x="9203731" y="920700"/>
                </a:lnTo>
                <a:lnTo>
                  <a:pt x="9187200" y="943200"/>
                </a:lnTo>
                <a:lnTo>
                  <a:pt x="9187200" y="943200"/>
                </a:lnTo>
                <a:lnTo>
                  <a:pt x="9203731" y="965700"/>
                </a:lnTo>
                <a:lnTo>
                  <a:pt x="9217747" y="988200"/>
                </a:lnTo>
                <a:lnTo>
                  <a:pt x="9227111" y="1010700"/>
                </a:lnTo>
                <a:lnTo>
                  <a:pt x="9230400" y="1033200"/>
                </a:lnTo>
                <a:lnTo>
                  <a:pt x="9227111" y="1055700"/>
                </a:lnTo>
                <a:lnTo>
                  <a:pt x="9217747" y="1078200"/>
                </a:lnTo>
                <a:lnTo>
                  <a:pt x="9203731" y="1100700"/>
                </a:lnTo>
                <a:lnTo>
                  <a:pt x="9187200" y="1123200"/>
                </a:lnTo>
                <a:lnTo>
                  <a:pt x="9187200" y="1123200"/>
                </a:lnTo>
                <a:lnTo>
                  <a:pt x="9203731" y="1145700"/>
                </a:lnTo>
                <a:lnTo>
                  <a:pt x="9217747" y="1168200"/>
                </a:lnTo>
                <a:lnTo>
                  <a:pt x="9227111" y="1190700"/>
                </a:lnTo>
                <a:lnTo>
                  <a:pt x="9230400" y="1213200"/>
                </a:lnTo>
                <a:lnTo>
                  <a:pt x="9227111" y="1235700"/>
                </a:lnTo>
                <a:lnTo>
                  <a:pt x="9217747" y="1258200"/>
                </a:lnTo>
                <a:lnTo>
                  <a:pt x="9203731" y="1280700"/>
                </a:lnTo>
                <a:lnTo>
                  <a:pt x="9187200" y="1303200"/>
                </a:lnTo>
                <a:lnTo>
                  <a:pt x="9187200" y="1303200"/>
                </a:lnTo>
                <a:lnTo>
                  <a:pt x="9203731" y="1325700"/>
                </a:lnTo>
                <a:lnTo>
                  <a:pt x="9217747" y="1348200"/>
                </a:lnTo>
                <a:lnTo>
                  <a:pt x="9227111" y="1370700"/>
                </a:lnTo>
                <a:lnTo>
                  <a:pt x="9230400" y="1393200"/>
                </a:lnTo>
                <a:lnTo>
                  <a:pt x="9227111" y="1415700"/>
                </a:lnTo>
                <a:lnTo>
                  <a:pt x="9217747" y="1438200"/>
                </a:lnTo>
                <a:lnTo>
                  <a:pt x="9203731" y="1460700"/>
                </a:lnTo>
                <a:lnTo>
                  <a:pt x="9187200" y="1483200"/>
                </a:lnTo>
                <a:lnTo>
                  <a:pt x="9187200" y="1483200"/>
                </a:lnTo>
                <a:lnTo>
                  <a:pt x="9203731" y="1505700"/>
                </a:lnTo>
                <a:lnTo>
                  <a:pt x="9217747" y="1528200"/>
                </a:lnTo>
                <a:lnTo>
                  <a:pt x="9227111" y="1550700"/>
                </a:lnTo>
                <a:lnTo>
                  <a:pt x="9230400" y="1573200"/>
                </a:lnTo>
                <a:lnTo>
                  <a:pt x="9227111" y="1595700"/>
                </a:lnTo>
                <a:lnTo>
                  <a:pt x="9217747" y="1618200"/>
                </a:lnTo>
                <a:lnTo>
                  <a:pt x="9203731" y="1640700"/>
                </a:lnTo>
                <a:lnTo>
                  <a:pt x="9187200" y="1663200"/>
                </a:lnTo>
                <a:lnTo>
                  <a:pt x="9187200" y="1663200"/>
                </a:lnTo>
                <a:lnTo>
                  <a:pt x="9203731" y="1685700"/>
                </a:lnTo>
                <a:lnTo>
                  <a:pt x="9217747" y="1708200"/>
                </a:lnTo>
                <a:lnTo>
                  <a:pt x="9227111" y="1730700"/>
                </a:lnTo>
                <a:lnTo>
                  <a:pt x="9230400" y="1753200"/>
                </a:lnTo>
                <a:lnTo>
                  <a:pt x="9227111" y="1775700"/>
                </a:lnTo>
                <a:lnTo>
                  <a:pt x="9217747" y="1798200"/>
                </a:lnTo>
                <a:lnTo>
                  <a:pt x="9203731" y="1820700"/>
                </a:lnTo>
                <a:lnTo>
                  <a:pt x="9187200" y="1843200"/>
                </a:lnTo>
                <a:lnTo>
                  <a:pt x="9187200" y="1843200"/>
                </a:lnTo>
                <a:lnTo>
                  <a:pt x="9203731" y="1865700"/>
                </a:lnTo>
                <a:lnTo>
                  <a:pt x="9217747" y="1888200"/>
                </a:lnTo>
                <a:lnTo>
                  <a:pt x="9227111" y="1910700"/>
                </a:lnTo>
                <a:lnTo>
                  <a:pt x="9230400" y="1933200"/>
                </a:lnTo>
                <a:lnTo>
                  <a:pt x="9227111" y="1955700"/>
                </a:lnTo>
                <a:lnTo>
                  <a:pt x="9217747" y="1978200"/>
                </a:lnTo>
                <a:lnTo>
                  <a:pt x="9203731" y="2000700"/>
                </a:lnTo>
                <a:lnTo>
                  <a:pt x="9187200" y="2023200"/>
                </a:lnTo>
                <a:lnTo>
                  <a:pt x="9187200" y="2023200"/>
                </a:lnTo>
                <a:lnTo>
                  <a:pt x="9203731" y="2045700"/>
                </a:lnTo>
                <a:lnTo>
                  <a:pt x="9217747" y="2068200"/>
                </a:lnTo>
                <a:lnTo>
                  <a:pt x="9227111" y="2090700"/>
                </a:lnTo>
                <a:lnTo>
                  <a:pt x="9230400" y="2113200"/>
                </a:lnTo>
                <a:lnTo>
                  <a:pt x="9227111" y="2135700"/>
                </a:lnTo>
                <a:lnTo>
                  <a:pt x="9217747" y="2158200"/>
                </a:lnTo>
                <a:lnTo>
                  <a:pt x="9203731" y="2180700"/>
                </a:lnTo>
                <a:lnTo>
                  <a:pt x="9187200" y="2203200"/>
                </a:lnTo>
                <a:lnTo>
                  <a:pt x="9187200" y="2203200"/>
                </a:lnTo>
                <a:lnTo>
                  <a:pt x="9203731" y="2225700"/>
                </a:lnTo>
                <a:lnTo>
                  <a:pt x="9217747" y="2248200"/>
                </a:lnTo>
                <a:lnTo>
                  <a:pt x="9227111" y="2270700"/>
                </a:lnTo>
                <a:lnTo>
                  <a:pt x="9230400" y="2293200"/>
                </a:lnTo>
                <a:lnTo>
                  <a:pt x="9227111" y="2315700"/>
                </a:lnTo>
                <a:lnTo>
                  <a:pt x="9217747" y="2338200"/>
                </a:lnTo>
                <a:lnTo>
                  <a:pt x="9203731" y="2360700"/>
                </a:lnTo>
                <a:lnTo>
                  <a:pt x="9187200" y="2383200"/>
                </a:lnTo>
                <a:lnTo>
                  <a:pt x="9187200" y="2383200"/>
                </a:lnTo>
                <a:lnTo>
                  <a:pt x="9203731" y="2405700"/>
                </a:lnTo>
                <a:lnTo>
                  <a:pt x="9217747" y="2428200"/>
                </a:lnTo>
                <a:lnTo>
                  <a:pt x="9227111" y="2450700"/>
                </a:lnTo>
                <a:lnTo>
                  <a:pt x="9230400" y="2473200"/>
                </a:lnTo>
                <a:lnTo>
                  <a:pt x="9227111" y="2495700"/>
                </a:lnTo>
                <a:lnTo>
                  <a:pt x="9217747" y="2518200"/>
                </a:lnTo>
                <a:lnTo>
                  <a:pt x="9203731" y="2540700"/>
                </a:lnTo>
                <a:lnTo>
                  <a:pt x="9187200" y="2563200"/>
                </a:lnTo>
                <a:lnTo>
                  <a:pt x="9187200" y="2563200"/>
                </a:lnTo>
                <a:lnTo>
                  <a:pt x="9164788" y="2579731"/>
                </a:lnTo>
                <a:lnTo>
                  <a:pt x="9142376" y="2593747"/>
                </a:lnTo>
                <a:lnTo>
                  <a:pt x="9119964" y="2603111"/>
                </a:lnTo>
                <a:lnTo>
                  <a:pt x="9097552" y="2606400"/>
                </a:lnTo>
                <a:lnTo>
                  <a:pt x="9075141" y="2603111"/>
                </a:lnTo>
                <a:lnTo>
                  <a:pt x="9052729" y="2593747"/>
                </a:lnTo>
                <a:lnTo>
                  <a:pt x="9030317" y="2579731"/>
                </a:lnTo>
                <a:lnTo>
                  <a:pt x="9007905" y="2563200"/>
                </a:lnTo>
                <a:lnTo>
                  <a:pt x="9007905" y="2563200"/>
                </a:lnTo>
                <a:lnTo>
                  <a:pt x="8985494" y="2579731"/>
                </a:lnTo>
                <a:lnTo>
                  <a:pt x="8963082" y="2593747"/>
                </a:lnTo>
                <a:lnTo>
                  <a:pt x="8940670" y="2603111"/>
                </a:lnTo>
                <a:lnTo>
                  <a:pt x="8918258" y="2606400"/>
                </a:lnTo>
                <a:lnTo>
                  <a:pt x="8895847" y="2603111"/>
                </a:lnTo>
                <a:lnTo>
                  <a:pt x="8873435" y="2593747"/>
                </a:lnTo>
                <a:lnTo>
                  <a:pt x="8851023" y="2579731"/>
                </a:lnTo>
                <a:lnTo>
                  <a:pt x="8828611" y="2563200"/>
                </a:lnTo>
                <a:lnTo>
                  <a:pt x="8828611" y="2563200"/>
                </a:lnTo>
                <a:lnTo>
                  <a:pt x="8806200" y="2579731"/>
                </a:lnTo>
                <a:lnTo>
                  <a:pt x="8783788" y="2593747"/>
                </a:lnTo>
                <a:lnTo>
                  <a:pt x="8761376" y="2603111"/>
                </a:lnTo>
                <a:lnTo>
                  <a:pt x="8738964" y="2606400"/>
                </a:lnTo>
                <a:lnTo>
                  <a:pt x="8716552" y="2603111"/>
                </a:lnTo>
                <a:lnTo>
                  <a:pt x="8694141" y="2593747"/>
                </a:lnTo>
                <a:lnTo>
                  <a:pt x="8671729" y="2579731"/>
                </a:lnTo>
                <a:lnTo>
                  <a:pt x="8649317" y="2563200"/>
                </a:lnTo>
                <a:lnTo>
                  <a:pt x="8649317" y="2563200"/>
                </a:lnTo>
                <a:lnTo>
                  <a:pt x="8626905" y="2579731"/>
                </a:lnTo>
                <a:lnTo>
                  <a:pt x="8604494" y="2593747"/>
                </a:lnTo>
                <a:lnTo>
                  <a:pt x="8582082" y="2603111"/>
                </a:lnTo>
                <a:lnTo>
                  <a:pt x="8559670" y="2606400"/>
                </a:lnTo>
                <a:lnTo>
                  <a:pt x="8537258" y="2603111"/>
                </a:lnTo>
                <a:lnTo>
                  <a:pt x="8514847" y="2593747"/>
                </a:lnTo>
                <a:lnTo>
                  <a:pt x="8492435" y="2579731"/>
                </a:lnTo>
                <a:lnTo>
                  <a:pt x="8470023" y="2563200"/>
                </a:lnTo>
                <a:lnTo>
                  <a:pt x="8470023" y="2563200"/>
                </a:lnTo>
                <a:lnTo>
                  <a:pt x="8447611" y="2579731"/>
                </a:lnTo>
                <a:lnTo>
                  <a:pt x="8425200" y="2593747"/>
                </a:lnTo>
                <a:lnTo>
                  <a:pt x="8402788" y="2603111"/>
                </a:lnTo>
                <a:lnTo>
                  <a:pt x="8380376" y="2606400"/>
                </a:lnTo>
                <a:lnTo>
                  <a:pt x="8357964" y="2603111"/>
                </a:lnTo>
                <a:lnTo>
                  <a:pt x="8335552" y="2593747"/>
                </a:lnTo>
                <a:lnTo>
                  <a:pt x="8313141" y="2579731"/>
                </a:lnTo>
                <a:lnTo>
                  <a:pt x="8290729" y="2563200"/>
                </a:lnTo>
                <a:lnTo>
                  <a:pt x="8290729" y="2563200"/>
                </a:lnTo>
                <a:lnTo>
                  <a:pt x="8268317" y="2579731"/>
                </a:lnTo>
                <a:lnTo>
                  <a:pt x="8245905" y="2593747"/>
                </a:lnTo>
                <a:lnTo>
                  <a:pt x="8223494" y="2603111"/>
                </a:lnTo>
                <a:lnTo>
                  <a:pt x="8201082" y="2606400"/>
                </a:lnTo>
                <a:lnTo>
                  <a:pt x="8178670" y="2603111"/>
                </a:lnTo>
                <a:lnTo>
                  <a:pt x="8156258" y="2593747"/>
                </a:lnTo>
                <a:lnTo>
                  <a:pt x="8133847" y="2579731"/>
                </a:lnTo>
                <a:lnTo>
                  <a:pt x="8111435" y="2563200"/>
                </a:lnTo>
                <a:lnTo>
                  <a:pt x="8111435" y="2563200"/>
                </a:lnTo>
                <a:lnTo>
                  <a:pt x="8089023" y="2579731"/>
                </a:lnTo>
                <a:lnTo>
                  <a:pt x="8066611" y="2593747"/>
                </a:lnTo>
                <a:lnTo>
                  <a:pt x="8044200" y="2603111"/>
                </a:lnTo>
                <a:lnTo>
                  <a:pt x="8021788" y="2606400"/>
                </a:lnTo>
                <a:lnTo>
                  <a:pt x="7999376" y="2603111"/>
                </a:lnTo>
                <a:lnTo>
                  <a:pt x="7976964" y="2593747"/>
                </a:lnTo>
                <a:lnTo>
                  <a:pt x="7954552" y="2579731"/>
                </a:lnTo>
                <a:lnTo>
                  <a:pt x="7932141" y="2563200"/>
                </a:lnTo>
                <a:lnTo>
                  <a:pt x="7932141" y="2563200"/>
                </a:lnTo>
                <a:lnTo>
                  <a:pt x="7909729" y="2579731"/>
                </a:lnTo>
                <a:lnTo>
                  <a:pt x="7887317" y="2593747"/>
                </a:lnTo>
                <a:lnTo>
                  <a:pt x="7864905" y="2603111"/>
                </a:lnTo>
                <a:lnTo>
                  <a:pt x="7842494" y="2606400"/>
                </a:lnTo>
                <a:lnTo>
                  <a:pt x="7820082" y="2603111"/>
                </a:lnTo>
                <a:lnTo>
                  <a:pt x="7797670" y="2593747"/>
                </a:lnTo>
                <a:lnTo>
                  <a:pt x="7775258" y="2579731"/>
                </a:lnTo>
                <a:lnTo>
                  <a:pt x="7752847" y="2563200"/>
                </a:lnTo>
                <a:lnTo>
                  <a:pt x="7752847" y="2563200"/>
                </a:lnTo>
                <a:lnTo>
                  <a:pt x="7730435" y="2579731"/>
                </a:lnTo>
                <a:lnTo>
                  <a:pt x="7708023" y="2593747"/>
                </a:lnTo>
                <a:lnTo>
                  <a:pt x="7685611" y="2603111"/>
                </a:lnTo>
                <a:lnTo>
                  <a:pt x="7663200" y="2606400"/>
                </a:lnTo>
                <a:lnTo>
                  <a:pt x="7640788" y="2603111"/>
                </a:lnTo>
                <a:lnTo>
                  <a:pt x="7618376" y="2593747"/>
                </a:lnTo>
                <a:lnTo>
                  <a:pt x="7595964" y="2579731"/>
                </a:lnTo>
                <a:lnTo>
                  <a:pt x="7573552" y="2563200"/>
                </a:lnTo>
                <a:lnTo>
                  <a:pt x="7573552" y="2563200"/>
                </a:lnTo>
                <a:lnTo>
                  <a:pt x="7551141" y="2579731"/>
                </a:lnTo>
                <a:lnTo>
                  <a:pt x="7528729" y="2593747"/>
                </a:lnTo>
                <a:lnTo>
                  <a:pt x="7506317" y="2603111"/>
                </a:lnTo>
                <a:lnTo>
                  <a:pt x="7483905" y="2606400"/>
                </a:lnTo>
                <a:lnTo>
                  <a:pt x="7461494" y="2603111"/>
                </a:lnTo>
                <a:lnTo>
                  <a:pt x="7439082" y="2593747"/>
                </a:lnTo>
                <a:lnTo>
                  <a:pt x="7416670" y="2579731"/>
                </a:lnTo>
                <a:lnTo>
                  <a:pt x="7394258" y="2563200"/>
                </a:lnTo>
                <a:lnTo>
                  <a:pt x="7394258" y="2563200"/>
                </a:lnTo>
                <a:lnTo>
                  <a:pt x="7371847" y="2579731"/>
                </a:lnTo>
                <a:lnTo>
                  <a:pt x="7349435" y="2593747"/>
                </a:lnTo>
                <a:lnTo>
                  <a:pt x="7327023" y="2603111"/>
                </a:lnTo>
                <a:lnTo>
                  <a:pt x="7304611" y="2606400"/>
                </a:lnTo>
                <a:lnTo>
                  <a:pt x="7282199" y="2603111"/>
                </a:lnTo>
                <a:lnTo>
                  <a:pt x="7259788" y="2593747"/>
                </a:lnTo>
                <a:lnTo>
                  <a:pt x="7237376" y="2579731"/>
                </a:lnTo>
                <a:lnTo>
                  <a:pt x="7214964" y="2563200"/>
                </a:lnTo>
                <a:lnTo>
                  <a:pt x="7214964" y="2563200"/>
                </a:lnTo>
                <a:lnTo>
                  <a:pt x="7192552" y="2579731"/>
                </a:lnTo>
                <a:lnTo>
                  <a:pt x="7170141" y="2593747"/>
                </a:lnTo>
                <a:lnTo>
                  <a:pt x="7147729" y="2603111"/>
                </a:lnTo>
                <a:lnTo>
                  <a:pt x="7125317" y="2606400"/>
                </a:lnTo>
                <a:lnTo>
                  <a:pt x="7102905" y="2603111"/>
                </a:lnTo>
                <a:lnTo>
                  <a:pt x="7080494" y="2593747"/>
                </a:lnTo>
                <a:lnTo>
                  <a:pt x="7058082" y="2579731"/>
                </a:lnTo>
                <a:lnTo>
                  <a:pt x="7035670" y="2563200"/>
                </a:lnTo>
                <a:lnTo>
                  <a:pt x="7035670" y="2563200"/>
                </a:lnTo>
                <a:lnTo>
                  <a:pt x="7013258" y="2579731"/>
                </a:lnTo>
                <a:lnTo>
                  <a:pt x="6990847" y="2593747"/>
                </a:lnTo>
                <a:lnTo>
                  <a:pt x="6968435" y="2603111"/>
                </a:lnTo>
                <a:lnTo>
                  <a:pt x="6946023" y="2606400"/>
                </a:lnTo>
                <a:lnTo>
                  <a:pt x="6923611" y="2603111"/>
                </a:lnTo>
                <a:lnTo>
                  <a:pt x="6901200" y="2593747"/>
                </a:lnTo>
                <a:lnTo>
                  <a:pt x="6878788" y="2579731"/>
                </a:lnTo>
                <a:lnTo>
                  <a:pt x="6856376" y="2563200"/>
                </a:lnTo>
                <a:lnTo>
                  <a:pt x="6856376" y="2563200"/>
                </a:lnTo>
                <a:lnTo>
                  <a:pt x="6833964" y="2579731"/>
                </a:lnTo>
                <a:lnTo>
                  <a:pt x="6811552" y="2593747"/>
                </a:lnTo>
                <a:lnTo>
                  <a:pt x="6789141" y="2603111"/>
                </a:lnTo>
                <a:lnTo>
                  <a:pt x="6766729" y="2606400"/>
                </a:lnTo>
                <a:lnTo>
                  <a:pt x="6744317" y="2603111"/>
                </a:lnTo>
                <a:lnTo>
                  <a:pt x="6721905" y="2593747"/>
                </a:lnTo>
                <a:lnTo>
                  <a:pt x="6699494" y="2579731"/>
                </a:lnTo>
                <a:lnTo>
                  <a:pt x="6677082" y="2563200"/>
                </a:lnTo>
                <a:lnTo>
                  <a:pt x="6677082" y="2563200"/>
                </a:lnTo>
                <a:lnTo>
                  <a:pt x="6654670" y="2579731"/>
                </a:lnTo>
                <a:lnTo>
                  <a:pt x="6632258" y="2593747"/>
                </a:lnTo>
                <a:lnTo>
                  <a:pt x="6609847" y="2603111"/>
                </a:lnTo>
                <a:lnTo>
                  <a:pt x="6587435" y="2606400"/>
                </a:lnTo>
                <a:lnTo>
                  <a:pt x="6565023" y="2603111"/>
                </a:lnTo>
                <a:lnTo>
                  <a:pt x="6542611" y="2593747"/>
                </a:lnTo>
                <a:lnTo>
                  <a:pt x="6520200" y="2579731"/>
                </a:lnTo>
                <a:lnTo>
                  <a:pt x="6497788" y="2563200"/>
                </a:lnTo>
                <a:lnTo>
                  <a:pt x="6497788" y="2563200"/>
                </a:lnTo>
                <a:lnTo>
                  <a:pt x="6475376" y="2579731"/>
                </a:lnTo>
                <a:lnTo>
                  <a:pt x="6452964" y="2593747"/>
                </a:lnTo>
                <a:lnTo>
                  <a:pt x="6430552" y="2603111"/>
                </a:lnTo>
                <a:lnTo>
                  <a:pt x="6408141" y="2606400"/>
                </a:lnTo>
                <a:lnTo>
                  <a:pt x="6385729" y="2603111"/>
                </a:lnTo>
                <a:lnTo>
                  <a:pt x="6363317" y="2593747"/>
                </a:lnTo>
                <a:lnTo>
                  <a:pt x="6340905" y="2579731"/>
                </a:lnTo>
                <a:lnTo>
                  <a:pt x="6318494" y="2563200"/>
                </a:lnTo>
                <a:lnTo>
                  <a:pt x="6318494" y="2563200"/>
                </a:lnTo>
                <a:lnTo>
                  <a:pt x="6296082" y="2579731"/>
                </a:lnTo>
                <a:lnTo>
                  <a:pt x="6273670" y="2593747"/>
                </a:lnTo>
                <a:lnTo>
                  <a:pt x="6251258" y="2603111"/>
                </a:lnTo>
                <a:lnTo>
                  <a:pt x="6228847" y="2606400"/>
                </a:lnTo>
                <a:lnTo>
                  <a:pt x="6206435" y="2603111"/>
                </a:lnTo>
                <a:lnTo>
                  <a:pt x="6184023" y="2593747"/>
                </a:lnTo>
                <a:lnTo>
                  <a:pt x="6161611" y="2579731"/>
                </a:lnTo>
                <a:lnTo>
                  <a:pt x="6139200" y="2563200"/>
                </a:lnTo>
                <a:lnTo>
                  <a:pt x="6139200" y="2563200"/>
                </a:lnTo>
                <a:lnTo>
                  <a:pt x="6116788" y="2579731"/>
                </a:lnTo>
                <a:lnTo>
                  <a:pt x="6094376" y="2593747"/>
                </a:lnTo>
                <a:lnTo>
                  <a:pt x="6071964" y="2603111"/>
                </a:lnTo>
                <a:lnTo>
                  <a:pt x="6049552" y="2606400"/>
                </a:lnTo>
                <a:lnTo>
                  <a:pt x="6027141" y="2603111"/>
                </a:lnTo>
                <a:lnTo>
                  <a:pt x="6004729" y="2593747"/>
                </a:lnTo>
                <a:lnTo>
                  <a:pt x="5982317" y="2579731"/>
                </a:lnTo>
                <a:lnTo>
                  <a:pt x="5959905" y="2563200"/>
                </a:lnTo>
                <a:lnTo>
                  <a:pt x="5959905" y="2563200"/>
                </a:lnTo>
                <a:lnTo>
                  <a:pt x="5937494" y="2579731"/>
                </a:lnTo>
                <a:lnTo>
                  <a:pt x="5915082" y="2593747"/>
                </a:lnTo>
                <a:lnTo>
                  <a:pt x="5892670" y="2603111"/>
                </a:lnTo>
                <a:lnTo>
                  <a:pt x="5870258" y="2606400"/>
                </a:lnTo>
                <a:lnTo>
                  <a:pt x="5847847" y="2603111"/>
                </a:lnTo>
                <a:lnTo>
                  <a:pt x="5825435" y="2593747"/>
                </a:lnTo>
                <a:lnTo>
                  <a:pt x="5803023" y="2579731"/>
                </a:lnTo>
                <a:lnTo>
                  <a:pt x="5780611" y="2563200"/>
                </a:lnTo>
                <a:lnTo>
                  <a:pt x="5780611" y="2563200"/>
                </a:lnTo>
                <a:lnTo>
                  <a:pt x="5758200" y="2579731"/>
                </a:lnTo>
                <a:lnTo>
                  <a:pt x="5735788" y="2593747"/>
                </a:lnTo>
                <a:lnTo>
                  <a:pt x="5713376" y="2603111"/>
                </a:lnTo>
                <a:lnTo>
                  <a:pt x="5690964" y="2606400"/>
                </a:lnTo>
                <a:lnTo>
                  <a:pt x="5668552" y="2603111"/>
                </a:lnTo>
                <a:lnTo>
                  <a:pt x="5646141" y="2593747"/>
                </a:lnTo>
                <a:lnTo>
                  <a:pt x="5623729" y="2579731"/>
                </a:lnTo>
                <a:lnTo>
                  <a:pt x="5601317" y="2563200"/>
                </a:lnTo>
                <a:lnTo>
                  <a:pt x="5601317" y="2563200"/>
                </a:lnTo>
                <a:lnTo>
                  <a:pt x="5578905" y="2579731"/>
                </a:lnTo>
                <a:lnTo>
                  <a:pt x="5556494" y="2593747"/>
                </a:lnTo>
                <a:lnTo>
                  <a:pt x="5534082" y="2603111"/>
                </a:lnTo>
                <a:lnTo>
                  <a:pt x="5511670" y="2606400"/>
                </a:lnTo>
                <a:lnTo>
                  <a:pt x="5489258" y="2603111"/>
                </a:lnTo>
                <a:lnTo>
                  <a:pt x="5466847" y="2593747"/>
                </a:lnTo>
                <a:lnTo>
                  <a:pt x="5444435" y="2579731"/>
                </a:lnTo>
                <a:lnTo>
                  <a:pt x="5422023" y="2563200"/>
                </a:lnTo>
                <a:lnTo>
                  <a:pt x="5422023" y="2563200"/>
                </a:lnTo>
                <a:lnTo>
                  <a:pt x="5399611" y="2579731"/>
                </a:lnTo>
                <a:lnTo>
                  <a:pt x="5377200" y="2593747"/>
                </a:lnTo>
                <a:lnTo>
                  <a:pt x="5354788" y="2603111"/>
                </a:lnTo>
                <a:lnTo>
                  <a:pt x="5332376" y="2606400"/>
                </a:lnTo>
                <a:lnTo>
                  <a:pt x="5309964" y="2603111"/>
                </a:lnTo>
                <a:lnTo>
                  <a:pt x="5287552" y="2593747"/>
                </a:lnTo>
                <a:lnTo>
                  <a:pt x="5265141" y="2579731"/>
                </a:lnTo>
                <a:lnTo>
                  <a:pt x="5242729" y="2563200"/>
                </a:lnTo>
                <a:lnTo>
                  <a:pt x="5242729" y="2563200"/>
                </a:lnTo>
                <a:lnTo>
                  <a:pt x="5220317" y="2579731"/>
                </a:lnTo>
                <a:lnTo>
                  <a:pt x="5197905" y="2593747"/>
                </a:lnTo>
                <a:lnTo>
                  <a:pt x="5175494" y="2603111"/>
                </a:lnTo>
                <a:lnTo>
                  <a:pt x="5153082" y="2606400"/>
                </a:lnTo>
                <a:lnTo>
                  <a:pt x="5130670" y="2603111"/>
                </a:lnTo>
                <a:lnTo>
                  <a:pt x="5108258" y="2593747"/>
                </a:lnTo>
                <a:lnTo>
                  <a:pt x="5085847" y="2579731"/>
                </a:lnTo>
                <a:lnTo>
                  <a:pt x="5063435" y="2563200"/>
                </a:lnTo>
                <a:lnTo>
                  <a:pt x="5063435" y="2563200"/>
                </a:lnTo>
                <a:lnTo>
                  <a:pt x="5041023" y="2579731"/>
                </a:lnTo>
                <a:lnTo>
                  <a:pt x="5018611" y="2593747"/>
                </a:lnTo>
                <a:lnTo>
                  <a:pt x="4996200" y="2603111"/>
                </a:lnTo>
                <a:lnTo>
                  <a:pt x="4973788" y="2606400"/>
                </a:lnTo>
                <a:lnTo>
                  <a:pt x="4951376" y="2603111"/>
                </a:lnTo>
                <a:lnTo>
                  <a:pt x="4928964" y="2593747"/>
                </a:lnTo>
                <a:lnTo>
                  <a:pt x="4906552" y="2579731"/>
                </a:lnTo>
                <a:lnTo>
                  <a:pt x="4884141" y="2563200"/>
                </a:lnTo>
                <a:lnTo>
                  <a:pt x="4884141" y="2563200"/>
                </a:lnTo>
                <a:lnTo>
                  <a:pt x="4861729" y="2579731"/>
                </a:lnTo>
                <a:lnTo>
                  <a:pt x="4839317" y="2593747"/>
                </a:lnTo>
                <a:lnTo>
                  <a:pt x="4816905" y="2603111"/>
                </a:lnTo>
                <a:lnTo>
                  <a:pt x="4794494" y="2606400"/>
                </a:lnTo>
                <a:lnTo>
                  <a:pt x="4772082" y="2603111"/>
                </a:lnTo>
                <a:lnTo>
                  <a:pt x="4749670" y="2593747"/>
                </a:lnTo>
                <a:lnTo>
                  <a:pt x="4727258" y="2579731"/>
                </a:lnTo>
                <a:lnTo>
                  <a:pt x="4704847" y="2563200"/>
                </a:lnTo>
                <a:lnTo>
                  <a:pt x="4704847" y="2563200"/>
                </a:lnTo>
                <a:lnTo>
                  <a:pt x="4682435" y="2579731"/>
                </a:lnTo>
                <a:lnTo>
                  <a:pt x="4660023" y="2593747"/>
                </a:lnTo>
                <a:lnTo>
                  <a:pt x="4637611" y="2603111"/>
                </a:lnTo>
                <a:lnTo>
                  <a:pt x="4615200" y="2606400"/>
                </a:lnTo>
                <a:lnTo>
                  <a:pt x="4592788" y="2603111"/>
                </a:lnTo>
                <a:lnTo>
                  <a:pt x="4570376" y="2593747"/>
                </a:lnTo>
                <a:lnTo>
                  <a:pt x="4547964" y="2579731"/>
                </a:lnTo>
                <a:lnTo>
                  <a:pt x="4525552" y="2563200"/>
                </a:lnTo>
                <a:lnTo>
                  <a:pt x="4525552" y="2563200"/>
                </a:lnTo>
                <a:lnTo>
                  <a:pt x="4503141" y="2579731"/>
                </a:lnTo>
                <a:lnTo>
                  <a:pt x="4480729" y="2593747"/>
                </a:lnTo>
                <a:lnTo>
                  <a:pt x="4458317" y="2603111"/>
                </a:lnTo>
                <a:lnTo>
                  <a:pt x="4435905" y="2606400"/>
                </a:lnTo>
                <a:lnTo>
                  <a:pt x="4413494" y="2603111"/>
                </a:lnTo>
                <a:lnTo>
                  <a:pt x="4391082" y="2593747"/>
                </a:lnTo>
                <a:lnTo>
                  <a:pt x="4368670" y="2579731"/>
                </a:lnTo>
                <a:lnTo>
                  <a:pt x="4346258" y="2563200"/>
                </a:lnTo>
                <a:lnTo>
                  <a:pt x="4346258" y="2563200"/>
                </a:lnTo>
                <a:lnTo>
                  <a:pt x="4323847" y="2579731"/>
                </a:lnTo>
                <a:lnTo>
                  <a:pt x="4301435" y="2593747"/>
                </a:lnTo>
                <a:lnTo>
                  <a:pt x="4279023" y="2603111"/>
                </a:lnTo>
                <a:lnTo>
                  <a:pt x="4256611" y="2606400"/>
                </a:lnTo>
                <a:lnTo>
                  <a:pt x="4234200" y="2603111"/>
                </a:lnTo>
                <a:lnTo>
                  <a:pt x="4211788" y="2593747"/>
                </a:lnTo>
                <a:lnTo>
                  <a:pt x="4189376" y="2579731"/>
                </a:lnTo>
                <a:lnTo>
                  <a:pt x="4166964" y="2563200"/>
                </a:lnTo>
                <a:lnTo>
                  <a:pt x="4166964" y="2563200"/>
                </a:lnTo>
                <a:lnTo>
                  <a:pt x="4144552" y="2579731"/>
                </a:lnTo>
                <a:lnTo>
                  <a:pt x="4122141" y="2593747"/>
                </a:lnTo>
                <a:lnTo>
                  <a:pt x="4099729" y="2603111"/>
                </a:lnTo>
                <a:lnTo>
                  <a:pt x="4077317" y="2606400"/>
                </a:lnTo>
                <a:lnTo>
                  <a:pt x="4054905" y="2603111"/>
                </a:lnTo>
                <a:lnTo>
                  <a:pt x="4032494" y="2593747"/>
                </a:lnTo>
                <a:lnTo>
                  <a:pt x="4010082" y="2579731"/>
                </a:lnTo>
                <a:lnTo>
                  <a:pt x="3987670" y="2563200"/>
                </a:lnTo>
                <a:lnTo>
                  <a:pt x="3987670" y="2563200"/>
                </a:lnTo>
                <a:lnTo>
                  <a:pt x="3965258" y="2579731"/>
                </a:lnTo>
                <a:lnTo>
                  <a:pt x="3942847" y="2593747"/>
                </a:lnTo>
                <a:lnTo>
                  <a:pt x="3920435" y="2603111"/>
                </a:lnTo>
                <a:lnTo>
                  <a:pt x="3898023" y="2606400"/>
                </a:lnTo>
                <a:lnTo>
                  <a:pt x="3875611" y="2603111"/>
                </a:lnTo>
                <a:lnTo>
                  <a:pt x="3853199" y="2593747"/>
                </a:lnTo>
                <a:lnTo>
                  <a:pt x="3830788" y="2579731"/>
                </a:lnTo>
                <a:lnTo>
                  <a:pt x="3808376" y="2563200"/>
                </a:lnTo>
                <a:lnTo>
                  <a:pt x="3808376" y="2563200"/>
                </a:lnTo>
                <a:lnTo>
                  <a:pt x="3785964" y="2579731"/>
                </a:lnTo>
                <a:lnTo>
                  <a:pt x="3763552" y="2593747"/>
                </a:lnTo>
                <a:lnTo>
                  <a:pt x="3741141" y="2603111"/>
                </a:lnTo>
                <a:lnTo>
                  <a:pt x="3718729" y="2606400"/>
                </a:lnTo>
                <a:lnTo>
                  <a:pt x="3696317" y="2603111"/>
                </a:lnTo>
                <a:lnTo>
                  <a:pt x="3673905" y="2593747"/>
                </a:lnTo>
                <a:lnTo>
                  <a:pt x="3651494" y="2579731"/>
                </a:lnTo>
                <a:lnTo>
                  <a:pt x="3629082" y="2563200"/>
                </a:lnTo>
                <a:lnTo>
                  <a:pt x="3629082" y="2563200"/>
                </a:lnTo>
                <a:lnTo>
                  <a:pt x="3606670" y="2579731"/>
                </a:lnTo>
                <a:lnTo>
                  <a:pt x="3584258" y="2593747"/>
                </a:lnTo>
                <a:lnTo>
                  <a:pt x="3561847" y="2603111"/>
                </a:lnTo>
                <a:lnTo>
                  <a:pt x="3539435" y="2606400"/>
                </a:lnTo>
                <a:lnTo>
                  <a:pt x="3517023" y="2603111"/>
                </a:lnTo>
                <a:lnTo>
                  <a:pt x="3494611" y="2593747"/>
                </a:lnTo>
                <a:lnTo>
                  <a:pt x="3472200" y="2579731"/>
                </a:lnTo>
                <a:lnTo>
                  <a:pt x="3449788" y="2563200"/>
                </a:lnTo>
                <a:lnTo>
                  <a:pt x="3449788" y="2563200"/>
                </a:lnTo>
                <a:lnTo>
                  <a:pt x="3427376" y="2579731"/>
                </a:lnTo>
                <a:lnTo>
                  <a:pt x="3404964" y="2593747"/>
                </a:lnTo>
                <a:lnTo>
                  <a:pt x="3382552" y="2603111"/>
                </a:lnTo>
                <a:lnTo>
                  <a:pt x="3360141" y="2606400"/>
                </a:lnTo>
                <a:lnTo>
                  <a:pt x="3337729" y="2603111"/>
                </a:lnTo>
                <a:lnTo>
                  <a:pt x="3315317" y="2593747"/>
                </a:lnTo>
                <a:lnTo>
                  <a:pt x="3292905" y="2579731"/>
                </a:lnTo>
                <a:lnTo>
                  <a:pt x="3270494" y="2563200"/>
                </a:lnTo>
                <a:lnTo>
                  <a:pt x="3270494" y="2563200"/>
                </a:lnTo>
                <a:lnTo>
                  <a:pt x="3248082" y="2579731"/>
                </a:lnTo>
                <a:lnTo>
                  <a:pt x="3225670" y="2593747"/>
                </a:lnTo>
                <a:lnTo>
                  <a:pt x="3203258" y="2603111"/>
                </a:lnTo>
                <a:lnTo>
                  <a:pt x="3180847" y="2606400"/>
                </a:lnTo>
                <a:lnTo>
                  <a:pt x="3158435" y="2603111"/>
                </a:lnTo>
                <a:lnTo>
                  <a:pt x="3136023" y="2593747"/>
                </a:lnTo>
                <a:lnTo>
                  <a:pt x="3113611" y="2579731"/>
                </a:lnTo>
                <a:lnTo>
                  <a:pt x="3091200" y="2563200"/>
                </a:lnTo>
                <a:lnTo>
                  <a:pt x="3091200" y="2563200"/>
                </a:lnTo>
                <a:lnTo>
                  <a:pt x="3068788" y="2579731"/>
                </a:lnTo>
                <a:lnTo>
                  <a:pt x="3046376" y="2593747"/>
                </a:lnTo>
                <a:lnTo>
                  <a:pt x="3023964" y="2603111"/>
                </a:lnTo>
                <a:lnTo>
                  <a:pt x="3001552" y="2606400"/>
                </a:lnTo>
                <a:lnTo>
                  <a:pt x="2979141" y="2603111"/>
                </a:lnTo>
                <a:lnTo>
                  <a:pt x="2956729" y="2593747"/>
                </a:lnTo>
                <a:lnTo>
                  <a:pt x="2934317" y="2579731"/>
                </a:lnTo>
                <a:lnTo>
                  <a:pt x="2911905" y="2563200"/>
                </a:lnTo>
                <a:lnTo>
                  <a:pt x="2911905" y="2563200"/>
                </a:lnTo>
                <a:lnTo>
                  <a:pt x="2889494" y="2579731"/>
                </a:lnTo>
                <a:lnTo>
                  <a:pt x="2867082" y="2593747"/>
                </a:lnTo>
                <a:lnTo>
                  <a:pt x="2844670" y="2603111"/>
                </a:lnTo>
                <a:lnTo>
                  <a:pt x="2822258" y="2606400"/>
                </a:lnTo>
                <a:lnTo>
                  <a:pt x="2799847" y="2603111"/>
                </a:lnTo>
                <a:lnTo>
                  <a:pt x="2777435" y="2593747"/>
                </a:lnTo>
                <a:lnTo>
                  <a:pt x="2755023" y="2579731"/>
                </a:lnTo>
                <a:lnTo>
                  <a:pt x="2732611" y="2563200"/>
                </a:lnTo>
                <a:lnTo>
                  <a:pt x="2732611" y="2563200"/>
                </a:lnTo>
                <a:lnTo>
                  <a:pt x="2710199" y="2579731"/>
                </a:lnTo>
                <a:lnTo>
                  <a:pt x="2687788" y="2593747"/>
                </a:lnTo>
                <a:lnTo>
                  <a:pt x="2665376" y="2603111"/>
                </a:lnTo>
                <a:lnTo>
                  <a:pt x="2642964" y="2606400"/>
                </a:lnTo>
                <a:lnTo>
                  <a:pt x="2620552" y="2603111"/>
                </a:lnTo>
                <a:lnTo>
                  <a:pt x="2598141" y="2593747"/>
                </a:lnTo>
                <a:lnTo>
                  <a:pt x="2575729" y="2579731"/>
                </a:lnTo>
                <a:lnTo>
                  <a:pt x="2553317" y="2563200"/>
                </a:lnTo>
                <a:lnTo>
                  <a:pt x="2553317" y="2563200"/>
                </a:lnTo>
                <a:lnTo>
                  <a:pt x="2530905" y="2579731"/>
                </a:lnTo>
                <a:lnTo>
                  <a:pt x="2508494" y="2593747"/>
                </a:lnTo>
                <a:lnTo>
                  <a:pt x="2486082" y="2603111"/>
                </a:lnTo>
                <a:lnTo>
                  <a:pt x="2463670" y="2606400"/>
                </a:lnTo>
                <a:lnTo>
                  <a:pt x="2441258" y="2603111"/>
                </a:lnTo>
                <a:lnTo>
                  <a:pt x="2418847" y="2593747"/>
                </a:lnTo>
                <a:lnTo>
                  <a:pt x="2396435" y="2579731"/>
                </a:lnTo>
                <a:lnTo>
                  <a:pt x="2374023" y="2563200"/>
                </a:lnTo>
                <a:lnTo>
                  <a:pt x="2374023" y="2563200"/>
                </a:lnTo>
                <a:lnTo>
                  <a:pt x="2351611" y="2579731"/>
                </a:lnTo>
                <a:lnTo>
                  <a:pt x="2329200" y="2593747"/>
                </a:lnTo>
                <a:lnTo>
                  <a:pt x="2306788" y="2603111"/>
                </a:lnTo>
                <a:lnTo>
                  <a:pt x="2284376" y="2606400"/>
                </a:lnTo>
                <a:lnTo>
                  <a:pt x="2261964" y="2603111"/>
                </a:lnTo>
                <a:lnTo>
                  <a:pt x="2239552" y="2593747"/>
                </a:lnTo>
                <a:lnTo>
                  <a:pt x="2217141" y="2579731"/>
                </a:lnTo>
                <a:lnTo>
                  <a:pt x="2194729" y="2563200"/>
                </a:lnTo>
                <a:lnTo>
                  <a:pt x="2194729" y="2563200"/>
                </a:lnTo>
                <a:lnTo>
                  <a:pt x="2172317" y="2579731"/>
                </a:lnTo>
                <a:lnTo>
                  <a:pt x="2149905" y="2593747"/>
                </a:lnTo>
                <a:lnTo>
                  <a:pt x="2127494" y="2603111"/>
                </a:lnTo>
                <a:lnTo>
                  <a:pt x="2105082" y="2606400"/>
                </a:lnTo>
                <a:lnTo>
                  <a:pt x="2082670" y="2603111"/>
                </a:lnTo>
                <a:lnTo>
                  <a:pt x="2060258" y="2593747"/>
                </a:lnTo>
                <a:lnTo>
                  <a:pt x="2037847" y="2579731"/>
                </a:lnTo>
                <a:lnTo>
                  <a:pt x="2015435" y="2563200"/>
                </a:lnTo>
                <a:lnTo>
                  <a:pt x="2015435" y="2563200"/>
                </a:lnTo>
                <a:lnTo>
                  <a:pt x="1993023" y="2579731"/>
                </a:lnTo>
                <a:lnTo>
                  <a:pt x="1970611" y="2593747"/>
                </a:lnTo>
                <a:lnTo>
                  <a:pt x="1948200" y="2603111"/>
                </a:lnTo>
                <a:lnTo>
                  <a:pt x="1925788" y="2606400"/>
                </a:lnTo>
                <a:lnTo>
                  <a:pt x="1903376" y="2603111"/>
                </a:lnTo>
                <a:lnTo>
                  <a:pt x="1880964" y="2593747"/>
                </a:lnTo>
                <a:lnTo>
                  <a:pt x="1858552" y="2579731"/>
                </a:lnTo>
                <a:lnTo>
                  <a:pt x="1836141" y="2563200"/>
                </a:lnTo>
                <a:lnTo>
                  <a:pt x="1836141" y="2563200"/>
                </a:lnTo>
                <a:lnTo>
                  <a:pt x="1813729" y="2579731"/>
                </a:lnTo>
                <a:lnTo>
                  <a:pt x="1791317" y="2593747"/>
                </a:lnTo>
                <a:lnTo>
                  <a:pt x="1768905" y="2603111"/>
                </a:lnTo>
                <a:lnTo>
                  <a:pt x="1746494" y="2606400"/>
                </a:lnTo>
                <a:lnTo>
                  <a:pt x="1724082" y="2603111"/>
                </a:lnTo>
                <a:lnTo>
                  <a:pt x="1701670" y="2593747"/>
                </a:lnTo>
                <a:lnTo>
                  <a:pt x="1679258" y="2579731"/>
                </a:lnTo>
                <a:lnTo>
                  <a:pt x="1656847" y="2563200"/>
                </a:lnTo>
                <a:lnTo>
                  <a:pt x="1656847" y="2563200"/>
                </a:lnTo>
                <a:lnTo>
                  <a:pt x="1634435" y="2579731"/>
                </a:lnTo>
                <a:lnTo>
                  <a:pt x="1612023" y="2593747"/>
                </a:lnTo>
                <a:lnTo>
                  <a:pt x="1589611" y="2603111"/>
                </a:lnTo>
                <a:lnTo>
                  <a:pt x="1567199" y="2606400"/>
                </a:lnTo>
                <a:lnTo>
                  <a:pt x="1544788" y="2603111"/>
                </a:lnTo>
                <a:lnTo>
                  <a:pt x="1522376" y="2593747"/>
                </a:lnTo>
                <a:lnTo>
                  <a:pt x="1499964" y="2579731"/>
                </a:lnTo>
                <a:lnTo>
                  <a:pt x="1477552" y="2563200"/>
                </a:lnTo>
                <a:lnTo>
                  <a:pt x="1477552" y="2563200"/>
                </a:lnTo>
                <a:lnTo>
                  <a:pt x="1455141" y="2579731"/>
                </a:lnTo>
                <a:lnTo>
                  <a:pt x="1432729" y="2593747"/>
                </a:lnTo>
                <a:lnTo>
                  <a:pt x="1410317" y="2603111"/>
                </a:lnTo>
                <a:lnTo>
                  <a:pt x="1387905" y="2606400"/>
                </a:lnTo>
                <a:lnTo>
                  <a:pt x="1365494" y="2603111"/>
                </a:lnTo>
                <a:lnTo>
                  <a:pt x="1343082" y="2593747"/>
                </a:lnTo>
                <a:lnTo>
                  <a:pt x="1320670" y="2579731"/>
                </a:lnTo>
                <a:lnTo>
                  <a:pt x="1298258" y="2563200"/>
                </a:lnTo>
                <a:lnTo>
                  <a:pt x="1298258" y="2563200"/>
                </a:lnTo>
                <a:lnTo>
                  <a:pt x="1275847" y="2579731"/>
                </a:lnTo>
                <a:lnTo>
                  <a:pt x="1253435" y="2593747"/>
                </a:lnTo>
                <a:lnTo>
                  <a:pt x="1231023" y="2603111"/>
                </a:lnTo>
                <a:lnTo>
                  <a:pt x="1208611" y="2606400"/>
                </a:lnTo>
                <a:lnTo>
                  <a:pt x="1186200" y="2603111"/>
                </a:lnTo>
                <a:lnTo>
                  <a:pt x="1163788" y="2593747"/>
                </a:lnTo>
                <a:lnTo>
                  <a:pt x="1141376" y="2579731"/>
                </a:lnTo>
                <a:lnTo>
                  <a:pt x="1118964" y="2563200"/>
                </a:lnTo>
                <a:lnTo>
                  <a:pt x="1118964" y="2563200"/>
                </a:lnTo>
                <a:lnTo>
                  <a:pt x="1096552" y="2579731"/>
                </a:lnTo>
                <a:lnTo>
                  <a:pt x="1074141" y="2593747"/>
                </a:lnTo>
                <a:lnTo>
                  <a:pt x="1051729" y="2603111"/>
                </a:lnTo>
                <a:lnTo>
                  <a:pt x="1029317" y="2606400"/>
                </a:lnTo>
                <a:lnTo>
                  <a:pt x="1006905" y="2603111"/>
                </a:lnTo>
                <a:lnTo>
                  <a:pt x="984494" y="2593747"/>
                </a:lnTo>
                <a:lnTo>
                  <a:pt x="962082" y="2579731"/>
                </a:lnTo>
                <a:lnTo>
                  <a:pt x="939670" y="2563200"/>
                </a:lnTo>
                <a:lnTo>
                  <a:pt x="939670" y="2563200"/>
                </a:lnTo>
                <a:lnTo>
                  <a:pt x="917258" y="2579731"/>
                </a:lnTo>
                <a:lnTo>
                  <a:pt x="894847" y="2593747"/>
                </a:lnTo>
                <a:lnTo>
                  <a:pt x="872435" y="2603111"/>
                </a:lnTo>
                <a:lnTo>
                  <a:pt x="850023" y="2606400"/>
                </a:lnTo>
                <a:lnTo>
                  <a:pt x="827611" y="2603111"/>
                </a:lnTo>
                <a:lnTo>
                  <a:pt x="805200" y="2593747"/>
                </a:lnTo>
                <a:lnTo>
                  <a:pt x="782788" y="2579731"/>
                </a:lnTo>
                <a:lnTo>
                  <a:pt x="760376" y="2563200"/>
                </a:lnTo>
                <a:lnTo>
                  <a:pt x="760376" y="2563200"/>
                </a:lnTo>
                <a:lnTo>
                  <a:pt x="737964" y="2579731"/>
                </a:lnTo>
                <a:lnTo>
                  <a:pt x="715552" y="2593747"/>
                </a:lnTo>
                <a:lnTo>
                  <a:pt x="693141" y="2603111"/>
                </a:lnTo>
                <a:lnTo>
                  <a:pt x="670729" y="2606400"/>
                </a:lnTo>
                <a:lnTo>
                  <a:pt x="648317" y="2603111"/>
                </a:lnTo>
                <a:lnTo>
                  <a:pt x="625905" y="2593747"/>
                </a:lnTo>
                <a:lnTo>
                  <a:pt x="603494" y="2579731"/>
                </a:lnTo>
                <a:lnTo>
                  <a:pt x="581082" y="2563200"/>
                </a:lnTo>
                <a:lnTo>
                  <a:pt x="581082" y="2563200"/>
                </a:lnTo>
                <a:lnTo>
                  <a:pt x="558670" y="2579731"/>
                </a:lnTo>
                <a:lnTo>
                  <a:pt x="536258" y="2593747"/>
                </a:lnTo>
                <a:lnTo>
                  <a:pt x="513847" y="2603111"/>
                </a:lnTo>
                <a:lnTo>
                  <a:pt x="491435" y="2606400"/>
                </a:lnTo>
                <a:lnTo>
                  <a:pt x="469023" y="2603111"/>
                </a:lnTo>
                <a:lnTo>
                  <a:pt x="446611" y="2593747"/>
                </a:lnTo>
                <a:lnTo>
                  <a:pt x="424199" y="2579731"/>
                </a:lnTo>
                <a:lnTo>
                  <a:pt x="401788" y="2563200"/>
                </a:lnTo>
                <a:lnTo>
                  <a:pt x="401788" y="2563200"/>
                </a:lnTo>
                <a:lnTo>
                  <a:pt x="379376" y="2579731"/>
                </a:lnTo>
                <a:lnTo>
                  <a:pt x="356964" y="2593747"/>
                </a:lnTo>
                <a:lnTo>
                  <a:pt x="334552" y="2603111"/>
                </a:lnTo>
                <a:lnTo>
                  <a:pt x="312141" y="2606400"/>
                </a:lnTo>
                <a:lnTo>
                  <a:pt x="289729" y="2603111"/>
                </a:lnTo>
                <a:lnTo>
                  <a:pt x="267317" y="2593747"/>
                </a:lnTo>
                <a:lnTo>
                  <a:pt x="244905" y="2579731"/>
                </a:lnTo>
                <a:lnTo>
                  <a:pt x="222494" y="2563200"/>
                </a:lnTo>
                <a:lnTo>
                  <a:pt x="222494" y="2563200"/>
                </a:lnTo>
                <a:lnTo>
                  <a:pt x="200082" y="2579731"/>
                </a:lnTo>
                <a:lnTo>
                  <a:pt x="177670" y="2593747"/>
                </a:lnTo>
                <a:lnTo>
                  <a:pt x="155258" y="2603111"/>
                </a:lnTo>
                <a:lnTo>
                  <a:pt x="132847" y="2606400"/>
                </a:lnTo>
                <a:lnTo>
                  <a:pt x="110435" y="2603111"/>
                </a:lnTo>
                <a:lnTo>
                  <a:pt x="88023" y="2593747"/>
                </a:lnTo>
                <a:lnTo>
                  <a:pt x="65611" y="2579731"/>
                </a:lnTo>
                <a:lnTo>
                  <a:pt x="43200" y="2563200"/>
                </a:lnTo>
                <a:lnTo>
                  <a:pt x="43200" y="2563200"/>
                </a:lnTo>
                <a:lnTo>
                  <a:pt x="26668" y="2540700"/>
                </a:lnTo>
                <a:lnTo>
                  <a:pt x="12652" y="2518200"/>
                </a:lnTo>
                <a:lnTo>
                  <a:pt x="3288" y="2495700"/>
                </a:lnTo>
                <a:lnTo>
                  <a:pt x="0" y="2473200"/>
                </a:lnTo>
                <a:lnTo>
                  <a:pt x="3288" y="2450700"/>
                </a:lnTo>
                <a:lnTo>
                  <a:pt x="12652" y="2428200"/>
                </a:lnTo>
                <a:lnTo>
                  <a:pt x="26668" y="2405700"/>
                </a:lnTo>
                <a:lnTo>
                  <a:pt x="43200" y="2383200"/>
                </a:lnTo>
                <a:lnTo>
                  <a:pt x="43200" y="2383200"/>
                </a:lnTo>
                <a:lnTo>
                  <a:pt x="26668" y="2360700"/>
                </a:lnTo>
                <a:lnTo>
                  <a:pt x="12652" y="2338200"/>
                </a:lnTo>
                <a:lnTo>
                  <a:pt x="3288" y="2315700"/>
                </a:lnTo>
                <a:lnTo>
                  <a:pt x="0" y="2293200"/>
                </a:lnTo>
                <a:lnTo>
                  <a:pt x="3288" y="2270700"/>
                </a:lnTo>
                <a:lnTo>
                  <a:pt x="12652" y="2248200"/>
                </a:lnTo>
                <a:lnTo>
                  <a:pt x="26668" y="2225700"/>
                </a:lnTo>
                <a:lnTo>
                  <a:pt x="43200" y="2203200"/>
                </a:lnTo>
                <a:lnTo>
                  <a:pt x="43200" y="2203200"/>
                </a:lnTo>
                <a:lnTo>
                  <a:pt x="26668" y="2180700"/>
                </a:lnTo>
                <a:lnTo>
                  <a:pt x="12652" y="2158200"/>
                </a:lnTo>
                <a:lnTo>
                  <a:pt x="3288" y="2135700"/>
                </a:lnTo>
                <a:lnTo>
                  <a:pt x="0" y="2113200"/>
                </a:lnTo>
                <a:lnTo>
                  <a:pt x="3288" y="2090700"/>
                </a:lnTo>
                <a:lnTo>
                  <a:pt x="12652" y="2068200"/>
                </a:lnTo>
                <a:lnTo>
                  <a:pt x="26668" y="2045700"/>
                </a:lnTo>
                <a:lnTo>
                  <a:pt x="43200" y="2023200"/>
                </a:lnTo>
                <a:lnTo>
                  <a:pt x="43200" y="2023200"/>
                </a:lnTo>
                <a:lnTo>
                  <a:pt x="26668" y="2000700"/>
                </a:lnTo>
                <a:lnTo>
                  <a:pt x="12652" y="1978200"/>
                </a:lnTo>
                <a:lnTo>
                  <a:pt x="3288" y="1955700"/>
                </a:lnTo>
                <a:lnTo>
                  <a:pt x="0" y="1933200"/>
                </a:lnTo>
                <a:lnTo>
                  <a:pt x="3288" y="1910700"/>
                </a:lnTo>
                <a:lnTo>
                  <a:pt x="12652" y="1888200"/>
                </a:lnTo>
                <a:lnTo>
                  <a:pt x="26668" y="1865700"/>
                </a:lnTo>
                <a:lnTo>
                  <a:pt x="43200" y="1843200"/>
                </a:lnTo>
                <a:lnTo>
                  <a:pt x="43200" y="1843200"/>
                </a:lnTo>
                <a:lnTo>
                  <a:pt x="26668" y="1820700"/>
                </a:lnTo>
                <a:lnTo>
                  <a:pt x="12652" y="1798200"/>
                </a:lnTo>
                <a:lnTo>
                  <a:pt x="3288" y="1775700"/>
                </a:lnTo>
                <a:lnTo>
                  <a:pt x="0" y="1753200"/>
                </a:lnTo>
                <a:lnTo>
                  <a:pt x="3288" y="1730700"/>
                </a:lnTo>
                <a:lnTo>
                  <a:pt x="12652" y="1708200"/>
                </a:lnTo>
                <a:lnTo>
                  <a:pt x="26668" y="1685700"/>
                </a:lnTo>
                <a:lnTo>
                  <a:pt x="43200" y="1663200"/>
                </a:lnTo>
                <a:lnTo>
                  <a:pt x="43200" y="1663200"/>
                </a:lnTo>
                <a:lnTo>
                  <a:pt x="26668" y="1640700"/>
                </a:lnTo>
                <a:lnTo>
                  <a:pt x="12652" y="1618200"/>
                </a:lnTo>
                <a:lnTo>
                  <a:pt x="3288" y="1595700"/>
                </a:lnTo>
                <a:lnTo>
                  <a:pt x="0" y="1573200"/>
                </a:lnTo>
                <a:lnTo>
                  <a:pt x="3288" y="1550700"/>
                </a:lnTo>
                <a:lnTo>
                  <a:pt x="12652" y="1528200"/>
                </a:lnTo>
                <a:lnTo>
                  <a:pt x="26668" y="1505700"/>
                </a:lnTo>
                <a:lnTo>
                  <a:pt x="43200" y="1483200"/>
                </a:lnTo>
                <a:lnTo>
                  <a:pt x="43200" y="1483200"/>
                </a:lnTo>
                <a:lnTo>
                  <a:pt x="26668" y="1460700"/>
                </a:lnTo>
                <a:lnTo>
                  <a:pt x="12652" y="1438200"/>
                </a:lnTo>
                <a:lnTo>
                  <a:pt x="3288" y="1415700"/>
                </a:lnTo>
                <a:lnTo>
                  <a:pt x="0" y="1393200"/>
                </a:lnTo>
                <a:lnTo>
                  <a:pt x="3288" y="1370700"/>
                </a:lnTo>
                <a:lnTo>
                  <a:pt x="12652" y="1348200"/>
                </a:lnTo>
                <a:lnTo>
                  <a:pt x="26668" y="1325700"/>
                </a:lnTo>
                <a:lnTo>
                  <a:pt x="43200" y="1303200"/>
                </a:lnTo>
                <a:lnTo>
                  <a:pt x="43200" y="1303200"/>
                </a:lnTo>
                <a:lnTo>
                  <a:pt x="26668" y="1280700"/>
                </a:lnTo>
                <a:lnTo>
                  <a:pt x="12652" y="1258200"/>
                </a:lnTo>
                <a:lnTo>
                  <a:pt x="3288" y="1235700"/>
                </a:lnTo>
                <a:lnTo>
                  <a:pt x="0" y="1213200"/>
                </a:lnTo>
                <a:lnTo>
                  <a:pt x="3288" y="1190700"/>
                </a:lnTo>
                <a:lnTo>
                  <a:pt x="12652" y="1168200"/>
                </a:lnTo>
                <a:lnTo>
                  <a:pt x="26668" y="1145700"/>
                </a:lnTo>
                <a:lnTo>
                  <a:pt x="43200" y="1123200"/>
                </a:lnTo>
                <a:lnTo>
                  <a:pt x="43200" y="1123200"/>
                </a:lnTo>
                <a:lnTo>
                  <a:pt x="26668" y="1100700"/>
                </a:lnTo>
                <a:lnTo>
                  <a:pt x="12652" y="1078200"/>
                </a:lnTo>
                <a:lnTo>
                  <a:pt x="3288" y="1055700"/>
                </a:lnTo>
                <a:lnTo>
                  <a:pt x="0" y="1033200"/>
                </a:lnTo>
                <a:lnTo>
                  <a:pt x="3288" y="1010700"/>
                </a:lnTo>
                <a:lnTo>
                  <a:pt x="12652" y="988200"/>
                </a:lnTo>
                <a:lnTo>
                  <a:pt x="26668" y="965700"/>
                </a:lnTo>
                <a:lnTo>
                  <a:pt x="43200" y="943200"/>
                </a:lnTo>
                <a:lnTo>
                  <a:pt x="43200" y="943200"/>
                </a:lnTo>
                <a:lnTo>
                  <a:pt x="26668" y="920700"/>
                </a:lnTo>
                <a:lnTo>
                  <a:pt x="12652" y="898200"/>
                </a:lnTo>
                <a:lnTo>
                  <a:pt x="3288" y="875700"/>
                </a:lnTo>
                <a:lnTo>
                  <a:pt x="0" y="853200"/>
                </a:lnTo>
                <a:lnTo>
                  <a:pt x="3288" y="830700"/>
                </a:lnTo>
                <a:lnTo>
                  <a:pt x="12652" y="808200"/>
                </a:lnTo>
                <a:lnTo>
                  <a:pt x="26668" y="785700"/>
                </a:lnTo>
                <a:lnTo>
                  <a:pt x="43200" y="763200"/>
                </a:lnTo>
                <a:lnTo>
                  <a:pt x="43200" y="763200"/>
                </a:lnTo>
                <a:lnTo>
                  <a:pt x="26668" y="740700"/>
                </a:lnTo>
                <a:lnTo>
                  <a:pt x="12652" y="718200"/>
                </a:lnTo>
                <a:lnTo>
                  <a:pt x="3288" y="695700"/>
                </a:lnTo>
                <a:lnTo>
                  <a:pt x="0" y="673200"/>
                </a:lnTo>
                <a:lnTo>
                  <a:pt x="3288" y="650700"/>
                </a:lnTo>
                <a:lnTo>
                  <a:pt x="12652" y="628200"/>
                </a:lnTo>
                <a:lnTo>
                  <a:pt x="26668" y="605700"/>
                </a:lnTo>
                <a:lnTo>
                  <a:pt x="43200" y="583200"/>
                </a:lnTo>
                <a:lnTo>
                  <a:pt x="43200" y="583200"/>
                </a:lnTo>
                <a:lnTo>
                  <a:pt x="26668" y="560700"/>
                </a:lnTo>
                <a:lnTo>
                  <a:pt x="12652" y="538200"/>
                </a:lnTo>
                <a:lnTo>
                  <a:pt x="3288" y="515700"/>
                </a:lnTo>
                <a:lnTo>
                  <a:pt x="0" y="493200"/>
                </a:lnTo>
                <a:lnTo>
                  <a:pt x="3288" y="470700"/>
                </a:lnTo>
                <a:lnTo>
                  <a:pt x="12652" y="448200"/>
                </a:lnTo>
                <a:lnTo>
                  <a:pt x="26668" y="425700"/>
                </a:lnTo>
                <a:lnTo>
                  <a:pt x="43200" y="403200"/>
                </a:lnTo>
                <a:lnTo>
                  <a:pt x="43200" y="403200"/>
                </a:lnTo>
                <a:lnTo>
                  <a:pt x="26668" y="380700"/>
                </a:lnTo>
                <a:lnTo>
                  <a:pt x="12652" y="358200"/>
                </a:lnTo>
                <a:lnTo>
                  <a:pt x="3288" y="335700"/>
                </a:lnTo>
                <a:lnTo>
                  <a:pt x="0" y="313200"/>
                </a:lnTo>
                <a:lnTo>
                  <a:pt x="3288" y="290700"/>
                </a:lnTo>
                <a:lnTo>
                  <a:pt x="12652" y="268200"/>
                </a:lnTo>
                <a:lnTo>
                  <a:pt x="26668" y="245700"/>
                </a:lnTo>
                <a:lnTo>
                  <a:pt x="43200" y="223200"/>
                </a:lnTo>
                <a:lnTo>
                  <a:pt x="43200" y="223200"/>
                </a:lnTo>
                <a:lnTo>
                  <a:pt x="26668" y="200700"/>
                </a:lnTo>
                <a:lnTo>
                  <a:pt x="12652" y="178200"/>
                </a:lnTo>
                <a:lnTo>
                  <a:pt x="3288" y="155700"/>
                </a:lnTo>
                <a:lnTo>
                  <a:pt x="0" y="133200"/>
                </a:lnTo>
                <a:lnTo>
                  <a:pt x="3288" y="110700"/>
                </a:lnTo>
                <a:lnTo>
                  <a:pt x="12652" y="88200"/>
                </a:lnTo>
                <a:lnTo>
                  <a:pt x="26668" y="65700"/>
                </a:lnTo>
                <a:lnTo>
                  <a:pt x="43200" y="43200"/>
                </a:lnTo>
                <a:close/>
              </a:path>
            </a:pathLst>
          </a:custGeom>
          <a:noFill/>
          <a:ln w="7620">
            <a:solidFill>
              <a:srgbClr val="A4433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2000" y="6516000"/>
            <a:ext cx="8928000" cy="234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  <a:r>
              <a:t>TBC #16 — PANEL + SERVICE STRATEGY</a:t>
            </a:r>
          </a:p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</a:p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  <a:r>
              <a:t>Workshop-welded steel subframe → deburr and coat → demountable mesh cassette.</a:t>
            </a:r>
          </a:p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  <a:r>
              <a:t>Accessible mains isolation → ventilated driver zone → protected LV route in upright → shelf channels.</a:t>
            </a:r>
          </a:p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  <a:r>
              <a:t>Fixing centres, panel gauge and ventilation area are unapproved. Diagram is not a product specification.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Storefront head / structural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AP-15 · glazing head and pivot reinforcement strategy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540000" y="9792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540000" y="10008000"/>
            <a:ext cx="7128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FOR COORDINATION  ·  SITE ITEMS OPEN  ·  REV B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06 OCT 2026  /  SOURCE REV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4000" y="10008000"/>
            <a:ext cx="522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1:2 — indicative assembly @ A3  ·  DIMENSIONS mm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SPEC SNAPSHOT eeccbde1cd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92000" y="10008000"/>
            <a:ext cx="1152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AP-15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548000" y="2052000"/>
            <a:ext cx="0" cy="7308000"/>
          </a:xfrm>
          <a:prstGeom prst="line">
            <a:avLst/>
          </a:prstGeom>
          <a:ln w="7620">
            <a:solidFill>
              <a:srgbClr val="E8E1D5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10908000" y="2088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DOOR HEIGHT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08000" y="2448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2580 door within 2600 opening leaves 20 total vertical allowance. Propose 10 top / 10 bottom; glazier to confirm #16.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08000" y="3852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LOAD PATH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08000" y="4212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Top pivot fixed to engineered steel support tied to verified structure. Plaster / gypsum and fascia are not structural supports.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08000" y="5616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FASCIA 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08000" y="5976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Removable internal access panel for pivot inspection and sign driver. Panel size and backing construction TBC #16/#26.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08000" y="7380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GLASS RELEASE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08000" y="7740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Confirm door mass, hardware capacity, deflection limits, hole positions and approved glass fabrication drawings before cutting.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60000" y="4284000"/>
            <a:ext cx="3240000" cy="1260000"/>
          </a:xfrm>
          <a:prstGeom prst="rect">
            <a:avLst/>
          </a:prstGeom>
          <a:solidFill>
            <a:srgbClr val="E8E1D5"/>
          </a:solidFill>
          <a:ln w="8890">
            <a:solidFill>
              <a:srgbClr val="A44338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060000" y="5544000"/>
            <a:ext cx="1440000" cy="540000"/>
          </a:xfrm>
          <a:prstGeom prst="rect">
            <a:avLst/>
          </a:prstGeom>
          <a:noFill/>
          <a:ln w="8890">
            <a:solidFill>
              <a:srgbClr val="A44338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GEOM:door-glass-head"/>
          <p:cNvSpPr/>
          <p:nvPr/>
        </p:nvSpPr>
        <p:spPr>
          <a:xfrm>
            <a:off x="3672000" y="6264000"/>
            <a:ext cx="216000" cy="720000"/>
          </a:xfrm>
          <a:prstGeom prst="rect">
            <a:avLst/>
          </a:prstGeom>
          <a:noFill/>
          <a:ln w="8890">
            <a:solidFill>
              <a:srgbClr val="46697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 flipV="1">
            <a:off x="3780000" y="5580000"/>
            <a:ext cx="0" cy="684000"/>
          </a:xfrm>
          <a:prstGeom prst="line">
            <a:avLst/>
          </a:prstGeom>
          <a:ln w="19050">
            <a:solidFill>
              <a:srgbClr val="A44338"/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3672000" y="6624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3888000" y="6624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>
            <a:off x="3672000" y="6948000"/>
            <a:ext cx="216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 flipV="1">
            <a:off x="3636000" y="691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 flipV="1">
            <a:off x="3852000" y="691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9" name="TextBox 28"/>
          <p:cNvSpPr txBox="1"/>
          <p:nvPr/>
        </p:nvSpPr>
        <p:spPr>
          <a:xfrm>
            <a:off x="3240000" y="6768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12 glass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80000" y="3924000"/>
            <a:ext cx="4680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A44338"/>
                </a:solidFill>
                <a:latin typeface="Liberation Sans"/>
              </a:defRPr>
            </a:pPr>
            <a:r>
              <a:t>VERIFIED STRUCTURE — TYPE / DEPTH TBC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3780000" y="5580000"/>
            <a:ext cx="2412000" cy="108000"/>
          </a:xfrm>
          <a:prstGeom prst="line">
            <a:avLst/>
          </a:prstGeom>
          <a:ln w="5715">
            <a:solidFill>
              <a:srgbClr val="737871"/>
            </a:solidFill>
          </a:ln>
          <a:effectLst/>
        </p:spPr>
      </p:cxnSp>
      <p:sp>
        <p:nvSpPr>
          <p:cNvPr id="32" name="Oval 31"/>
          <p:cNvSpPr/>
          <p:nvPr/>
        </p:nvSpPr>
        <p:spPr>
          <a:xfrm>
            <a:off x="3756600" y="5664600"/>
            <a:ext cx="46800" cy="468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4000" y="5436000"/>
            <a:ext cx="3672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Pivot to reinforced head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4896000" y="4572000"/>
            <a:ext cx="1296000" cy="360000"/>
          </a:xfrm>
          <a:prstGeom prst="line">
            <a:avLst/>
          </a:prstGeom>
          <a:ln w="5715">
            <a:solidFill>
              <a:srgbClr val="737871"/>
            </a:solidFill>
          </a:ln>
          <a:effectLst/>
        </p:spPr>
      </p:cxnSp>
      <p:sp>
        <p:nvSpPr>
          <p:cNvPr id="35" name="Oval 34"/>
          <p:cNvSpPr/>
          <p:nvPr/>
        </p:nvSpPr>
        <p:spPr>
          <a:xfrm>
            <a:off x="4872600" y="4908600"/>
            <a:ext cx="46800" cy="468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64000" y="4428000"/>
            <a:ext cx="3672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Accessible support / fixings</a:t>
            </a:r>
          </a:p>
        </p:txBody>
      </p:sp>
      <p:sp>
        <p:nvSpPr>
          <p:cNvPr id="37" name="Freeform 36"/>
          <p:cNvSpPr/>
          <p:nvPr/>
        </p:nvSpPr>
        <p:spPr>
          <a:xfrm>
            <a:off x="1216800" y="7120800"/>
            <a:ext cx="8798400" cy="1526400"/>
          </a:xfrm>
          <a:custGeom>
            <a:avLst/>
            <a:gdLst/>
            <a:ahLst/>
            <a:cxnLst/>
            <a:rect l="l" t="t" r="r" b="b"/>
            <a:pathLst>
              <a:path w="8798400" h="1526400">
                <a:moveTo>
                  <a:pt x="43200" y="43200"/>
                </a:moveTo>
                <a:lnTo>
                  <a:pt x="65887" y="26668"/>
                </a:lnTo>
                <a:lnTo>
                  <a:pt x="88575" y="12652"/>
                </a:lnTo>
                <a:lnTo>
                  <a:pt x="111262" y="3288"/>
                </a:lnTo>
                <a:lnTo>
                  <a:pt x="133950" y="0"/>
                </a:lnTo>
                <a:lnTo>
                  <a:pt x="156637" y="3288"/>
                </a:lnTo>
                <a:lnTo>
                  <a:pt x="179325" y="12652"/>
                </a:lnTo>
                <a:lnTo>
                  <a:pt x="202012" y="26668"/>
                </a:lnTo>
                <a:lnTo>
                  <a:pt x="224700" y="43200"/>
                </a:lnTo>
                <a:lnTo>
                  <a:pt x="224700" y="43200"/>
                </a:lnTo>
                <a:lnTo>
                  <a:pt x="247387" y="26668"/>
                </a:lnTo>
                <a:lnTo>
                  <a:pt x="270075" y="12652"/>
                </a:lnTo>
                <a:lnTo>
                  <a:pt x="292762" y="3288"/>
                </a:lnTo>
                <a:lnTo>
                  <a:pt x="315450" y="0"/>
                </a:lnTo>
                <a:lnTo>
                  <a:pt x="338137" y="3288"/>
                </a:lnTo>
                <a:lnTo>
                  <a:pt x="360825" y="12652"/>
                </a:lnTo>
                <a:lnTo>
                  <a:pt x="383512" y="26668"/>
                </a:lnTo>
                <a:lnTo>
                  <a:pt x="406199" y="43200"/>
                </a:lnTo>
                <a:lnTo>
                  <a:pt x="406199" y="43200"/>
                </a:lnTo>
                <a:lnTo>
                  <a:pt x="428887" y="26668"/>
                </a:lnTo>
                <a:lnTo>
                  <a:pt x="451575" y="12652"/>
                </a:lnTo>
                <a:lnTo>
                  <a:pt x="474262" y="3288"/>
                </a:lnTo>
                <a:lnTo>
                  <a:pt x="496950" y="0"/>
                </a:lnTo>
                <a:lnTo>
                  <a:pt x="519637" y="3288"/>
                </a:lnTo>
                <a:lnTo>
                  <a:pt x="542324" y="12652"/>
                </a:lnTo>
                <a:lnTo>
                  <a:pt x="565012" y="26668"/>
                </a:lnTo>
                <a:lnTo>
                  <a:pt x="587700" y="43200"/>
                </a:lnTo>
                <a:lnTo>
                  <a:pt x="587700" y="43200"/>
                </a:lnTo>
                <a:lnTo>
                  <a:pt x="610387" y="26668"/>
                </a:lnTo>
                <a:lnTo>
                  <a:pt x="633075" y="12652"/>
                </a:lnTo>
                <a:lnTo>
                  <a:pt x="655762" y="3288"/>
                </a:lnTo>
                <a:lnTo>
                  <a:pt x="678450" y="0"/>
                </a:lnTo>
                <a:lnTo>
                  <a:pt x="701137" y="3288"/>
                </a:lnTo>
                <a:lnTo>
                  <a:pt x="723825" y="12652"/>
                </a:lnTo>
                <a:lnTo>
                  <a:pt x="746512" y="26668"/>
                </a:lnTo>
                <a:lnTo>
                  <a:pt x="769200" y="43200"/>
                </a:lnTo>
                <a:lnTo>
                  <a:pt x="769200" y="43200"/>
                </a:lnTo>
                <a:lnTo>
                  <a:pt x="791887" y="26668"/>
                </a:lnTo>
                <a:lnTo>
                  <a:pt x="814575" y="12652"/>
                </a:lnTo>
                <a:lnTo>
                  <a:pt x="837262" y="3288"/>
                </a:lnTo>
                <a:lnTo>
                  <a:pt x="859950" y="0"/>
                </a:lnTo>
                <a:lnTo>
                  <a:pt x="882637" y="3288"/>
                </a:lnTo>
                <a:lnTo>
                  <a:pt x="905325" y="12652"/>
                </a:lnTo>
                <a:lnTo>
                  <a:pt x="928012" y="26668"/>
                </a:lnTo>
                <a:lnTo>
                  <a:pt x="950700" y="43200"/>
                </a:lnTo>
                <a:lnTo>
                  <a:pt x="950700" y="43200"/>
                </a:lnTo>
                <a:lnTo>
                  <a:pt x="973387" y="26668"/>
                </a:lnTo>
                <a:lnTo>
                  <a:pt x="996075" y="12652"/>
                </a:lnTo>
                <a:lnTo>
                  <a:pt x="1018762" y="3288"/>
                </a:lnTo>
                <a:lnTo>
                  <a:pt x="1041450" y="0"/>
                </a:lnTo>
                <a:lnTo>
                  <a:pt x="1064137" y="3288"/>
                </a:lnTo>
                <a:lnTo>
                  <a:pt x="1086825" y="12652"/>
                </a:lnTo>
                <a:lnTo>
                  <a:pt x="1109512" y="26668"/>
                </a:lnTo>
                <a:lnTo>
                  <a:pt x="1132200" y="43200"/>
                </a:lnTo>
                <a:lnTo>
                  <a:pt x="1132200" y="43200"/>
                </a:lnTo>
                <a:lnTo>
                  <a:pt x="1154887" y="26668"/>
                </a:lnTo>
                <a:lnTo>
                  <a:pt x="1177575" y="12652"/>
                </a:lnTo>
                <a:lnTo>
                  <a:pt x="1200262" y="3288"/>
                </a:lnTo>
                <a:lnTo>
                  <a:pt x="1222950" y="0"/>
                </a:lnTo>
                <a:lnTo>
                  <a:pt x="1245637" y="3288"/>
                </a:lnTo>
                <a:lnTo>
                  <a:pt x="1268325" y="12652"/>
                </a:lnTo>
                <a:lnTo>
                  <a:pt x="1291012" y="26668"/>
                </a:lnTo>
                <a:lnTo>
                  <a:pt x="1313700" y="43200"/>
                </a:lnTo>
                <a:lnTo>
                  <a:pt x="1313700" y="43200"/>
                </a:lnTo>
                <a:lnTo>
                  <a:pt x="1336387" y="26668"/>
                </a:lnTo>
                <a:lnTo>
                  <a:pt x="1359075" y="12652"/>
                </a:lnTo>
                <a:lnTo>
                  <a:pt x="1381762" y="3288"/>
                </a:lnTo>
                <a:lnTo>
                  <a:pt x="1404450" y="0"/>
                </a:lnTo>
                <a:lnTo>
                  <a:pt x="1427137" y="3288"/>
                </a:lnTo>
                <a:lnTo>
                  <a:pt x="1449825" y="12652"/>
                </a:lnTo>
                <a:lnTo>
                  <a:pt x="1472512" y="26668"/>
                </a:lnTo>
                <a:lnTo>
                  <a:pt x="1495200" y="43200"/>
                </a:lnTo>
                <a:lnTo>
                  <a:pt x="1495200" y="43200"/>
                </a:lnTo>
                <a:lnTo>
                  <a:pt x="1517887" y="26668"/>
                </a:lnTo>
                <a:lnTo>
                  <a:pt x="1540575" y="12652"/>
                </a:lnTo>
                <a:lnTo>
                  <a:pt x="1563262" y="3288"/>
                </a:lnTo>
                <a:lnTo>
                  <a:pt x="1585950" y="0"/>
                </a:lnTo>
                <a:lnTo>
                  <a:pt x="1608637" y="3288"/>
                </a:lnTo>
                <a:lnTo>
                  <a:pt x="1631325" y="12652"/>
                </a:lnTo>
                <a:lnTo>
                  <a:pt x="1654012" y="26668"/>
                </a:lnTo>
                <a:lnTo>
                  <a:pt x="1676700" y="43200"/>
                </a:lnTo>
                <a:lnTo>
                  <a:pt x="1676700" y="43200"/>
                </a:lnTo>
                <a:lnTo>
                  <a:pt x="1699387" y="26668"/>
                </a:lnTo>
                <a:lnTo>
                  <a:pt x="1722075" y="12652"/>
                </a:lnTo>
                <a:lnTo>
                  <a:pt x="1744762" y="3288"/>
                </a:lnTo>
                <a:lnTo>
                  <a:pt x="1767450" y="0"/>
                </a:lnTo>
                <a:lnTo>
                  <a:pt x="1790137" y="3288"/>
                </a:lnTo>
                <a:lnTo>
                  <a:pt x="1812825" y="12652"/>
                </a:lnTo>
                <a:lnTo>
                  <a:pt x="1835512" y="26668"/>
                </a:lnTo>
                <a:lnTo>
                  <a:pt x="1858200" y="43200"/>
                </a:lnTo>
                <a:lnTo>
                  <a:pt x="1858200" y="43200"/>
                </a:lnTo>
                <a:lnTo>
                  <a:pt x="1880887" y="26668"/>
                </a:lnTo>
                <a:lnTo>
                  <a:pt x="1903575" y="12652"/>
                </a:lnTo>
                <a:lnTo>
                  <a:pt x="1926262" y="3288"/>
                </a:lnTo>
                <a:lnTo>
                  <a:pt x="1948950" y="0"/>
                </a:lnTo>
                <a:lnTo>
                  <a:pt x="1971637" y="3288"/>
                </a:lnTo>
                <a:lnTo>
                  <a:pt x="1994325" y="12652"/>
                </a:lnTo>
                <a:lnTo>
                  <a:pt x="2017012" y="26668"/>
                </a:lnTo>
                <a:lnTo>
                  <a:pt x="2039700" y="43200"/>
                </a:lnTo>
                <a:lnTo>
                  <a:pt x="2039700" y="43200"/>
                </a:lnTo>
                <a:lnTo>
                  <a:pt x="2062387" y="26668"/>
                </a:lnTo>
                <a:lnTo>
                  <a:pt x="2085075" y="12652"/>
                </a:lnTo>
                <a:lnTo>
                  <a:pt x="2107762" y="3288"/>
                </a:lnTo>
                <a:lnTo>
                  <a:pt x="2130450" y="0"/>
                </a:lnTo>
                <a:lnTo>
                  <a:pt x="2153137" y="3288"/>
                </a:lnTo>
                <a:lnTo>
                  <a:pt x="2175825" y="12652"/>
                </a:lnTo>
                <a:lnTo>
                  <a:pt x="2198512" y="26668"/>
                </a:lnTo>
                <a:lnTo>
                  <a:pt x="2221200" y="43200"/>
                </a:lnTo>
                <a:lnTo>
                  <a:pt x="2221200" y="43200"/>
                </a:lnTo>
                <a:lnTo>
                  <a:pt x="2243887" y="26668"/>
                </a:lnTo>
                <a:lnTo>
                  <a:pt x="2266574" y="12652"/>
                </a:lnTo>
                <a:lnTo>
                  <a:pt x="2289262" y="3288"/>
                </a:lnTo>
                <a:lnTo>
                  <a:pt x="2311950" y="0"/>
                </a:lnTo>
                <a:lnTo>
                  <a:pt x="2334637" y="3288"/>
                </a:lnTo>
                <a:lnTo>
                  <a:pt x="2357325" y="12652"/>
                </a:lnTo>
                <a:lnTo>
                  <a:pt x="2380012" y="26668"/>
                </a:lnTo>
                <a:lnTo>
                  <a:pt x="2402699" y="43200"/>
                </a:lnTo>
                <a:lnTo>
                  <a:pt x="2402699" y="43200"/>
                </a:lnTo>
                <a:lnTo>
                  <a:pt x="2425387" y="26668"/>
                </a:lnTo>
                <a:lnTo>
                  <a:pt x="2448075" y="12652"/>
                </a:lnTo>
                <a:lnTo>
                  <a:pt x="2470762" y="3288"/>
                </a:lnTo>
                <a:lnTo>
                  <a:pt x="2493450" y="0"/>
                </a:lnTo>
                <a:lnTo>
                  <a:pt x="2516137" y="3288"/>
                </a:lnTo>
                <a:lnTo>
                  <a:pt x="2538824" y="12652"/>
                </a:lnTo>
                <a:lnTo>
                  <a:pt x="2561512" y="26668"/>
                </a:lnTo>
                <a:lnTo>
                  <a:pt x="2584200" y="43200"/>
                </a:lnTo>
                <a:lnTo>
                  <a:pt x="2584200" y="43200"/>
                </a:lnTo>
                <a:lnTo>
                  <a:pt x="2606887" y="26668"/>
                </a:lnTo>
                <a:lnTo>
                  <a:pt x="2629575" y="12652"/>
                </a:lnTo>
                <a:lnTo>
                  <a:pt x="2652262" y="3288"/>
                </a:lnTo>
                <a:lnTo>
                  <a:pt x="2674949" y="0"/>
                </a:lnTo>
                <a:lnTo>
                  <a:pt x="2697637" y="3288"/>
                </a:lnTo>
                <a:lnTo>
                  <a:pt x="2720325" y="12652"/>
                </a:lnTo>
                <a:lnTo>
                  <a:pt x="2743012" y="26668"/>
                </a:lnTo>
                <a:lnTo>
                  <a:pt x="2765700" y="43200"/>
                </a:lnTo>
                <a:lnTo>
                  <a:pt x="2765700" y="43200"/>
                </a:lnTo>
                <a:lnTo>
                  <a:pt x="2788387" y="26668"/>
                </a:lnTo>
                <a:lnTo>
                  <a:pt x="2811074" y="12652"/>
                </a:lnTo>
                <a:lnTo>
                  <a:pt x="2833762" y="3288"/>
                </a:lnTo>
                <a:lnTo>
                  <a:pt x="2856450" y="0"/>
                </a:lnTo>
                <a:lnTo>
                  <a:pt x="2879137" y="3288"/>
                </a:lnTo>
                <a:lnTo>
                  <a:pt x="2901825" y="12652"/>
                </a:lnTo>
                <a:lnTo>
                  <a:pt x="2924512" y="26668"/>
                </a:lnTo>
                <a:lnTo>
                  <a:pt x="2947199" y="43200"/>
                </a:lnTo>
                <a:lnTo>
                  <a:pt x="2947199" y="43200"/>
                </a:lnTo>
                <a:lnTo>
                  <a:pt x="2969887" y="26668"/>
                </a:lnTo>
                <a:lnTo>
                  <a:pt x="2992575" y="12652"/>
                </a:lnTo>
                <a:lnTo>
                  <a:pt x="3015262" y="3288"/>
                </a:lnTo>
                <a:lnTo>
                  <a:pt x="3037950" y="0"/>
                </a:lnTo>
                <a:lnTo>
                  <a:pt x="3060637" y="3288"/>
                </a:lnTo>
                <a:lnTo>
                  <a:pt x="3083325" y="12652"/>
                </a:lnTo>
                <a:lnTo>
                  <a:pt x="3106012" y="26668"/>
                </a:lnTo>
                <a:lnTo>
                  <a:pt x="3128700" y="43200"/>
                </a:lnTo>
                <a:lnTo>
                  <a:pt x="3128700" y="43200"/>
                </a:lnTo>
                <a:lnTo>
                  <a:pt x="3151387" y="26668"/>
                </a:lnTo>
                <a:lnTo>
                  <a:pt x="3174075" y="12652"/>
                </a:lnTo>
                <a:lnTo>
                  <a:pt x="3196762" y="3288"/>
                </a:lnTo>
                <a:lnTo>
                  <a:pt x="3219450" y="0"/>
                </a:lnTo>
                <a:lnTo>
                  <a:pt x="3242137" y="3288"/>
                </a:lnTo>
                <a:lnTo>
                  <a:pt x="3264825" y="12652"/>
                </a:lnTo>
                <a:lnTo>
                  <a:pt x="3287512" y="26668"/>
                </a:lnTo>
                <a:lnTo>
                  <a:pt x="3310200" y="43200"/>
                </a:lnTo>
                <a:lnTo>
                  <a:pt x="3310200" y="43200"/>
                </a:lnTo>
                <a:lnTo>
                  <a:pt x="3332887" y="26668"/>
                </a:lnTo>
                <a:lnTo>
                  <a:pt x="3355575" y="12652"/>
                </a:lnTo>
                <a:lnTo>
                  <a:pt x="3378262" y="3288"/>
                </a:lnTo>
                <a:lnTo>
                  <a:pt x="3400950" y="0"/>
                </a:lnTo>
                <a:lnTo>
                  <a:pt x="3423637" y="3288"/>
                </a:lnTo>
                <a:lnTo>
                  <a:pt x="3446325" y="12652"/>
                </a:lnTo>
                <a:lnTo>
                  <a:pt x="3469012" y="26668"/>
                </a:lnTo>
                <a:lnTo>
                  <a:pt x="3491700" y="43200"/>
                </a:lnTo>
                <a:lnTo>
                  <a:pt x="3491700" y="43200"/>
                </a:lnTo>
                <a:lnTo>
                  <a:pt x="3514387" y="26668"/>
                </a:lnTo>
                <a:lnTo>
                  <a:pt x="3537075" y="12652"/>
                </a:lnTo>
                <a:lnTo>
                  <a:pt x="3559762" y="3288"/>
                </a:lnTo>
                <a:lnTo>
                  <a:pt x="3582450" y="0"/>
                </a:lnTo>
                <a:lnTo>
                  <a:pt x="3605137" y="3288"/>
                </a:lnTo>
                <a:lnTo>
                  <a:pt x="3627825" y="12652"/>
                </a:lnTo>
                <a:lnTo>
                  <a:pt x="3650512" y="26668"/>
                </a:lnTo>
                <a:lnTo>
                  <a:pt x="3673200" y="43200"/>
                </a:lnTo>
                <a:lnTo>
                  <a:pt x="3673200" y="43200"/>
                </a:lnTo>
                <a:lnTo>
                  <a:pt x="3695887" y="26668"/>
                </a:lnTo>
                <a:lnTo>
                  <a:pt x="3718575" y="12652"/>
                </a:lnTo>
                <a:lnTo>
                  <a:pt x="3741262" y="3288"/>
                </a:lnTo>
                <a:lnTo>
                  <a:pt x="3763950" y="0"/>
                </a:lnTo>
                <a:lnTo>
                  <a:pt x="3786637" y="3288"/>
                </a:lnTo>
                <a:lnTo>
                  <a:pt x="3809325" y="12652"/>
                </a:lnTo>
                <a:lnTo>
                  <a:pt x="3832012" y="26668"/>
                </a:lnTo>
                <a:lnTo>
                  <a:pt x="3854700" y="43200"/>
                </a:lnTo>
                <a:lnTo>
                  <a:pt x="3854700" y="43200"/>
                </a:lnTo>
                <a:lnTo>
                  <a:pt x="3877387" y="26668"/>
                </a:lnTo>
                <a:lnTo>
                  <a:pt x="3900075" y="12652"/>
                </a:lnTo>
                <a:lnTo>
                  <a:pt x="3922762" y="3288"/>
                </a:lnTo>
                <a:lnTo>
                  <a:pt x="3945450" y="0"/>
                </a:lnTo>
                <a:lnTo>
                  <a:pt x="3968137" y="3288"/>
                </a:lnTo>
                <a:lnTo>
                  <a:pt x="3990825" y="12652"/>
                </a:lnTo>
                <a:lnTo>
                  <a:pt x="4013512" y="26668"/>
                </a:lnTo>
                <a:lnTo>
                  <a:pt x="4036200" y="43200"/>
                </a:lnTo>
                <a:lnTo>
                  <a:pt x="4036200" y="43200"/>
                </a:lnTo>
                <a:lnTo>
                  <a:pt x="4058887" y="26668"/>
                </a:lnTo>
                <a:lnTo>
                  <a:pt x="4081575" y="12652"/>
                </a:lnTo>
                <a:lnTo>
                  <a:pt x="4104262" y="3288"/>
                </a:lnTo>
                <a:lnTo>
                  <a:pt x="4126950" y="0"/>
                </a:lnTo>
                <a:lnTo>
                  <a:pt x="4149637" y="3288"/>
                </a:lnTo>
                <a:lnTo>
                  <a:pt x="4172325" y="12652"/>
                </a:lnTo>
                <a:lnTo>
                  <a:pt x="4195012" y="26668"/>
                </a:lnTo>
                <a:lnTo>
                  <a:pt x="4217700" y="43200"/>
                </a:lnTo>
                <a:lnTo>
                  <a:pt x="4217700" y="43200"/>
                </a:lnTo>
                <a:lnTo>
                  <a:pt x="4240387" y="26668"/>
                </a:lnTo>
                <a:lnTo>
                  <a:pt x="4263075" y="12652"/>
                </a:lnTo>
                <a:lnTo>
                  <a:pt x="4285762" y="3288"/>
                </a:lnTo>
                <a:lnTo>
                  <a:pt x="4308450" y="0"/>
                </a:lnTo>
                <a:lnTo>
                  <a:pt x="4331137" y="3288"/>
                </a:lnTo>
                <a:lnTo>
                  <a:pt x="4353825" y="12652"/>
                </a:lnTo>
                <a:lnTo>
                  <a:pt x="4376512" y="26668"/>
                </a:lnTo>
                <a:lnTo>
                  <a:pt x="4399200" y="43200"/>
                </a:lnTo>
                <a:lnTo>
                  <a:pt x="4399200" y="43200"/>
                </a:lnTo>
                <a:lnTo>
                  <a:pt x="4421887" y="26668"/>
                </a:lnTo>
                <a:lnTo>
                  <a:pt x="4444575" y="12652"/>
                </a:lnTo>
                <a:lnTo>
                  <a:pt x="4467262" y="3288"/>
                </a:lnTo>
                <a:lnTo>
                  <a:pt x="4489949" y="0"/>
                </a:lnTo>
                <a:lnTo>
                  <a:pt x="4512637" y="3288"/>
                </a:lnTo>
                <a:lnTo>
                  <a:pt x="4535325" y="12652"/>
                </a:lnTo>
                <a:lnTo>
                  <a:pt x="4558012" y="26668"/>
                </a:lnTo>
                <a:lnTo>
                  <a:pt x="4580700" y="43200"/>
                </a:lnTo>
                <a:lnTo>
                  <a:pt x="4580700" y="43200"/>
                </a:lnTo>
                <a:lnTo>
                  <a:pt x="4603387" y="26668"/>
                </a:lnTo>
                <a:lnTo>
                  <a:pt x="4626074" y="12652"/>
                </a:lnTo>
                <a:lnTo>
                  <a:pt x="4648762" y="3288"/>
                </a:lnTo>
                <a:lnTo>
                  <a:pt x="4671450" y="0"/>
                </a:lnTo>
                <a:lnTo>
                  <a:pt x="4694137" y="3288"/>
                </a:lnTo>
                <a:lnTo>
                  <a:pt x="4716825" y="12652"/>
                </a:lnTo>
                <a:lnTo>
                  <a:pt x="4739512" y="26668"/>
                </a:lnTo>
                <a:lnTo>
                  <a:pt x="4762199" y="43200"/>
                </a:lnTo>
                <a:lnTo>
                  <a:pt x="4762199" y="43200"/>
                </a:lnTo>
                <a:lnTo>
                  <a:pt x="4784887" y="26668"/>
                </a:lnTo>
                <a:lnTo>
                  <a:pt x="4807575" y="12652"/>
                </a:lnTo>
                <a:lnTo>
                  <a:pt x="4830262" y="3288"/>
                </a:lnTo>
                <a:lnTo>
                  <a:pt x="4852950" y="0"/>
                </a:lnTo>
                <a:lnTo>
                  <a:pt x="4875637" y="3288"/>
                </a:lnTo>
                <a:lnTo>
                  <a:pt x="4898324" y="12652"/>
                </a:lnTo>
                <a:lnTo>
                  <a:pt x="4921012" y="26668"/>
                </a:lnTo>
                <a:lnTo>
                  <a:pt x="4943700" y="43200"/>
                </a:lnTo>
                <a:lnTo>
                  <a:pt x="4943700" y="43200"/>
                </a:lnTo>
                <a:lnTo>
                  <a:pt x="4966387" y="26668"/>
                </a:lnTo>
                <a:lnTo>
                  <a:pt x="4989075" y="12652"/>
                </a:lnTo>
                <a:lnTo>
                  <a:pt x="5011762" y="3288"/>
                </a:lnTo>
                <a:lnTo>
                  <a:pt x="5034449" y="0"/>
                </a:lnTo>
                <a:lnTo>
                  <a:pt x="5057137" y="3288"/>
                </a:lnTo>
                <a:lnTo>
                  <a:pt x="5079825" y="12652"/>
                </a:lnTo>
                <a:lnTo>
                  <a:pt x="5102512" y="26668"/>
                </a:lnTo>
                <a:lnTo>
                  <a:pt x="5125200" y="43200"/>
                </a:lnTo>
                <a:lnTo>
                  <a:pt x="5125200" y="43200"/>
                </a:lnTo>
                <a:lnTo>
                  <a:pt x="5147887" y="26668"/>
                </a:lnTo>
                <a:lnTo>
                  <a:pt x="5170574" y="12652"/>
                </a:lnTo>
                <a:lnTo>
                  <a:pt x="5193262" y="3288"/>
                </a:lnTo>
                <a:lnTo>
                  <a:pt x="5215950" y="0"/>
                </a:lnTo>
                <a:lnTo>
                  <a:pt x="5238637" y="3288"/>
                </a:lnTo>
                <a:lnTo>
                  <a:pt x="5261325" y="12652"/>
                </a:lnTo>
                <a:lnTo>
                  <a:pt x="5284012" y="26668"/>
                </a:lnTo>
                <a:lnTo>
                  <a:pt x="5306699" y="43200"/>
                </a:lnTo>
                <a:lnTo>
                  <a:pt x="5306699" y="43200"/>
                </a:lnTo>
                <a:lnTo>
                  <a:pt x="5329387" y="26668"/>
                </a:lnTo>
                <a:lnTo>
                  <a:pt x="5352075" y="12652"/>
                </a:lnTo>
                <a:lnTo>
                  <a:pt x="5374762" y="3288"/>
                </a:lnTo>
                <a:lnTo>
                  <a:pt x="5397450" y="0"/>
                </a:lnTo>
                <a:lnTo>
                  <a:pt x="5420137" y="3288"/>
                </a:lnTo>
                <a:lnTo>
                  <a:pt x="5442824" y="12652"/>
                </a:lnTo>
                <a:lnTo>
                  <a:pt x="5465512" y="26668"/>
                </a:lnTo>
                <a:lnTo>
                  <a:pt x="5488200" y="43200"/>
                </a:lnTo>
                <a:lnTo>
                  <a:pt x="5488200" y="43200"/>
                </a:lnTo>
                <a:lnTo>
                  <a:pt x="5510887" y="26668"/>
                </a:lnTo>
                <a:lnTo>
                  <a:pt x="5533575" y="12652"/>
                </a:lnTo>
                <a:lnTo>
                  <a:pt x="5556262" y="3288"/>
                </a:lnTo>
                <a:lnTo>
                  <a:pt x="5578949" y="0"/>
                </a:lnTo>
                <a:lnTo>
                  <a:pt x="5601637" y="3288"/>
                </a:lnTo>
                <a:lnTo>
                  <a:pt x="5624325" y="12652"/>
                </a:lnTo>
                <a:lnTo>
                  <a:pt x="5647012" y="26668"/>
                </a:lnTo>
                <a:lnTo>
                  <a:pt x="5669700" y="43200"/>
                </a:lnTo>
                <a:lnTo>
                  <a:pt x="5669700" y="43200"/>
                </a:lnTo>
                <a:lnTo>
                  <a:pt x="5692387" y="26668"/>
                </a:lnTo>
                <a:lnTo>
                  <a:pt x="5715074" y="12652"/>
                </a:lnTo>
                <a:lnTo>
                  <a:pt x="5737762" y="3288"/>
                </a:lnTo>
                <a:lnTo>
                  <a:pt x="5760450" y="0"/>
                </a:lnTo>
                <a:lnTo>
                  <a:pt x="5783137" y="3288"/>
                </a:lnTo>
                <a:lnTo>
                  <a:pt x="5805825" y="12652"/>
                </a:lnTo>
                <a:lnTo>
                  <a:pt x="5828512" y="26668"/>
                </a:lnTo>
                <a:lnTo>
                  <a:pt x="5851199" y="43200"/>
                </a:lnTo>
                <a:lnTo>
                  <a:pt x="5851199" y="43200"/>
                </a:lnTo>
                <a:lnTo>
                  <a:pt x="5873887" y="26668"/>
                </a:lnTo>
                <a:lnTo>
                  <a:pt x="5896575" y="12652"/>
                </a:lnTo>
                <a:lnTo>
                  <a:pt x="5919262" y="3288"/>
                </a:lnTo>
                <a:lnTo>
                  <a:pt x="5941950" y="0"/>
                </a:lnTo>
                <a:lnTo>
                  <a:pt x="5964637" y="3288"/>
                </a:lnTo>
                <a:lnTo>
                  <a:pt x="5987324" y="12652"/>
                </a:lnTo>
                <a:lnTo>
                  <a:pt x="6010012" y="26668"/>
                </a:lnTo>
                <a:lnTo>
                  <a:pt x="6032700" y="43200"/>
                </a:lnTo>
                <a:lnTo>
                  <a:pt x="6032700" y="43200"/>
                </a:lnTo>
                <a:lnTo>
                  <a:pt x="6055387" y="26668"/>
                </a:lnTo>
                <a:lnTo>
                  <a:pt x="6078075" y="12652"/>
                </a:lnTo>
                <a:lnTo>
                  <a:pt x="6100762" y="3288"/>
                </a:lnTo>
                <a:lnTo>
                  <a:pt x="6123449" y="0"/>
                </a:lnTo>
                <a:lnTo>
                  <a:pt x="6146137" y="3288"/>
                </a:lnTo>
                <a:lnTo>
                  <a:pt x="6168825" y="12652"/>
                </a:lnTo>
                <a:lnTo>
                  <a:pt x="6191512" y="26668"/>
                </a:lnTo>
                <a:lnTo>
                  <a:pt x="6214200" y="43200"/>
                </a:lnTo>
                <a:lnTo>
                  <a:pt x="6214200" y="43200"/>
                </a:lnTo>
                <a:lnTo>
                  <a:pt x="6236887" y="26668"/>
                </a:lnTo>
                <a:lnTo>
                  <a:pt x="6259574" y="12652"/>
                </a:lnTo>
                <a:lnTo>
                  <a:pt x="6282262" y="3288"/>
                </a:lnTo>
                <a:lnTo>
                  <a:pt x="6304950" y="0"/>
                </a:lnTo>
                <a:lnTo>
                  <a:pt x="6327637" y="3288"/>
                </a:lnTo>
                <a:lnTo>
                  <a:pt x="6350325" y="12652"/>
                </a:lnTo>
                <a:lnTo>
                  <a:pt x="6373012" y="26668"/>
                </a:lnTo>
                <a:lnTo>
                  <a:pt x="6395699" y="43200"/>
                </a:lnTo>
                <a:lnTo>
                  <a:pt x="6395699" y="43200"/>
                </a:lnTo>
                <a:lnTo>
                  <a:pt x="6418387" y="26668"/>
                </a:lnTo>
                <a:lnTo>
                  <a:pt x="6441075" y="12652"/>
                </a:lnTo>
                <a:lnTo>
                  <a:pt x="6463762" y="3288"/>
                </a:lnTo>
                <a:lnTo>
                  <a:pt x="6486450" y="0"/>
                </a:lnTo>
                <a:lnTo>
                  <a:pt x="6509137" y="3288"/>
                </a:lnTo>
                <a:lnTo>
                  <a:pt x="6531824" y="12652"/>
                </a:lnTo>
                <a:lnTo>
                  <a:pt x="6554512" y="26668"/>
                </a:lnTo>
                <a:lnTo>
                  <a:pt x="6577200" y="43200"/>
                </a:lnTo>
                <a:lnTo>
                  <a:pt x="6577200" y="43200"/>
                </a:lnTo>
                <a:lnTo>
                  <a:pt x="6599887" y="26668"/>
                </a:lnTo>
                <a:lnTo>
                  <a:pt x="6622575" y="12652"/>
                </a:lnTo>
                <a:lnTo>
                  <a:pt x="6645262" y="3288"/>
                </a:lnTo>
                <a:lnTo>
                  <a:pt x="6667949" y="0"/>
                </a:lnTo>
                <a:lnTo>
                  <a:pt x="6690637" y="3288"/>
                </a:lnTo>
                <a:lnTo>
                  <a:pt x="6713325" y="12652"/>
                </a:lnTo>
                <a:lnTo>
                  <a:pt x="6736012" y="26668"/>
                </a:lnTo>
                <a:lnTo>
                  <a:pt x="6758700" y="43200"/>
                </a:lnTo>
                <a:lnTo>
                  <a:pt x="6758700" y="43200"/>
                </a:lnTo>
                <a:lnTo>
                  <a:pt x="6781387" y="26668"/>
                </a:lnTo>
                <a:lnTo>
                  <a:pt x="6804074" y="12652"/>
                </a:lnTo>
                <a:lnTo>
                  <a:pt x="6826762" y="3288"/>
                </a:lnTo>
                <a:lnTo>
                  <a:pt x="6849450" y="0"/>
                </a:lnTo>
                <a:lnTo>
                  <a:pt x="6872137" y="3288"/>
                </a:lnTo>
                <a:lnTo>
                  <a:pt x="6894825" y="12652"/>
                </a:lnTo>
                <a:lnTo>
                  <a:pt x="6917512" y="26668"/>
                </a:lnTo>
                <a:lnTo>
                  <a:pt x="6940199" y="43200"/>
                </a:lnTo>
                <a:lnTo>
                  <a:pt x="6940199" y="43200"/>
                </a:lnTo>
                <a:lnTo>
                  <a:pt x="6962887" y="26668"/>
                </a:lnTo>
                <a:lnTo>
                  <a:pt x="6985575" y="12652"/>
                </a:lnTo>
                <a:lnTo>
                  <a:pt x="7008262" y="3288"/>
                </a:lnTo>
                <a:lnTo>
                  <a:pt x="7030950" y="0"/>
                </a:lnTo>
                <a:lnTo>
                  <a:pt x="7053637" y="3288"/>
                </a:lnTo>
                <a:lnTo>
                  <a:pt x="7076324" y="12652"/>
                </a:lnTo>
                <a:lnTo>
                  <a:pt x="7099012" y="26668"/>
                </a:lnTo>
                <a:lnTo>
                  <a:pt x="7121700" y="43200"/>
                </a:lnTo>
                <a:lnTo>
                  <a:pt x="7121700" y="43200"/>
                </a:lnTo>
                <a:lnTo>
                  <a:pt x="7144387" y="26668"/>
                </a:lnTo>
                <a:lnTo>
                  <a:pt x="7167075" y="12652"/>
                </a:lnTo>
                <a:lnTo>
                  <a:pt x="7189762" y="3288"/>
                </a:lnTo>
                <a:lnTo>
                  <a:pt x="7212450" y="0"/>
                </a:lnTo>
                <a:lnTo>
                  <a:pt x="7235137" y="3288"/>
                </a:lnTo>
                <a:lnTo>
                  <a:pt x="7257825" y="12652"/>
                </a:lnTo>
                <a:lnTo>
                  <a:pt x="7280512" y="26668"/>
                </a:lnTo>
                <a:lnTo>
                  <a:pt x="7303200" y="43200"/>
                </a:lnTo>
                <a:lnTo>
                  <a:pt x="7303200" y="43200"/>
                </a:lnTo>
                <a:lnTo>
                  <a:pt x="7325887" y="26668"/>
                </a:lnTo>
                <a:lnTo>
                  <a:pt x="7348575" y="12652"/>
                </a:lnTo>
                <a:lnTo>
                  <a:pt x="7371262" y="3288"/>
                </a:lnTo>
                <a:lnTo>
                  <a:pt x="7393950" y="0"/>
                </a:lnTo>
                <a:lnTo>
                  <a:pt x="7416637" y="3288"/>
                </a:lnTo>
                <a:lnTo>
                  <a:pt x="7439325" y="12652"/>
                </a:lnTo>
                <a:lnTo>
                  <a:pt x="7462012" y="26668"/>
                </a:lnTo>
                <a:lnTo>
                  <a:pt x="7484700" y="43200"/>
                </a:lnTo>
                <a:lnTo>
                  <a:pt x="7484700" y="43200"/>
                </a:lnTo>
                <a:lnTo>
                  <a:pt x="7507387" y="26668"/>
                </a:lnTo>
                <a:lnTo>
                  <a:pt x="7530075" y="12652"/>
                </a:lnTo>
                <a:lnTo>
                  <a:pt x="7552762" y="3288"/>
                </a:lnTo>
                <a:lnTo>
                  <a:pt x="7575450" y="0"/>
                </a:lnTo>
                <a:lnTo>
                  <a:pt x="7598137" y="3288"/>
                </a:lnTo>
                <a:lnTo>
                  <a:pt x="7620825" y="12652"/>
                </a:lnTo>
                <a:lnTo>
                  <a:pt x="7643512" y="26668"/>
                </a:lnTo>
                <a:lnTo>
                  <a:pt x="7666200" y="43200"/>
                </a:lnTo>
                <a:lnTo>
                  <a:pt x="7666200" y="43200"/>
                </a:lnTo>
                <a:lnTo>
                  <a:pt x="7688887" y="26668"/>
                </a:lnTo>
                <a:lnTo>
                  <a:pt x="7711575" y="12652"/>
                </a:lnTo>
                <a:lnTo>
                  <a:pt x="7734262" y="3288"/>
                </a:lnTo>
                <a:lnTo>
                  <a:pt x="7756950" y="0"/>
                </a:lnTo>
                <a:lnTo>
                  <a:pt x="7779637" y="3288"/>
                </a:lnTo>
                <a:lnTo>
                  <a:pt x="7802325" y="12652"/>
                </a:lnTo>
                <a:lnTo>
                  <a:pt x="7825012" y="26668"/>
                </a:lnTo>
                <a:lnTo>
                  <a:pt x="7847700" y="43200"/>
                </a:lnTo>
                <a:lnTo>
                  <a:pt x="7847700" y="43200"/>
                </a:lnTo>
                <a:lnTo>
                  <a:pt x="7870387" y="26668"/>
                </a:lnTo>
                <a:lnTo>
                  <a:pt x="7893075" y="12652"/>
                </a:lnTo>
                <a:lnTo>
                  <a:pt x="7915762" y="3288"/>
                </a:lnTo>
                <a:lnTo>
                  <a:pt x="7938450" y="0"/>
                </a:lnTo>
                <a:lnTo>
                  <a:pt x="7961137" y="3288"/>
                </a:lnTo>
                <a:lnTo>
                  <a:pt x="7983825" y="12652"/>
                </a:lnTo>
                <a:lnTo>
                  <a:pt x="8006512" y="26668"/>
                </a:lnTo>
                <a:lnTo>
                  <a:pt x="8029200" y="43200"/>
                </a:lnTo>
                <a:lnTo>
                  <a:pt x="8029200" y="43200"/>
                </a:lnTo>
                <a:lnTo>
                  <a:pt x="8051887" y="26668"/>
                </a:lnTo>
                <a:lnTo>
                  <a:pt x="8074575" y="12652"/>
                </a:lnTo>
                <a:lnTo>
                  <a:pt x="8097262" y="3288"/>
                </a:lnTo>
                <a:lnTo>
                  <a:pt x="8119950" y="0"/>
                </a:lnTo>
                <a:lnTo>
                  <a:pt x="8142637" y="3288"/>
                </a:lnTo>
                <a:lnTo>
                  <a:pt x="8165325" y="12652"/>
                </a:lnTo>
                <a:lnTo>
                  <a:pt x="8188012" y="26668"/>
                </a:lnTo>
                <a:lnTo>
                  <a:pt x="8210700" y="43200"/>
                </a:lnTo>
                <a:lnTo>
                  <a:pt x="8210700" y="43200"/>
                </a:lnTo>
                <a:lnTo>
                  <a:pt x="8233387" y="26668"/>
                </a:lnTo>
                <a:lnTo>
                  <a:pt x="8256075" y="12652"/>
                </a:lnTo>
                <a:lnTo>
                  <a:pt x="8278762" y="3288"/>
                </a:lnTo>
                <a:lnTo>
                  <a:pt x="8301450" y="0"/>
                </a:lnTo>
                <a:lnTo>
                  <a:pt x="8324137" y="3288"/>
                </a:lnTo>
                <a:lnTo>
                  <a:pt x="8346825" y="12652"/>
                </a:lnTo>
                <a:lnTo>
                  <a:pt x="8369512" y="26668"/>
                </a:lnTo>
                <a:lnTo>
                  <a:pt x="8392200" y="43200"/>
                </a:lnTo>
                <a:lnTo>
                  <a:pt x="8392200" y="43200"/>
                </a:lnTo>
                <a:lnTo>
                  <a:pt x="8414887" y="26668"/>
                </a:lnTo>
                <a:lnTo>
                  <a:pt x="8437575" y="12652"/>
                </a:lnTo>
                <a:lnTo>
                  <a:pt x="8460262" y="3288"/>
                </a:lnTo>
                <a:lnTo>
                  <a:pt x="8482950" y="0"/>
                </a:lnTo>
                <a:lnTo>
                  <a:pt x="8505637" y="3288"/>
                </a:lnTo>
                <a:lnTo>
                  <a:pt x="8528325" y="12652"/>
                </a:lnTo>
                <a:lnTo>
                  <a:pt x="8551012" y="26668"/>
                </a:lnTo>
                <a:lnTo>
                  <a:pt x="8573700" y="43200"/>
                </a:lnTo>
                <a:lnTo>
                  <a:pt x="8573700" y="43200"/>
                </a:lnTo>
                <a:lnTo>
                  <a:pt x="8596387" y="26668"/>
                </a:lnTo>
                <a:lnTo>
                  <a:pt x="8619075" y="12652"/>
                </a:lnTo>
                <a:lnTo>
                  <a:pt x="8641762" y="3288"/>
                </a:lnTo>
                <a:lnTo>
                  <a:pt x="8664450" y="0"/>
                </a:lnTo>
                <a:lnTo>
                  <a:pt x="8687137" y="3288"/>
                </a:lnTo>
                <a:lnTo>
                  <a:pt x="8709825" y="12652"/>
                </a:lnTo>
                <a:lnTo>
                  <a:pt x="8732512" y="26668"/>
                </a:lnTo>
                <a:lnTo>
                  <a:pt x="8755200" y="43200"/>
                </a:lnTo>
                <a:lnTo>
                  <a:pt x="8755200" y="43200"/>
                </a:lnTo>
                <a:lnTo>
                  <a:pt x="8771731" y="65700"/>
                </a:lnTo>
                <a:lnTo>
                  <a:pt x="8785747" y="88200"/>
                </a:lnTo>
                <a:lnTo>
                  <a:pt x="8795111" y="110700"/>
                </a:lnTo>
                <a:lnTo>
                  <a:pt x="8798400" y="133200"/>
                </a:lnTo>
                <a:lnTo>
                  <a:pt x="8795111" y="155700"/>
                </a:lnTo>
                <a:lnTo>
                  <a:pt x="8785747" y="178200"/>
                </a:lnTo>
                <a:lnTo>
                  <a:pt x="8771731" y="200700"/>
                </a:lnTo>
                <a:lnTo>
                  <a:pt x="8755200" y="223200"/>
                </a:lnTo>
                <a:lnTo>
                  <a:pt x="8755200" y="223200"/>
                </a:lnTo>
                <a:lnTo>
                  <a:pt x="8771731" y="245700"/>
                </a:lnTo>
                <a:lnTo>
                  <a:pt x="8785747" y="268200"/>
                </a:lnTo>
                <a:lnTo>
                  <a:pt x="8795111" y="290700"/>
                </a:lnTo>
                <a:lnTo>
                  <a:pt x="8798400" y="313200"/>
                </a:lnTo>
                <a:lnTo>
                  <a:pt x="8795111" y="335700"/>
                </a:lnTo>
                <a:lnTo>
                  <a:pt x="8785747" y="358200"/>
                </a:lnTo>
                <a:lnTo>
                  <a:pt x="8771731" y="380700"/>
                </a:lnTo>
                <a:lnTo>
                  <a:pt x="8755200" y="403200"/>
                </a:lnTo>
                <a:lnTo>
                  <a:pt x="8755200" y="403200"/>
                </a:lnTo>
                <a:lnTo>
                  <a:pt x="8771731" y="425700"/>
                </a:lnTo>
                <a:lnTo>
                  <a:pt x="8785747" y="448200"/>
                </a:lnTo>
                <a:lnTo>
                  <a:pt x="8795111" y="470700"/>
                </a:lnTo>
                <a:lnTo>
                  <a:pt x="8798400" y="493200"/>
                </a:lnTo>
                <a:lnTo>
                  <a:pt x="8795111" y="515700"/>
                </a:lnTo>
                <a:lnTo>
                  <a:pt x="8785747" y="538200"/>
                </a:lnTo>
                <a:lnTo>
                  <a:pt x="8771731" y="560700"/>
                </a:lnTo>
                <a:lnTo>
                  <a:pt x="8755200" y="583200"/>
                </a:lnTo>
                <a:lnTo>
                  <a:pt x="8755200" y="583200"/>
                </a:lnTo>
                <a:lnTo>
                  <a:pt x="8771731" y="605700"/>
                </a:lnTo>
                <a:lnTo>
                  <a:pt x="8785747" y="628200"/>
                </a:lnTo>
                <a:lnTo>
                  <a:pt x="8795111" y="650700"/>
                </a:lnTo>
                <a:lnTo>
                  <a:pt x="8798400" y="673200"/>
                </a:lnTo>
                <a:lnTo>
                  <a:pt x="8795111" y="695700"/>
                </a:lnTo>
                <a:lnTo>
                  <a:pt x="8785747" y="718200"/>
                </a:lnTo>
                <a:lnTo>
                  <a:pt x="8771731" y="740700"/>
                </a:lnTo>
                <a:lnTo>
                  <a:pt x="8755200" y="763200"/>
                </a:lnTo>
                <a:lnTo>
                  <a:pt x="8755200" y="763200"/>
                </a:lnTo>
                <a:lnTo>
                  <a:pt x="8771731" y="785700"/>
                </a:lnTo>
                <a:lnTo>
                  <a:pt x="8785747" y="808200"/>
                </a:lnTo>
                <a:lnTo>
                  <a:pt x="8795111" y="830700"/>
                </a:lnTo>
                <a:lnTo>
                  <a:pt x="8798400" y="853200"/>
                </a:lnTo>
                <a:lnTo>
                  <a:pt x="8795111" y="875700"/>
                </a:lnTo>
                <a:lnTo>
                  <a:pt x="8785747" y="898200"/>
                </a:lnTo>
                <a:lnTo>
                  <a:pt x="8771731" y="920700"/>
                </a:lnTo>
                <a:lnTo>
                  <a:pt x="8755200" y="943200"/>
                </a:lnTo>
                <a:lnTo>
                  <a:pt x="8755200" y="943200"/>
                </a:lnTo>
                <a:lnTo>
                  <a:pt x="8771731" y="965700"/>
                </a:lnTo>
                <a:lnTo>
                  <a:pt x="8785747" y="988200"/>
                </a:lnTo>
                <a:lnTo>
                  <a:pt x="8795111" y="1010700"/>
                </a:lnTo>
                <a:lnTo>
                  <a:pt x="8798400" y="1033200"/>
                </a:lnTo>
                <a:lnTo>
                  <a:pt x="8795111" y="1055700"/>
                </a:lnTo>
                <a:lnTo>
                  <a:pt x="8785747" y="1078200"/>
                </a:lnTo>
                <a:lnTo>
                  <a:pt x="8771731" y="1100700"/>
                </a:lnTo>
                <a:lnTo>
                  <a:pt x="8755200" y="1123200"/>
                </a:lnTo>
                <a:lnTo>
                  <a:pt x="8755200" y="1123200"/>
                </a:lnTo>
                <a:lnTo>
                  <a:pt x="8771731" y="1145700"/>
                </a:lnTo>
                <a:lnTo>
                  <a:pt x="8785747" y="1168200"/>
                </a:lnTo>
                <a:lnTo>
                  <a:pt x="8795111" y="1190700"/>
                </a:lnTo>
                <a:lnTo>
                  <a:pt x="8798400" y="1213200"/>
                </a:lnTo>
                <a:lnTo>
                  <a:pt x="8795111" y="1235700"/>
                </a:lnTo>
                <a:lnTo>
                  <a:pt x="8785747" y="1258200"/>
                </a:lnTo>
                <a:lnTo>
                  <a:pt x="8771731" y="1280700"/>
                </a:lnTo>
                <a:lnTo>
                  <a:pt x="8755200" y="1303200"/>
                </a:lnTo>
                <a:lnTo>
                  <a:pt x="8755200" y="1303200"/>
                </a:lnTo>
                <a:lnTo>
                  <a:pt x="8771731" y="1325700"/>
                </a:lnTo>
                <a:lnTo>
                  <a:pt x="8785747" y="1348200"/>
                </a:lnTo>
                <a:lnTo>
                  <a:pt x="8795111" y="1370700"/>
                </a:lnTo>
                <a:lnTo>
                  <a:pt x="8798400" y="1393200"/>
                </a:lnTo>
                <a:lnTo>
                  <a:pt x="8795111" y="1415700"/>
                </a:lnTo>
                <a:lnTo>
                  <a:pt x="8785747" y="1438200"/>
                </a:lnTo>
                <a:lnTo>
                  <a:pt x="8771731" y="1460700"/>
                </a:lnTo>
                <a:lnTo>
                  <a:pt x="8755200" y="1483200"/>
                </a:lnTo>
                <a:lnTo>
                  <a:pt x="8755200" y="1483200"/>
                </a:lnTo>
                <a:lnTo>
                  <a:pt x="8732512" y="1499731"/>
                </a:lnTo>
                <a:lnTo>
                  <a:pt x="8709825" y="1513747"/>
                </a:lnTo>
                <a:lnTo>
                  <a:pt x="8687137" y="1523111"/>
                </a:lnTo>
                <a:lnTo>
                  <a:pt x="8664450" y="1526400"/>
                </a:lnTo>
                <a:lnTo>
                  <a:pt x="8641762" y="1523111"/>
                </a:lnTo>
                <a:lnTo>
                  <a:pt x="8619075" y="1513747"/>
                </a:lnTo>
                <a:lnTo>
                  <a:pt x="8596387" y="1499731"/>
                </a:lnTo>
                <a:lnTo>
                  <a:pt x="8573700" y="1483200"/>
                </a:lnTo>
                <a:lnTo>
                  <a:pt x="8573700" y="1483200"/>
                </a:lnTo>
                <a:lnTo>
                  <a:pt x="8551012" y="1499731"/>
                </a:lnTo>
                <a:lnTo>
                  <a:pt x="8528325" y="1513747"/>
                </a:lnTo>
                <a:lnTo>
                  <a:pt x="8505637" y="1523111"/>
                </a:lnTo>
                <a:lnTo>
                  <a:pt x="8482950" y="1526400"/>
                </a:lnTo>
                <a:lnTo>
                  <a:pt x="8460262" y="1523111"/>
                </a:lnTo>
                <a:lnTo>
                  <a:pt x="8437575" y="1513747"/>
                </a:lnTo>
                <a:lnTo>
                  <a:pt x="8414887" y="1499731"/>
                </a:lnTo>
                <a:lnTo>
                  <a:pt x="8392200" y="1483200"/>
                </a:lnTo>
                <a:lnTo>
                  <a:pt x="8392200" y="1483200"/>
                </a:lnTo>
                <a:lnTo>
                  <a:pt x="8369512" y="1499731"/>
                </a:lnTo>
                <a:lnTo>
                  <a:pt x="8346825" y="1513747"/>
                </a:lnTo>
                <a:lnTo>
                  <a:pt x="8324137" y="1523111"/>
                </a:lnTo>
                <a:lnTo>
                  <a:pt x="8301450" y="1526400"/>
                </a:lnTo>
                <a:lnTo>
                  <a:pt x="8278762" y="1523111"/>
                </a:lnTo>
                <a:lnTo>
                  <a:pt x="8256075" y="1513747"/>
                </a:lnTo>
                <a:lnTo>
                  <a:pt x="8233387" y="1499731"/>
                </a:lnTo>
                <a:lnTo>
                  <a:pt x="8210700" y="1483200"/>
                </a:lnTo>
                <a:lnTo>
                  <a:pt x="8210700" y="1483200"/>
                </a:lnTo>
                <a:lnTo>
                  <a:pt x="8188012" y="1499731"/>
                </a:lnTo>
                <a:lnTo>
                  <a:pt x="8165325" y="1513747"/>
                </a:lnTo>
                <a:lnTo>
                  <a:pt x="8142637" y="1523111"/>
                </a:lnTo>
                <a:lnTo>
                  <a:pt x="8119950" y="1526400"/>
                </a:lnTo>
                <a:lnTo>
                  <a:pt x="8097262" y="1523111"/>
                </a:lnTo>
                <a:lnTo>
                  <a:pt x="8074575" y="1513747"/>
                </a:lnTo>
                <a:lnTo>
                  <a:pt x="8051887" y="1499731"/>
                </a:lnTo>
                <a:lnTo>
                  <a:pt x="8029200" y="1483200"/>
                </a:lnTo>
                <a:lnTo>
                  <a:pt x="8029200" y="1483200"/>
                </a:lnTo>
                <a:lnTo>
                  <a:pt x="8006512" y="1499731"/>
                </a:lnTo>
                <a:lnTo>
                  <a:pt x="7983825" y="1513747"/>
                </a:lnTo>
                <a:lnTo>
                  <a:pt x="7961137" y="1523111"/>
                </a:lnTo>
                <a:lnTo>
                  <a:pt x="7938450" y="1526400"/>
                </a:lnTo>
                <a:lnTo>
                  <a:pt x="7915762" y="1523111"/>
                </a:lnTo>
                <a:lnTo>
                  <a:pt x="7893075" y="1513747"/>
                </a:lnTo>
                <a:lnTo>
                  <a:pt x="7870387" y="1499731"/>
                </a:lnTo>
                <a:lnTo>
                  <a:pt x="7847700" y="1483200"/>
                </a:lnTo>
                <a:lnTo>
                  <a:pt x="7847700" y="1483200"/>
                </a:lnTo>
                <a:lnTo>
                  <a:pt x="7825012" y="1499731"/>
                </a:lnTo>
                <a:lnTo>
                  <a:pt x="7802325" y="1513747"/>
                </a:lnTo>
                <a:lnTo>
                  <a:pt x="7779637" y="1523111"/>
                </a:lnTo>
                <a:lnTo>
                  <a:pt x="7756950" y="1526400"/>
                </a:lnTo>
                <a:lnTo>
                  <a:pt x="7734262" y="1523111"/>
                </a:lnTo>
                <a:lnTo>
                  <a:pt x="7711575" y="1513747"/>
                </a:lnTo>
                <a:lnTo>
                  <a:pt x="7688887" y="1499731"/>
                </a:lnTo>
                <a:lnTo>
                  <a:pt x="7666200" y="1483200"/>
                </a:lnTo>
                <a:lnTo>
                  <a:pt x="7666200" y="1483200"/>
                </a:lnTo>
                <a:lnTo>
                  <a:pt x="7643512" y="1499731"/>
                </a:lnTo>
                <a:lnTo>
                  <a:pt x="7620825" y="1513747"/>
                </a:lnTo>
                <a:lnTo>
                  <a:pt x="7598137" y="1523111"/>
                </a:lnTo>
                <a:lnTo>
                  <a:pt x="7575450" y="1526400"/>
                </a:lnTo>
                <a:lnTo>
                  <a:pt x="7552762" y="1523111"/>
                </a:lnTo>
                <a:lnTo>
                  <a:pt x="7530075" y="1513747"/>
                </a:lnTo>
                <a:lnTo>
                  <a:pt x="7507387" y="1499731"/>
                </a:lnTo>
                <a:lnTo>
                  <a:pt x="7484700" y="1483200"/>
                </a:lnTo>
                <a:lnTo>
                  <a:pt x="7484700" y="1483200"/>
                </a:lnTo>
                <a:lnTo>
                  <a:pt x="7462012" y="1499731"/>
                </a:lnTo>
                <a:lnTo>
                  <a:pt x="7439325" y="1513747"/>
                </a:lnTo>
                <a:lnTo>
                  <a:pt x="7416637" y="1523111"/>
                </a:lnTo>
                <a:lnTo>
                  <a:pt x="7393950" y="1526400"/>
                </a:lnTo>
                <a:lnTo>
                  <a:pt x="7371262" y="1523111"/>
                </a:lnTo>
                <a:lnTo>
                  <a:pt x="7348575" y="1513747"/>
                </a:lnTo>
                <a:lnTo>
                  <a:pt x="7325887" y="1499731"/>
                </a:lnTo>
                <a:lnTo>
                  <a:pt x="7303200" y="1483200"/>
                </a:lnTo>
                <a:lnTo>
                  <a:pt x="7303200" y="1483200"/>
                </a:lnTo>
                <a:lnTo>
                  <a:pt x="7280512" y="1499731"/>
                </a:lnTo>
                <a:lnTo>
                  <a:pt x="7257825" y="1513747"/>
                </a:lnTo>
                <a:lnTo>
                  <a:pt x="7235137" y="1523111"/>
                </a:lnTo>
                <a:lnTo>
                  <a:pt x="7212450" y="1526400"/>
                </a:lnTo>
                <a:lnTo>
                  <a:pt x="7189762" y="1523111"/>
                </a:lnTo>
                <a:lnTo>
                  <a:pt x="7167075" y="1513747"/>
                </a:lnTo>
                <a:lnTo>
                  <a:pt x="7144387" y="1499731"/>
                </a:lnTo>
                <a:lnTo>
                  <a:pt x="7121700" y="1483200"/>
                </a:lnTo>
                <a:lnTo>
                  <a:pt x="7121700" y="1483200"/>
                </a:lnTo>
                <a:lnTo>
                  <a:pt x="7099012" y="1499731"/>
                </a:lnTo>
                <a:lnTo>
                  <a:pt x="7076324" y="1513747"/>
                </a:lnTo>
                <a:lnTo>
                  <a:pt x="7053637" y="1523111"/>
                </a:lnTo>
                <a:lnTo>
                  <a:pt x="7030950" y="1526400"/>
                </a:lnTo>
                <a:lnTo>
                  <a:pt x="7008262" y="1523111"/>
                </a:lnTo>
                <a:lnTo>
                  <a:pt x="6985575" y="1513747"/>
                </a:lnTo>
                <a:lnTo>
                  <a:pt x="6962887" y="1499731"/>
                </a:lnTo>
                <a:lnTo>
                  <a:pt x="6940199" y="1483200"/>
                </a:lnTo>
                <a:lnTo>
                  <a:pt x="6940199" y="1483200"/>
                </a:lnTo>
                <a:lnTo>
                  <a:pt x="6917512" y="1499731"/>
                </a:lnTo>
                <a:lnTo>
                  <a:pt x="6894825" y="1513747"/>
                </a:lnTo>
                <a:lnTo>
                  <a:pt x="6872137" y="1523111"/>
                </a:lnTo>
                <a:lnTo>
                  <a:pt x="6849450" y="1526400"/>
                </a:lnTo>
                <a:lnTo>
                  <a:pt x="6826762" y="1523111"/>
                </a:lnTo>
                <a:lnTo>
                  <a:pt x="6804074" y="1513747"/>
                </a:lnTo>
                <a:lnTo>
                  <a:pt x="6781387" y="1499731"/>
                </a:lnTo>
                <a:lnTo>
                  <a:pt x="6758700" y="1483200"/>
                </a:lnTo>
                <a:lnTo>
                  <a:pt x="6758700" y="1483200"/>
                </a:lnTo>
                <a:lnTo>
                  <a:pt x="6736012" y="1499731"/>
                </a:lnTo>
                <a:lnTo>
                  <a:pt x="6713325" y="1513747"/>
                </a:lnTo>
                <a:lnTo>
                  <a:pt x="6690637" y="1523111"/>
                </a:lnTo>
                <a:lnTo>
                  <a:pt x="6667949" y="1526400"/>
                </a:lnTo>
                <a:lnTo>
                  <a:pt x="6645262" y="1523111"/>
                </a:lnTo>
                <a:lnTo>
                  <a:pt x="6622575" y="1513747"/>
                </a:lnTo>
                <a:lnTo>
                  <a:pt x="6599887" y="1499731"/>
                </a:lnTo>
                <a:lnTo>
                  <a:pt x="6577200" y="1483200"/>
                </a:lnTo>
                <a:lnTo>
                  <a:pt x="6577200" y="1483200"/>
                </a:lnTo>
                <a:lnTo>
                  <a:pt x="6554512" y="1499731"/>
                </a:lnTo>
                <a:lnTo>
                  <a:pt x="6531825" y="1513747"/>
                </a:lnTo>
                <a:lnTo>
                  <a:pt x="6509137" y="1523111"/>
                </a:lnTo>
                <a:lnTo>
                  <a:pt x="6486450" y="1526400"/>
                </a:lnTo>
                <a:lnTo>
                  <a:pt x="6463762" y="1523111"/>
                </a:lnTo>
                <a:lnTo>
                  <a:pt x="6441075" y="1513747"/>
                </a:lnTo>
                <a:lnTo>
                  <a:pt x="6418387" y="1499731"/>
                </a:lnTo>
                <a:lnTo>
                  <a:pt x="6395700" y="1483200"/>
                </a:lnTo>
                <a:lnTo>
                  <a:pt x="6395700" y="1483200"/>
                </a:lnTo>
                <a:lnTo>
                  <a:pt x="6373012" y="1499731"/>
                </a:lnTo>
                <a:lnTo>
                  <a:pt x="6350325" y="1513747"/>
                </a:lnTo>
                <a:lnTo>
                  <a:pt x="6327637" y="1523111"/>
                </a:lnTo>
                <a:lnTo>
                  <a:pt x="6304950" y="1526400"/>
                </a:lnTo>
                <a:lnTo>
                  <a:pt x="6282262" y="1523111"/>
                </a:lnTo>
                <a:lnTo>
                  <a:pt x="6259575" y="1513747"/>
                </a:lnTo>
                <a:lnTo>
                  <a:pt x="6236887" y="1499731"/>
                </a:lnTo>
                <a:lnTo>
                  <a:pt x="6214200" y="1483200"/>
                </a:lnTo>
                <a:lnTo>
                  <a:pt x="6214200" y="1483200"/>
                </a:lnTo>
                <a:lnTo>
                  <a:pt x="6191512" y="1499731"/>
                </a:lnTo>
                <a:lnTo>
                  <a:pt x="6168825" y="1513747"/>
                </a:lnTo>
                <a:lnTo>
                  <a:pt x="6146137" y="1523111"/>
                </a:lnTo>
                <a:lnTo>
                  <a:pt x="6123450" y="1526400"/>
                </a:lnTo>
                <a:lnTo>
                  <a:pt x="6100762" y="1523111"/>
                </a:lnTo>
                <a:lnTo>
                  <a:pt x="6078075" y="1513747"/>
                </a:lnTo>
                <a:lnTo>
                  <a:pt x="6055387" y="1499731"/>
                </a:lnTo>
                <a:lnTo>
                  <a:pt x="6032700" y="1483200"/>
                </a:lnTo>
                <a:lnTo>
                  <a:pt x="6032700" y="1483200"/>
                </a:lnTo>
                <a:lnTo>
                  <a:pt x="6010012" y="1499731"/>
                </a:lnTo>
                <a:lnTo>
                  <a:pt x="5987325" y="1513747"/>
                </a:lnTo>
                <a:lnTo>
                  <a:pt x="5964637" y="1523111"/>
                </a:lnTo>
                <a:lnTo>
                  <a:pt x="5941950" y="1526400"/>
                </a:lnTo>
                <a:lnTo>
                  <a:pt x="5919262" y="1523111"/>
                </a:lnTo>
                <a:lnTo>
                  <a:pt x="5896575" y="1513747"/>
                </a:lnTo>
                <a:lnTo>
                  <a:pt x="5873887" y="1499731"/>
                </a:lnTo>
                <a:lnTo>
                  <a:pt x="5851200" y="1483200"/>
                </a:lnTo>
                <a:lnTo>
                  <a:pt x="5851200" y="1483200"/>
                </a:lnTo>
                <a:lnTo>
                  <a:pt x="5828512" y="1499731"/>
                </a:lnTo>
                <a:lnTo>
                  <a:pt x="5805825" y="1513747"/>
                </a:lnTo>
                <a:lnTo>
                  <a:pt x="5783137" y="1523111"/>
                </a:lnTo>
                <a:lnTo>
                  <a:pt x="5760450" y="1526400"/>
                </a:lnTo>
                <a:lnTo>
                  <a:pt x="5737762" y="1523111"/>
                </a:lnTo>
                <a:lnTo>
                  <a:pt x="5715075" y="1513747"/>
                </a:lnTo>
                <a:lnTo>
                  <a:pt x="5692387" y="1499731"/>
                </a:lnTo>
                <a:lnTo>
                  <a:pt x="5669700" y="1483200"/>
                </a:lnTo>
                <a:lnTo>
                  <a:pt x="5669700" y="1483200"/>
                </a:lnTo>
                <a:lnTo>
                  <a:pt x="5647012" y="1499731"/>
                </a:lnTo>
                <a:lnTo>
                  <a:pt x="5624325" y="1513747"/>
                </a:lnTo>
                <a:lnTo>
                  <a:pt x="5601637" y="1523111"/>
                </a:lnTo>
                <a:lnTo>
                  <a:pt x="5578950" y="1526400"/>
                </a:lnTo>
                <a:lnTo>
                  <a:pt x="5556262" y="1523111"/>
                </a:lnTo>
                <a:lnTo>
                  <a:pt x="5533575" y="1513747"/>
                </a:lnTo>
                <a:lnTo>
                  <a:pt x="5510887" y="1499731"/>
                </a:lnTo>
                <a:lnTo>
                  <a:pt x="5488200" y="1483200"/>
                </a:lnTo>
                <a:lnTo>
                  <a:pt x="5488200" y="1483200"/>
                </a:lnTo>
                <a:lnTo>
                  <a:pt x="5465512" y="1499731"/>
                </a:lnTo>
                <a:lnTo>
                  <a:pt x="5442825" y="1513747"/>
                </a:lnTo>
                <a:lnTo>
                  <a:pt x="5420137" y="1523111"/>
                </a:lnTo>
                <a:lnTo>
                  <a:pt x="5397450" y="1526400"/>
                </a:lnTo>
                <a:lnTo>
                  <a:pt x="5374762" y="1523111"/>
                </a:lnTo>
                <a:lnTo>
                  <a:pt x="5352075" y="1513747"/>
                </a:lnTo>
                <a:lnTo>
                  <a:pt x="5329387" y="1499731"/>
                </a:lnTo>
                <a:lnTo>
                  <a:pt x="5306700" y="1483200"/>
                </a:lnTo>
                <a:lnTo>
                  <a:pt x="5306700" y="1483200"/>
                </a:lnTo>
                <a:lnTo>
                  <a:pt x="5284012" y="1499731"/>
                </a:lnTo>
                <a:lnTo>
                  <a:pt x="5261325" y="1513747"/>
                </a:lnTo>
                <a:lnTo>
                  <a:pt x="5238637" y="1523111"/>
                </a:lnTo>
                <a:lnTo>
                  <a:pt x="5215950" y="1526400"/>
                </a:lnTo>
                <a:lnTo>
                  <a:pt x="5193262" y="1523111"/>
                </a:lnTo>
                <a:lnTo>
                  <a:pt x="5170575" y="1513747"/>
                </a:lnTo>
                <a:lnTo>
                  <a:pt x="5147887" y="1499731"/>
                </a:lnTo>
                <a:lnTo>
                  <a:pt x="5125200" y="1483200"/>
                </a:lnTo>
                <a:lnTo>
                  <a:pt x="5125200" y="1483200"/>
                </a:lnTo>
                <a:lnTo>
                  <a:pt x="5102512" y="1499731"/>
                </a:lnTo>
                <a:lnTo>
                  <a:pt x="5079825" y="1513747"/>
                </a:lnTo>
                <a:lnTo>
                  <a:pt x="5057137" y="1523111"/>
                </a:lnTo>
                <a:lnTo>
                  <a:pt x="5034450" y="1526400"/>
                </a:lnTo>
                <a:lnTo>
                  <a:pt x="5011762" y="1523111"/>
                </a:lnTo>
                <a:lnTo>
                  <a:pt x="4989075" y="1513747"/>
                </a:lnTo>
                <a:lnTo>
                  <a:pt x="4966387" y="1499731"/>
                </a:lnTo>
                <a:lnTo>
                  <a:pt x="4943700" y="1483200"/>
                </a:lnTo>
                <a:lnTo>
                  <a:pt x="4943700" y="1483200"/>
                </a:lnTo>
                <a:lnTo>
                  <a:pt x="4921012" y="1499731"/>
                </a:lnTo>
                <a:lnTo>
                  <a:pt x="4898325" y="1513747"/>
                </a:lnTo>
                <a:lnTo>
                  <a:pt x="4875637" y="1523111"/>
                </a:lnTo>
                <a:lnTo>
                  <a:pt x="4852950" y="1526400"/>
                </a:lnTo>
                <a:lnTo>
                  <a:pt x="4830262" y="1523111"/>
                </a:lnTo>
                <a:lnTo>
                  <a:pt x="4807575" y="1513747"/>
                </a:lnTo>
                <a:lnTo>
                  <a:pt x="4784887" y="1499731"/>
                </a:lnTo>
                <a:lnTo>
                  <a:pt x="4762200" y="1483200"/>
                </a:lnTo>
                <a:lnTo>
                  <a:pt x="4762200" y="1483200"/>
                </a:lnTo>
                <a:lnTo>
                  <a:pt x="4739512" y="1499731"/>
                </a:lnTo>
                <a:lnTo>
                  <a:pt x="4716825" y="1513747"/>
                </a:lnTo>
                <a:lnTo>
                  <a:pt x="4694137" y="1523111"/>
                </a:lnTo>
                <a:lnTo>
                  <a:pt x="4671450" y="1526400"/>
                </a:lnTo>
                <a:lnTo>
                  <a:pt x="4648762" y="1523111"/>
                </a:lnTo>
                <a:lnTo>
                  <a:pt x="4626075" y="1513747"/>
                </a:lnTo>
                <a:lnTo>
                  <a:pt x="4603387" y="1499731"/>
                </a:lnTo>
                <a:lnTo>
                  <a:pt x="4580700" y="1483200"/>
                </a:lnTo>
                <a:lnTo>
                  <a:pt x="4580700" y="1483200"/>
                </a:lnTo>
                <a:lnTo>
                  <a:pt x="4558012" y="1499731"/>
                </a:lnTo>
                <a:lnTo>
                  <a:pt x="4535325" y="1513747"/>
                </a:lnTo>
                <a:lnTo>
                  <a:pt x="4512637" y="1523111"/>
                </a:lnTo>
                <a:lnTo>
                  <a:pt x="4489950" y="1526400"/>
                </a:lnTo>
                <a:lnTo>
                  <a:pt x="4467262" y="1523111"/>
                </a:lnTo>
                <a:lnTo>
                  <a:pt x="4444575" y="1513747"/>
                </a:lnTo>
                <a:lnTo>
                  <a:pt x="4421887" y="1499731"/>
                </a:lnTo>
                <a:lnTo>
                  <a:pt x="4399200" y="1483200"/>
                </a:lnTo>
                <a:lnTo>
                  <a:pt x="4399200" y="1483200"/>
                </a:lnTo>
                <a:lnTo>
                  <a:pt x="4376512" y="1499731"/>
                </a:lnTo>
                <a:lnTo>
                  <a:pt x="4353824" y="1513747"/>
                </a:lnTo>
                <a:lnTo>
                  <a:pt x="4331137" y="1523111"/>
                </a:lnTo>
                <a:lnTo>
                  <a:pt x="4308450" y="1526400"/>
                </a:lnTo>
                <a:lnTo>
                  <a:pt x="4285762" y="1523111"/>
                </a:lnTo>
                <a:lnTo>
                  <a:pt x="4263075" y="1513747"/>
                </a:lnTo>
                <a:lnTo>
                  <a:pt x="4240387" y="1499731"/>
                </a:lnTo>
                <a:lnTo>
                  <a:pt x="4217699" y="1483200"/>
                </a:lnTo>
                <a:lnTo>
                  <a:pt x="4217699" y="1483200"/>
                </a:lnTo>
                <a:lnTo>
                  <a:pt x="4195012" y="1499731"/>
                </a:lnTo>
                <a:lnTo>
                  <a:pt x="4172325" y="1513747"/>
                </a:lnTo>
                <a:lnTo>
                  <a:pt x="4149637" y="1523111"/>
                </a:lnTo>
                <a:lnTo>
                  <a:pt x="4126950" y="1526400"/>
                </a:lnTo>
                <a:lnTo>
                  <a:pt x="4104262" y="1523111"/>
                </a:lnTo>
                <a:lnTo>
                  <a:pt x="4081574" y="1513747"/>
                </a:lnTo>
                <a:lnTo>
                  <a:pt x="4058887" y="1499731"/>
                </a:lnTo>
                <a:lnTo>
                  <a:pt x="4036200" y="1483200"/>
                </a:lnTo>
                <a:lnTo>
                  <a:pt x="4036200" y="1483200"/>
                </a:lnTo>
                <a:lnTo>
                  <a:pt x="4013512" y="1499731"/>
                </a:lnTo>
                <a:lnTo>
                  <a:pt x="3990825" y="1513747"/>
                </a:lnTo>
                <a:lnTo>
                  <a:pt x="3968137" y="1523111"/>
                </a:lnTo>
                <a:lnTo>
                  <a:pt x="3945449" y="1526400"/>
                </a:lnTo>
                <a:lnTo>
                  <a:pt x="3922762" y="1523111"/>
                </a:lnTo>
                <a:lnTo>
                  <a:pt x="3900075" y="1513747"/>
                </a:lnTo>
                <a:lnTo>
                  <a:pt x="3877387" y="1499731"/>
                </a:lnTo>
                <a:lnTo>
                  <a:pt x="3854700" y="1483200"/>
                </a:lnTo>
                <a:lnTo>
                  <a:pt x="3854700" y="1483200"/>
                </a:lnTo>
                <a:lnTo>
                  <a:pt x="3832012" y="1499731"/>
                </a:lnTo>
                <a:lnTo>
                  <a:pt x="3809324" y="1513747"/>
                </a:lnTo>
                <a:lnTo>
                  <a:pt x="3786637" y="1523111"/>
                </a:lnTo>
                <a:lnTo>
                  <a:pt x="3763950" y="1526400"/>
                </a:lnTo>
                <a:lnTo>
                  <a:pt x="3741262" y="1523111"/>
                </a:lnTo>
                <a:lnTo>
                  <a:pt x="3718575" y="1513747"/>
                </a:lnTo>
                <a:lnTo>
                  <a:pt x="3695887" y="1499731"/>
                </a:lnTo>
                <a:lnTo>
                  <a:pt x="3673199" y="1483200"/>
                </a:lnTo>
                <a:lnTo>
                  <a:pt x="3673199" y="1483200"/>
                </a:lnTo>
                <a:lnTo>
                  <a:pt x="3650512" y="1499731"/>
                </a:lnTo>
                <a:lnTo>
                  <a:pt x="3627825" y="1513747"/>
                </a:lnTo>
                <a:lnTo>
                  <a:pt x="3605137" y="1523111"/>
                </a:lnTo>
                <a:lnTo>
                  <a:pt x="3582450" y="1526400"/>
                </a:lnTo>
                <a:lnTo>
                  <a:pt x="3559762" y="1523111"/>
                </a:lnTo>
                <a:lnTo>
                  <a:pt x="3537074" y="1513747"/>
                </a:lnTo>
                <a:lnTo>
                  <a:pt x="3514387" y="1499731"/>
                </a:lnTo>
                <a:lnTo>
                  <a:pt x="3491700" y="1483200"/>
                </a:lnTo>
                <a:lnTo>
                  <a:pt x="3491700" y="1483200"/>
                </a:lnTo>
                <a:lnTo>
                  <a:pt x="3469012" y="1499731"/>
                </a:lnTo>
                <a:lnTo>
                  <a:pt x="3446325" y="1513747"/>
                </a:lnTo>
                <a:lnTo>
                  <a:pt x="3423637" y="1523111"/>
                </a:lnTo>
                <a:lnTo>
                  <a:pt x="3400949" y="1526400"/>
                </a:lnTo>
                <a:lnTo>
                  <a:pt x="3378262" y="1523111"/>
                </a:lnTo>
                <a:lnTo>
                  <a:pt x="3355575" y="1513747"/>
                </a:lnTo>
                <a:lnTo>
                  <a:pt x="3332887" y="1499731"/>
                </a:lnTo>
                <a:lnTo>
                  <a:pt x="3310200" y="1483200"/>
                </a:lnTo>
                <a:lnTo>
                  <a:pt x="3310200" y="1483200"/>
                </a:lnTo>
                <a:lnTo>
                  <a:pt x="3287512" y="1499731"/>
                </a:lnTo>
                <a:lnTo>
                  <a:pt x="3264824" y="1513747"/>
                </a:lnTo>
                <a:lnTo>
                  <a:pt x="3242137" y="1523111"/>
                </a:lnTo>
                <a:lnTo>
                  <a:pt x="3219450" y="1526400"/>
                </a:lnTo>
                <a:lnTo>
                  <a:pt x="3196762" y="1523111"/>
                </a:lnTo>
                <a:lnTo>
                  <a:pt x="3174075" y="1513747"/>
                </a:lnTo>
                <a:lnTo>
                  <a:pt x="3151387" y="1499731"/>
                </a:lnTo>
                <a:lnTo>
                  <a:pt x="3128699" y="1483200"/>
                </a:lnTo>
                <a:lnTo>
                  <a:pt x="3128699" y="1483200"/>
                </a:lnTo>
                <a:lnTo>
                  <a:pt x="3106012" y="1499731"/>
                </a:lnTo>
                <a:lnTo>
                  <a:pt x="3083325" y="1513747"/>
                </a:lnTo>
                <a:lnTo>
                  <a:pt x="3060637" y="1523111"/>
                </a:lnTo>
                <a:lnTo>
                  <a:pt x="3037950" y="1526400"/>
                </a:lnTo>
                <a:lnTo>
                  <a:pt x="3015262" y="1523111"/>
                </a:lnTo>
                <a:lnTo>
                  <a:pt x="2992574" y="1513747"/>
                </a:lnTo>
                <a:lnTo>
                  <a:pt x="2969887" y="1499731"/>
                </a:lnTo>
                <a:lnTo>
                  <a:pt x="2947200" y="1483200"/>
                </a:lnTo>
                <a:lnTo>
                  <a:pt x="2947200" y="1483200"/>
                </a:lnTo>
                <a:lnTo>
                  <a:pt x="2924512" y="1499731"/>
                </a:lnTo>
                <a:lnTo>
                  <a:pt x="2901825" y="1513747"/>
                </a:lnTo>
                <a:lnTo>
                  <a:pt x="2879137" y="1523111"/>
                </a:lnTo>
                <a:lnTo>
                  <a:pt x="2856449" y="1526400"/>
                </a:lnTo>
                <a:lnTo>
                  <a:pt x="2833762" y="1523111"/>
                </a:lnTo>
                <a:lnTo>
                  <a:pt x="2811075" y="1513747"/>
                </a:lnTo>
                <a:lnTo>
                  <a:pt x="2788387" y="1499731"/>
                </a:lnTo>
                <a:lnTo>
                  <a:pt x="2765700" y="1483200"/>
                </a:lnTo>
                <a:lnTo>
                  <a:pt x="2765700" y="1483200"/>
                </a:lnTo>
                <a:lnTo>
                  <a:pt x="2743012" y="1499731"/>
                </a:lnTo>
                <a:lnTo>
                  <a:pt x="2720324" y="1513747"/>
                </a:lnTo>
                <a:lnTo>
                  <a:pt x="2697637" y="1523111"/>
                </a:lnTo>
                <a:lnTo>
                  <a:pt x="2674950" y="1526400"/>
                </a:lnTo>
                <a:lnTo>
                  <a:pt x="2652262" y="1523111"/>
                </a:lnTo>
                <a:lnTo>
                  <a:pt x="2629575" y="1513747"/>
                </a:lnTo>
                <a:lnTo>
                  <a:pt x="2606887" y="1499731"/>
                </a:lnTo>
                <a:lnTo>
                  <a:pt x="2584199" y="1483200"/>
                </a:lnTo>
                <a:lnTo>
                  <a:pt x="2584199" y="1483200"/>
                </a:lnTo>
                <a:lnTo>
                  <a:pt x="2561512" y="1499731"/>
                </a:lnTo>
                <a:lnTo>
                  <a:pt x="2538825" y="1513747"/>
                </a:lnTo>
                <a:lnTo>
                  <a:pt x="2516137" y="1523111"/>
                </a:lnTo>
                <a:lnTo>
                  <a:pt x="2493450" y="1526400"/>
                </a:lnTo>
                <a:lnTo>
                  <a:pt x="2470762" y="1523111"/>
                </a:lnTo>
                <a:lnTo>
                  <a:pt x="2448074" y="1513747"/>
                </a:lnTo>
                <a:lnTo>
                  <a:pt x="2425387" y="1499731"/>
                </a:lnTo>
                <a:lnTo>
                  <a:pt x="2402700" y="1483200"/>
                </a:lnTo>
                <a:lnTo>
                  <a:pt x="2402700" y="1483200"/>
                </a:lnTo>
                <a:lnTo>
                  <a:pt x="2380012" y="1499731"/>
                </a:lnTo>
                <a:lnTo>
                  <a:pt x="2357325" y="1513747"/>
                </a:lnTo>
                <a:lnTo>
                  <a:pt x="2334637" y="1523111"/>
                </a:lnTo>
                <a:lnTo>
                  <a:pt x="2311949" y="1526400"/>
                </a:lnTo>
                <a:lnTo>
                  <a:pt x="2289262" y="1523111"/>
                </a:lnTo>
                <a:lnTo>
                  <a:pt x="2266575" y="1513747"/>
                </a:lnTo>
                <a:lnTo>
                  <a:pt x="2243887" y="1499731"/>
                </a:lnTo>
                <a:lnTo>
                  <a:pt x="2221200" y="1483200"/>
                </a:lnTo>
                <a:lnTo>
                  <a:pt x="2221200" y="1483200"/>
                </a:lnTo>
                <a:lnTo>
                  <a:pt x="2198512" y="1499731"/>
                </a:lnTo>
                <a:lnTo>
                  <a:pt x="2175824" y="1513747"/>
                </a:lnTo>
                <a:lnTo>
                  <a:pt x="2153137" y="1523111"/>
                </a:lnTo>
                <a:lnTo>
                  <a:pt x="2130450" y="1526400"/>
                </a:lnTo>
                <a:lnTo>
                  <a:pt x="2107762" y="1523111"/>
                </a:lnTo>
                <a:lnTo>
                  <a:pt x="2085075" y="1513747"/>
                </a:lnTo>
                <a:lnTo>
                  <a:pt x="2062387" y="1499731"/>
                </a:lnTo>
                <a:lnTo>
                  <a:pt x="2039699" y="1483200"/>
                </a:lnTo>
                <a:lnTo>
                  <a:pt x="2039699" y="1483200"/>
                </a:lnTo>
                <a:lnTo>
                  <a:pt x="2017012" y="1499731"/>
                </a:lnTo>
                <a:lnTo>
                  <a:pt x="1994325" y="1513747"/>
                </a:lnTo>
                <a:lnTo>
                  <a:pt x="1971637" y="1523111"/>
                </a:lnTo>
                <a:lnTo>
                  <a:pt x="1948950" y="1526400"/>
                </a:lnTo>
                <a:lnTo>
                  <a:pt x="1926262" y="1523111"/>
                </a:lnTo>
                <a:lnTo>
                  <a:pt x="1903574" y="1513747"/>
                </a:lnTo>
                <a:lnTo>
                  <a:pt x="1880887" y="1499731"/>
                </a:lnTo>
                <a:lnTo>
                  <a:pt x="1858200" y="1483200"/>
                </a:lnTo>
                <a:lnTo>
                  <a:pt x="1858200" y="1483200"/>
                </a:lnTo>
                <a:lnTo>
                  <a:pt x="1835512" y="1499731"/>
                </a:lnTo>
                <a:lnTo>
                  <a:pt x="1812825" y="1513747"/>
                </a:lnTo>
                <a:lnTo>
                  <a:pt x="1790137" y="1523111"/>
                </a:lnTo>
                <a:lnTo>
                  <a:pt x="1767449" y="1526400"/>
                </a:lnTo>
                <a:lnTo>
                  <a:pt x="1744762" y="1523111"/>
                </a:lnTo>
                <a:lnTo>
                  <a:pt x="1722075" y="1513747"/>
                </a:lnTo>
                <a:lnTo>
                  <a:pt x="1699387" y="1499731"/>
                </a:lnTo>
                <a:lnTo>
                  <a:pt x="1676700" y="1483200"/>
                </a:lnTo>
                <a:lnTo>
                  <a:pt x="1676700" y="1483200"/>
                </a:lnTo>
                <a:lnTo>
                  <a:pt x="1654012" y="1499731"/>
                </a:lnTo>
                <a:lnTo>
                  <a:pt x="1631324" y="1513747"/>
                </a:lnTo>
                <a:lnTo>
                  <a:pt x="1608637" y="1523111"/>
                </a:lnTo>
                <a:lnTo>
                  <a:pt x="1585950" y="1526400"/>
                </a:lnTo>
                <a:lnTo>
                  <a:pt x="1563262" y="1523111"/>
                </a:lnTo>
                <a:lnTo>
                  <a:pt x="1540575" y="1513747"/>
                </a:lnTo>
                <a:lnTo>
                  <a:pt x="1517887" y="1499731"/>
                </a:lnTo>
                <a:lnTo>
                  <a:pt x="1495199" y="1483200"/>
                </a:lnTo>
                <a:lnTo>
                  <a:pt x="1495199" y="1483200"/>
                </a:lnTo>
                <a:lnTo>
                  <a:pt x="1472512" y="1499731"/>
                </a:lnTo>
                <a:lnTo>
                  <a:pt x="1449825" y="1513747"/>
                </a:lnTo>
                <a:lnTo>
                  <a:pt x="1427137" y="1523111"/>
                </a:lnTo>
                <a:lnTo>
                  <a:pt x="1404450" y="1526400"/>
                </a:lnTo>
                <a:lnTo>
                  <a:pt x="1381762" y="1523111"/>
                </a:lnTo>
                <a:lnTo>
                  <a:pt x="1359074" y="1513747"/>
                </a:lnTo>
                <a:lnTo>
                  <a:pt x="1336387" y="1499731"/>
                </a:lnTo>
                <a:lnTo>
                  <a:pt x="1313700" y="1483200"/>
                </a:lnTo>
                <a:lnTo>
                  <a:pt x="1313700" y="1483200"/>
                </a:lnTo>
                <a:lnTo>
                  <a:pt x="1291012" y="1499731"/>
                </a:lnTo>
                <a:lnTo>
                  <a:pt x="1268325" y="1513747"/>
                </a:lnTo>
                <a:lnTo>
                  <a:pt x="1245637" y="1523111"/>
                </a:lnTo>
                <a:lnTo>
                  <a:pt x="1222949" y="1526400"/>
                </a:lnTo>
                <a:lnTo>
                  <a:pt x="1200262" y="1523111"/>
                </a:lnTo>
                <a:lnTo>
                  <a:pt x="1177575" y="1513747"/>
                </a:lnTo>
                <a:lnTo>
                  <a:pt x="1154887" y="1499731"/>
                </a:lnTo>
                <a:lnTo>
                  <a:pt x="1132200" y="1483200"/>
                </a:lnTo>
                <a:lnTo>
                  <a:pt x="1132200" y="1483200"/>
                </a:lnTo>
                <a:lnTo>
                  <a:pt x="1109512" y="1499731"/>
                </a:lnTo>
                <a:lnTo>
                  <a:pt x="1086824" y="1513747"/>
                </a:lnTo>
                <a:lnTo>
                  <a:pt x="1064137" y="1523111"/>
                </a:lnTo>
                <a:lnTo>
                  <a:pt x="1041450" y="1526400"/>
                </a:lnTo>
                <a:lnTo>
                  <a:pt x="1018762" y="1523111"/>
                </a:lnTo>
                <a:lnTo>
                  <a:pt x="996075" y="1513747"/>
                </a:lnTo>
                <a:lnTo>
                  <a:pt x="973387" y="1499731"/>
                </a:lnTo>
                <a:lnTo>
                  <a:pt x="950699" y="1483200"/>
                </a:lnTo>
                <a:lnTo>
                  <a:pt x="950699" y="1483200"/>
                </a:lnTo>
                <a:lnTo>
                  <a:pt x="928012" y="1499731"/>
                </a:lnTo>
                <a:lnTo>
                  <a:pt x="905325" y="1513747"/>
                </a:lnTo>
                <a:lnTo>
                  <a:pt x="882637" y="1523111"/>
                </a:lnTo>
                <a:lnTo>
                  <a:pt x="859950" y="1526400"/>
                </a:lnTo>
                <a:lnTo>
                  <a:pt x="837262" y="1523111"/>
                </a:lnTo>
                <a:lnTo>
                  <a:pt x="814574" y="1513747"/>
                </a:lnTo>
                <a:lnTo>
                  <a:pt x="791887" y="1499731"/>
                </a:lnTo>
                <a:lnTo>
                  <a:pt x="769200" y="1483200"/>
                </a:lnTo>
                <a:lnTo>
                  <a:pt x="769200" y="1483200"/>
                </a:lnTo>
                <a:lnTo>
                  <a:pt x="746512" y="1499731"/>
                </a:lnTo>
                <a:lnTo>
                  <a:pt x="723825" y="1513747"/>
                </a:lnTo>
                <a:lnTo>
                  <a:pt x="701137" y="1523111"/>
                </a:lnTo>
                <a:lnTo>
                  <a:pt x="678449" y="1526400"/>
                </a:lnTo>
                <a:lnTo>
                  <a:pt x="655762" y="1523111"/>
                </a:lnTo>
                <a:lnTo>
                  <a:pt x="633075" y="1513747"/>
                </a:lnTo>
                <a:lnTo>
                  <a:pt x="610387" y="1499731"/>
                </a:lnTo>
                <a:lnTo>
                  <a:pt x="587700" y="1483200"/>
                </a:lnTo>
                <a:lnTo>
                  <a:pt x="587700" y="1483200"/>
                </a:lnTo>
                <a:lnTo>
                  <a:pt x="565012" y="1499731"/>
                </a:lnTo>
                <a:lnTo>
                  <a:pt x="542324" y="1513747"/>
                </a:lnTo>
                <a:lnTo>
                  <a:pt x="519637" y="1523111"/>
                </a:lnTo>
                <a:lnTo>
                  <a:pt x="496950" y="1526400"/>
                </a:lnTo>
                <a:lnTo>
                  <a:pt x="474262" y="1523111"/>
                </a:lnTo>
                <a:lnTo>
                  <a:pt x="451575" y="1513747"/>
                </a:lnTo>
                <a:lnTo>
                  <a:pt x="428887" y="1499731"/>
                </a:lnTo>
                <a:lnTo>
                  <a:pt x="406199" y="1483200"/>
                </a:lnTo>
                <a:lnTo>
                  <a:pt x="406199" y="1483200"/>
                </a:lnTo>
                <a:lnTo>
                  <a:pt x="383512" y="1499731"/>
                </a:lnTo>
                <a:lnTo>
                  <a:pt x="360825" y="1513747"/>
                </a:lnTo>
                <a:lnTo>
                  <a:pt x="338137" y="1523111"/>
                </a:lnTo>
                <a:lnTo>
                  <a:pt x="315450" y="1526400"/>
                </a:lnTo>
                <a:lnTo>
                  <a:pt x="292762" y="1523111"/>
                </a:lnTo>
                <a:lnTo>
                  <a:pt x="270074" y="1513747"/>
                </a:lnTo>
                <a:lnTo>
                  <a:pt x="247387" y="1499731"/>
                </a:lnTo>
                <a:lnTo>
                  <a:pt x="224700" y="1483200"/>
                </a:lnTo>
                <a:lnTo>
                  <a:pt x="224700" y="1483200"/>
                </a:lnTo>
                <a:lnTo>
                  <a:pt x="202012" y="1499731"/>
                </a:lnTo>
                <a:lnTo>
                  <a:pt x="179325" y="1513747"/>
                </a:lnTo>
                <a:lnTo>
                  <a:pt x="156637" y="1523111"/>
                </a:lnTo>
                <a:lnTo>
                  <a:pt x="133949" y="1526400"/>
                </a:lnTo>
                <a:lnTo>
                  <a:pt x="111262" y="1523111"/>
                </a:lnTo>
                <a:lnTo>
                  <a:pt x="88575" y="1513747"/>
                </a:lnTo>
                <a:lnTo>
                  <a:pt x="65887" y="1499731"/>
                </a:lnTo>
                <a:lnTo>
                  <a:pt x="43200" y="1483200"/>
                </a:lnTo>
                <a:lnTo>
                  <a:pt x="43200" y="1483200"/>
                </a:lnTo>
                <a:lnTo>
                  <a:pt x="26668" y="1460700"/>
                </a:lnTo>
                <a:lnTo>
                  <a:pt x="12652" y="1438200"/>
                </a:lnTo>
                <a:lnTo>
                  <a:pt x="3288" y="1415700"/>
                </a:lnTo>
                <a:lnTo>
                  <a:pt x="0" y="1393200"/>
                </a:lnTo>
                <a:lnTo>
                  <a:pt x="3288" y="1370700"/>
                </a:lnTo>
                <a:lnTo>
                  <a:pt x="12652" y="1348200"/>
                </a:lnTo>
                <a:lnTo>
                  <a:pt x="26668" y="1325700"/>
                </a:lnTo>
                <a:lnTo>
                  <a:pt x="43200" y="1303200"/>
                </a:lnTo>
                <a:lnTo>
                  <a:pt x="43200" y="1303200"/>
                </a:lnTo>
                <a:lnTo>
                  <a:pt x="26668" y="1280700"/>
                </a:lnTo>
                <a:lnTo>
                  <a:pt x="12652" y="1258200"/>
                </a:lnTo>
                <a:lnTo>
                  <a:pt x="3288" y="1235700"/>
                </a:lnTo>
                <a:lnTo>
                  <a:pt x="0" y="1213200"/>
                </a:lnTo>
                <a:lnTo>
                  <a:pt x="3288" y="1190700"/>
                </a:lnTo>
                <a:lnTo>
                  <a:pt x="12652" y="1168200"/>
                </a:lnTo>
                <a:lnTo>
                  <a:pt x="26668" y="1145700"/>
                </a:lnTo>
                <a:lnTo>
                  <a:pt x="43200" y="1123200"/>
                </a:lnTo>
                <a:lnTo>
                  <a:pt x="43200" y="1123200"/>
                </a:lnTo>
                <a:lnTo>
                  <a:pt x="26668" y="1100700"/>
                </a:lnTo>
                <a:lnTo>
                  <a:pt x="12652" y="1078200"/>
                </a:lnTo>
                <a:lnTo>
                  <a:pt x="3288" y="1055700"/>
                </a:lnTo>
                <a:lnTo>
                  <a:pt x="0" y="1033200"/>
                </a:lnTo>
                <a:lnTo>
                  <a:pt x="3288" y="1010700"/>
                </a:lnTo>
                <a:lnTo>
                  <a:pt x="12652" y="988200"/>
                </a:lnTo>
                <a:lnTo>
                  <a:pt x="26668" y="965700"/>
                </a:lnTo>
                <a:lnTo>
                  <a:pt x="43200" y="943200"/>
                </a:lnTo>
                <a:lnTo>
                  <a:pt x="43200" y="943200"/>
                </a:lnTo>
                <a:lnTo>
                  <a:pt x="26668" y="920700"/>
                </a:lnTo>
                <a:lnTo>
                  <a:pt x="12652" y="898200"/>
                </a:lnTo>
                <a:lnTo>
                  <a:pt x="3288" y="875700"/>
                </a:lnTo>
                <a:lnTo>
                  <a:pt x="0" y="853200"/>
                </a:lnTo>
                <a:lnTo>
                  <a:pt x="3288" y="830700"/>
                </a:lnTo>
                <a:lnTo>
                  <a:pt x="12652" y="808200"/>
                </a:lnTo>
                <a:lnTo>
                  <a:pt x="26668" y="785700"/>
                </a:lnTo>
                <a:lnTo>
                  <a:pt x="43200" y="763200"/>
                </a:lnTo>
                <a:lnTo>
                  <a:pt x="43200" y="763200"/>
                </a:lnTo>
                <a:lnTo>
                  <a:pt x="26668" y="740700"/>
                </a:lnTo>
                <a:lnTo>
                  <a:pt x="12652" y="718200"/>
                </a:lnTo>
                <a:lnTo>
                  <a:pt x="3288" y="695700"/>
                </a:lnTo>
                <a:lnTo>
                  <a:pt x="0" y="673200"/>
                </a:lnTo>
                <a:lnTo>
                  <a:pt x="3288" y="650700"/>
                </a:lnTo>
                <a:lnTo>
                  <a:pt x="12652" y="628200"/>
                </a:lnTo>
                <a:lnTo>
                  <a:pt x="26668" y="605700"/>
                </a:lnTo>
                <a:lnTo>
                  <a:pt x="43200" y="583200"/>
                </a:lnTo>
                <a:lnTo>
                  <a:pt x="43200" y="583200"/>
                </a:lnTo>
                <a:lnTo>
                  <a:pt x="26668" y="560700"/>
                </a:lnTo>
                <a:lnTo>
                  <a:pt x="12652" y="538200"/>
                </a:lnTo>
                <a:lnTo>
                  <a:pt x="3288" y="515700"/>
                </a:lnTo>
                <a:lnTo>
                  <a:pt x="0" y="493200"/>
                </a:lnTo>
                <a:lnTo>
                  <a:pt x="3288" y="470700"/>
                </a:lnTo>
                <a:lnTo>
                  <a:pt x="12652" y="448200"/>
                </a:lnTo>
                <a:lnTo>
                  <a:pt x="26668" y="425700"/>
                </a:lnTo>
                <a:lnTo>
                  <a:pt x="43200" y="403200"/>
                </a:lnTo>
                <a:lnTo>
                  <a:pt x="43200" y="403200"/>
                </a:lnTo>
                <a:lnTo>
                  <a:pt x="26668" y="380700"/>
                </a:lnTo>
                <a:lnTo>
                  <a:pt x="12652" y="358200"/>
                </a:lnTo>
                <a:lnTo>
                  <a:pt x="3288" y="335700"/>
                </a:lnTo>
                <a:lnTo>
                  <a:pt x="0" y="313200"/>
                </a:lnTo>
                <a:lnTo>
                  <a:pt x="3288" y="290700"/>
                </a:lnTo>
                <a:lnTo>
                  <a:pt x="12652" y="268200"/>
                </a:lnTo>
                <a:lnTo>
                  <a:pt x="26668" y="245700"/>
                </a:lnTo>
                <a:lnTo>
                  <a:pt x="43200" y="223200"/>
                </a:lnTo>
                <a:lnTo>
                  <a:pt x="43200" y="223200"/>
                </a:lnTo>
                <a:lnTo>
                  <a:pt x="26668" y="200700"/>
                </a:lnTo>
                <a:lnTo>
                  <a:pt x="12652" y="178200"/>
                </a:lnTo>
                <a:lnTo>
                  <a:pt x="3288" y="155700"/>
                </a:lnTo>
                <a:lnTo>
                  <a:pt x="0" y="133200"/>
                </a:lnTo>
                <a:lnTo>
                  <a:pt x="3288" y="110700"/>
                </a:lnTo>
                <a:lnTo>
                  <a:pt x="12652" y="88200"/>
                </a:lnTo>
                <a:lnTo>
                  <a:pt x="26668" y="65700"/>
                </a:lnTo>
                <a:lnTo>
                  <a:pt x="43200" y="43200"/>
                </a:lnTo>
                <a:close/>
              </a:path>
            </a:pathLst>
          </a:custGeom>
          <a:noFill/>
          <a:ln w="7620">
            <a:solidFill>
              <a:srgbClr val="A4433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68000" y="7272000"/>
            <a:ext cx="8496000" cy="12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  <a:r>
              <a:t>TBC #16 / #26 — reinforcement, pivot housing and substrate shown diagrammatically. No anchor size or structural capacity specified. Head detail coordinates with AP-16 / AP-17.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Glazed entrance / jamb and pivot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AP-16 · horizontal joint chain and operation envelope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540000" y="9792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540000" y="10008000"/>
            <a:ext cx="7128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FOR COORDINATION  ·  SITE ITEMS OPEN  ·  REV B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06 OCT 2026  /  SOURCE REV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4000" y="10008000"/>
            <a:ext cx="522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1:5 @ A3  ·  DIMENSIONS mm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SPEC SNAPSHOT eeccbde1cd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92000" y="10008000"/>
            <a:ext cx="1152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AP-16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548000" y="2052000"/>
            <a:ext cx="0" cy="7308000"/>
          </a:xfrm>
          <a:prstGeom prst="line">
            <a:avLst/>
          </a:prstGeom>
          <a:ln w="7620">
            <a:solidFill>
              <a:srgbClr val="E8E1D5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10908000" y="2088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WIDTH CHAIN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08000" y="2448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4 + 488 + 4 + 1000 + 4 = 1500. Nominal gaps are design allowances, not approved glass fabrication dimensions.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08000" y="3852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PIVOT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08000" y="4212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100 from right door edge, viewed externally. Inward opening. Long-side sweep radius 900; short tail radius 100.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08000" y="5616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SEALS / EDGES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08000" y="5976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Compatible removable gaskets, setting blocks and edge protection. Seal thickness and compression to glazier details #16.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08000" y="7380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COORDINATION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08000" y="7740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Confirm effective clear opening, short-tail sweep, handles and stops. 1000 leaf width does not certify a 1000 clear escape opening.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4000" y="4089600"/>
            <a:ext cx="3513600" cy="86400"/>
          </a:xfrm>
          <a:prstGeom prst="rect">
            <a:avLst/>
          </a:prstGeom>
          <a:noFill/>
          <a:ln w="8890">
            <a:solidFill>
              <a:srgbClr val="46697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06400" y="4089600"/>
            <a:ext cx="1296000" cy="86400"/>
          </a:xfrm>
          <a:prstGeom prst="rect">
            <a:avLst/>
          </a:prstGeom>
          <a:noFill/>
          <a:ln w="8890">
            <a:solidFill>
              <a:srgbClr val="46697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V="1">
            <a:off x="864000" y="3729600"/>
            <a:ext cx="0" cy="360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 flipV="1">
            <a:off x="4377600" y="3729600"/>
            <a:ext cx="0" cy="360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864000" y="3729600"/>
            <a:ext cx="35136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 flipV="1">
            <a:off x="828000" y="36936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 flipV="1">
            <a:off x="4341600" y="36936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2080800" y="35496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488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377600" y="4176000"/>
            <a:ext cx="0" cy="360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>
            <a:off x="4406400" y="4176000"/>
            <a:ext cx="0" cy="360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4377600" y="4536000"/>
            <a:ext cx="288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 flipV="1">
            <a:off x="4341600" y="450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 flipV="1">
            <a:off x="4370400" y="450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3" name="TextBox 32"/>
          <p:cNvSpPr txBox="1"/>
          <p:nvPr/>
        </p:nvSpPr>
        <p:spPr>
          <a:xfrm>
            <a:off x="3852000" y="4356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 gap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4000" y="4896000"/>
            <a:ext cx="4860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252725"/>
                </a:solidFill>
                <a:latin typeface="Liberation Sans"/>
              </a:defRPr>
            </a:pPr>
            <a:r>
              <a:t>FIXED PANE → DOOR JUNCTION / PARTIAL LEAF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80000" y="7257600"/>
            <a:ext cx="1440000" cy="86400"/>
          </a:xfrm>
          <a:prstGeom prst="rect">
            <a:avLst/>
          </a:prstGeom>
          <a:noFill/>
          <a:ln w="8890">
            <a:solidFill>
              <a:srgbClr val="46697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 flipV="1">
            <a:off x="7200000" y="6984000"/>
            <a:ext cx="0" cy="684000"/>
          </a:xfrm>
          <a:prstGeom prst="line">
            <a:avLst/>
          </a:prstGeom>
          <a:ln w="12700">
            <a:solidFill>
              <a:srgbClr val="A44338"/>
            </a:solidFill>
            <a:prstDash val="dash"/>
          </a:ln>
          <a:effectLst/>
        </p:spPr>
      </p:cxnSp>
      <p:cxnSp>
        <p:nvCxnSpPr>
          <p:cNvPr id="37" name="Connector 36"/>
          <p:cNvCxnSpPr/>
          <p:nvPr/>
        </p:nvCxnSpPr>
        <p:spPr>
          <a:xfrm flipV="1">
            <a:off x="7200000" y="69336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8" name="Connector 37"/>
          <p:cNvCxnSpPr/>
          <p:nvPr/>
        </p:nvCxnSpPr>
        <p:spPr>
          <a:xfrm flipV="1">
            <a:off x="7920000" y="69336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" name="Connector 38"/>
          <p:cNvCxnSpPr/>
          <p:nvPr/>
        </p:nvCxnSpPr>
        <p:spPr>
          <a:xfrm>
            <a:off x="7200000" y="6933600"/>
            <a:ext cx="72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0" name="Connector 39"/>
          <p:cNvCxnSpPr/>
          <p:nvPr/>
        </p:nvCxnSpPr>
        <p:spPr>
          <a:xfrm flipV="1">
            <a:off x="7164000" y="68976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1" name="Connector 40"/>
          <p:cNvCxnSpPr/>
          <p:nvPr/>
        </p:nvCxnSpPr>
        <p:spPr>
          <a:xfrm flipV="1">
            <a:off x="7884000" y="68976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2" name="TextBox 41"/>
          <p:cNvSpPr txBox="1"/>
          <p:nvPr/>
        </p:nvSpPr>
        <p:spPr>
          <a:xfrm>
            <a:off x="7020000" y="67536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60000" y="8028000"/>
            <a:ext cx="3240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252725"/>
                </a:solidFill>
                <a:latin typeface="Liberation Sans"/>
              </a:defRPr>
            </a:pPr>
            <a:r>
              <a:t>PIVOT ZONE / RIGHT EDGE</a:t>
            </a:r>
          </a:p>
        </p:txBody>
      </p:sp>
      <p:sp>
        <p:nvSpPr>
          <p:cNvPr id="44" name="Freeform 43"/>
          <p:cNvSpPr/>
          <p:nvPr/>
        </p:nvSpPr>
        <p:spPr>
          <a:xfrm>
            <a:off x="820800" y="8272800"/>
            <a:ext cx="9230400" cy="986400"/>
          </a:xfrm>
          <a:custGeom>
            <a:avLst/>
            <a:gdLst/>
            <a:ahLst/>
            <a:cxnLst/>
            <a:rect l="l" t="t" r="r" b="b"/>
            <a:pathLst>
              <a:path w="9230400" h="986400">
                <a:moveTo>
                  <a:pt x="43200" y="43200"/>
                </a:moveTo>
                <a:lnTo>
                  <a:pt x="65611" y="26668"/>
                </a:lnTo>
                <a:lnTo>
                  <a:pt x="88023" y="12652"/>
                </a:lnTo>
                <a:lnTo>
                  <a:pt x="110435" y="3288"/>
                </a:lnTo>
                <a:lnTo>
                  <a:pt x="132847" y="0"/>
                </a:lnTo>
                <a:lnTo>
                  <a:pt x="155258" y="3288"/>
                </a:lnTo>
                <a:lnTo>
                  <a:pt x="177670" y="12652"/>
                </a:lnTo>
                <a:lnTo>
                  <a:pt x="200082" y="26668"/>
                </a:lnTo>
                <a:lnTo>
                  <a:pt x="222494" y="43200"/>
                </a:lnTo>
                <a:lnTo>
                  <a:pt x="222494" y="43200"/>
                </a:lnTo>
                <a:lnTo>
                  <a:pt x="244905" y="26668"/>
                </a:lnTo>
                <a:lnTo>
                  <a:pt x="267317" y="12652"/>
                </a:lnTo>
                <a:lnTo>
                  <a:pt x="289729" y="3288"/>
                </a:lnTo>
                <a:lnTo>
                  <a:pt x="312141" y="0"/>
                </a:lnTo>
                <a:lnTo>
                  <a:pt x="334552" y="3288"/>
                </a:lnTo>
                <a:lnTo>
                  <a:pt x="356964" y="12652"/>
                </a:lnTo>
                <a:lnTo>
                  <a:pt x="379376" y="26668"/>
                </a:lnTo>
                <a:lnTo>
                  <a:pt x="401788" y="43200"/>
                </a:lnTo>
                <a:lnTo>
                  <a:pt x="401788" y="43200"/>
                </a:lnTo>
                <a:lnTo>
                  <a:pt x="424199" y="26668"/>
                </a:lnTo>
                <a:lnTo>
                  <a:pt x="446611" y="12652"/>
                </a:lnTo>
                <a:lnTo>
                  <a:pt x="469023" y="3288"/>
                </a:lnTo>
                <a:lnTo>
                  <a:pt x="491435" y="0"/>
                </a:lnTo>
                <a:lnTo>
                  <a:pt x="513847" y="3288"/>
                </a:lnTo>
                <a:lnTo>
                  <a:pt x="536258" y="12652"/>
                </a:lnTo>
                <a:lnTo>
                  <a:pt x="558670" y="26668"/>
                </a:lnTo>
                <a:lnTo>
                  <a:pt x="581082" y="43200"/>
                </a:lnTo>
                <a:lnTo>
                  <a:pt x="581082" y="43200"/>
                </a:lnTo>
                <a:lnTo>
                  <a:pt x="603494" y="26668"/>
                </a:lnTo>
                <a:lnTo>
                  <a:pt x="625905" y="12652"/>
                </a:lnTo>
                <a:lnTo>
                  <a:pt x="648317" y="3288"/>
                </a:lnTo>
                <a:lnTo>
                  <a:pt x="670729" y="0"/>
                </a:lnTo>
                <a:lnTo>
                  <a:pt x="693141" y="3288"/>
                </a:lnTo>
                <a:lnTo>
                  <a:pt x="715552" y="12652"/>
                </a:lnTo>
                <a:lnTo>
                  <a:pt x="737964" y="26668"/>
                </a:lnTo>
                <a:lnTo>
                  <a:pt x="760376" y="43200"/>
                </a:lnTo>
                <a:lnTo>
                  <a:pt x="760376" y="43200"/>
                </a:lnTo>
                <a:lnTo>
                  <a:pt x="782788" y="26668"/>
                </a:lnTo>
                <a:lnTo>
                  <a:pt x="805200" y="12652"/>
                </a:lnTo>
                <a:lnTo>
                  <a:pt x="827611" y="3288"/>
                </a:lnTo>
                <a:lnTo>
                  <a:pt x="850023" y="0"/>
                </a:lnTo>
                <a:lnTo>
                  <a:pt x="872435" y="3288"/>
                </a:lnTo>
                <a:lnTo>
                  <a:pt x="894847" y="12652"/>
                </a:lnTo>
                <a:lnTo>
                  <a:pt x="917258" y="26668"/>
                </a:lnTo>
                <a:lnTo>
                  <a:pt x="939670" y="43200"/>
                </a:lnTo>
                <a:lnTo>
                  <a:pt x="939670" y="43200"/>
                </a:lnTo>
                <a:lnTo>
                  <a:pt x="962082" y="26668"/>
                </a:lnTo>
                <a:lnTo>
                  <a:pt x="984494" y="12652"/>
                </a:lnTo>
                <a:lnTo>
                  <a:pt x="1006905" y="3288"/>
                </a:lnTo>
                <a:lnTo>
                  <a:pt x="1029317" y="0"/>
                </a:lnTo>
                <a:lnTo>
                  <a:pt x="1051729" y="3288"/>
                </a:lnTo>
                <a:lnTo>
                  <a:pt x="1074141" y="12652"/>
                </a:lnTo>
                <a:lnTo>
                  <a:pt x="1096552" y="26668"/>
                </a:lnTo>
                <a:lnTo>
                  <a:pt x="1118964" y="43200"/>
                </a:lnTo>
                <a:lnTo>
                  <a:pt x="1118964" y="43200"/>
                </a:lnTo>
                <a:lnTo>
                  <a:pt x="1141376" y="26668"/>
                </a:lnTo>
                <a:lnTo>
                  <a:pt x="1163788" y="12652"/>
                </a:lnTo>
                <a:lnTo>
                  <a:pt x="1186200" y="3288"/>
                </a:lnTo>
                <a:lnTo>
                  <a:pt x="1208611" y="0"/>
                </a:lnTo>
                <a:lnTo>
                  <a:pt x="1231023" y="3288"/>
                </a:lnTo>
                <a:lnTo>
                  <a:pt x="1253435" y="12652"/>
                </a:lnTo>
                <a:lnTo>
                  <a:pt x="1275847" y="26668"/>
                </a:lnTo>
                <a:lnTo>
                  <a:pt x="1298258" y="43200"/>
                </a:lnTo>
                <a:lnTo>
                  <a:pt x="1298258" y="43200"/>
                </a:lnTo>
                <a:lnTo>
                  <a:pt x="1320670" y="26668"/>
                </a:lnTo>
                <a:lnTo>
                  <a:pt x="1343082" y="12652"/>
                </a:lnTo>
                <a:lnTo>
                  <a:pt x="1365494" y="3288"/>
                </a:lnTo>
                <a:lnTo>
                  <a:pt x="1387905" y="0"/>
                </a:lnTo>
                <a:lnTo>
                  <a:pt x="1410317" y="3288"/>
                </a:lnTo>
                <a:lnTo>
                  <a:pt x="1432729" y="12652"/>
                </a:lnTo>
                <a:lnTo>
                  <a:pt x="1455141" y="26668"/>
                </a:lnTo>
                <a:lnTo>
                  <a:pt x="1477552" y="43200"/>
                </a:lnTo>
                <a:lnTo>
                  <a:pt x="1477552" y="43200"/>
                </a:lnTo>
                <a:lnTo>
                  <a:pt x="1499964" y="26668"/>
                </a:lnTo>
                <a:lnTo>
                  <a:pt x="1522376" y="12652"/>
                </a:lnTo>
                <a:lnTo>
                  <a:pt x="1544788" y="3288"/>
                </a:lnTo>
                <a:lnTo>
                  <a:pt x="1567200" y="0"/>
                </a:lnTo>
                <a:lnTo>
                  <a:pt x="1589611" y="3288"/>
                </a:lnTo>
                <a:lnTo>
                  <a:pt x="1612023" y="12652"/>
                </a:lnTo>
                <a:lnTo>
                  <a:pt x="1634435" y="26668"/>
                </a:lnTo>
                <a:lnTo>
                  <a:pt x="1656847" y="43200"/>
                </a:lnTo>
                <a:lnTo>
                  <a:pt x="1656847" y="43200"/>
                </a:lnTo>
                <a:lnTo>
                  <a:pt x="1679258" y="26668"/>
                </a:lnTo>
                <a:lnTo>
                  <a:pt x="1701670" y="12652"/>
                </a:lnTo>
                <a:lnTo>
                  <a:pt x="1724082" y="3288"/>
                </a:lnTo>
                <a:lnTo>
                  <a:pt x="1746494" y="0"/>
                </a:lnTo>
                <a:lnTo>
                  <a:pt x="1768905" y="3288"/>
                </a:lnTo>
                <a:lnTo>
                  <a:pt x="1791317" y="12652"/>
                </a:lnTo>
                <a:lnTo>
                  <a:pt x="1813729" y="26668"/>
                </a:lnTo>
                <a:lnTo>
                  <a:pt x="1836141" y="43200"/>
                </a:lnTo>
                <a:lnTo>
                  <a:pt x="1836141" y="43200"/>
                </a:lnTo>
                <a:lnTo>
                  <a:pt x="1858552" y="26668"/>
                </a:lnTo>
                <a:lnTo>
                  <a:pt x="1880964" y="12652"/>
                </a:lnTo>
                <a:lnTo>
                  <a:pt x="1903376" y="3288"/>
                </a:lnTo>
                <a:lnTo>
                  <a:pt x="1925788" y="0"/>
                </a:lnTo>
                <a:lnTo>
                  <a:pt x="1948200" y="3288"/>
                </a:lnTo>
                <a:lnTo>
                  <a:pt x="1970611" y="12652"/>
                </a:lnTo>
                <a:lnTo>
                  <a:pt x="1993023" y="26668"/>
                </a:lnTo>
                <a:lnTo>
                  <a:pt x="2015435" y="43200"/>
                </a:lnTo>
                <a:lnTo>
                  <a:pt x="2015435" y="43200"/>
                </a:lnTo>
                <a:lnTo>
                  <a:pt x="2037847" y="26668"/>
                </a:lnTo>
                <a:lnTo>
                  <a:pt x="2060258" y="12652"/>
                </a:lnTo>
                <a:lnTo>
                  <a:pt x="2082670" y="3288"/>
                </a:lnTo>
                <a:lnTo>
                  <a:pt x="2105082" y="0"/>
                </a:lnTo>
                <a:lnTo>
                  <a:pt x="2127494" y="3288"/>
                </a:lnTo>
                <a:lnTo>
                  <a:pt x="2149905" y="12652"/>
                </a:lnTo>
                <a:lnTo>
                  <a:pt x="2172317" y="26668"/>
                </a:lnTo>
                <a:lnTo>
                  <a:pt x="2194729" y="43200"/>
                </a:lnTo>
                <a:lnTo>
                  <a:pt x="2194729" y="43200"/>
                </a:lnTo>
                <a:lnTo>
                  <a:pt x="2217141" y="26668"/>
                </a:lnTo>
                <a:lnTo>
                  <a:pt x="2239552" y="12652"/>
                </a:lnTo>
                <a:lnTo>
                  <a:pt x="2261964" y="3288"/>
                </a:lnTo>
                <a:lnTo>
                  <a:pt x="2284376" y="0"/>
                </a:lnTo>
                <a:lnTo>
                  <a:pt x="2306788" y="3288"/>
                </a:lnTo>
                <a:lnTo>
                  <a:pt x="2329200" y="12652"/>
                </a:lnTo>
                <a:lnTo>
                  <a:pt x="2351611" y="26668"/>
                </a:lnTo>
                <a:lnTo>
                  <a:pt x="2374023" y="43200"/>
                </a:lnTo>
                <a:lnTo>
                  <a:pt x="2374023" y="43200"/>
                </a:lnTo>
                <a:lnTo>
                  <a:pt x="2396435" y="26668"/>
                </a:lnTo>
                <a:lnTo>
                  <a:pt x="2418847" y="12652"/>
                </a:lnTo>
                <a:lnTo>
                  <a:pt x="2441258" y="3288"/>
                </a:lnTo>
                <a:lnTo>
                  <a:pt x="2463670" y="0"/>
                </a:lnTo>
                <a:lnTo>
                  <a:pt x="2486082" y="3288"/>
                </a:lnTo>
                <a:lnTo>
                  <a:pt x="2508494" y="12652"/>
                </a:lnTo>
                <a:lnTo>
                  <a:pt x="2530905" y="26668"/>
                </a:lnTo>
                <a:lnTo>
                  <a:pt x="2553317" y="43200"/>
                </a:lnTo>
                <a:lnTo>
                  <a:pt x="2553317" y="43200"/>
                </a:lnTo>
                <a:lnTo>
                  <a:pt x="2575729" y="26668"/>
                </a:lnTo>
                <a:lnTo>
                  <a:pt x="2598141" y="12652"/>
                </a:lnTo>
                <a:lnTo>
                  <a:pt x="2620552" y="3288"/>
                </a:lnTo>
                <a:lnTo>
                  <a:pt x="2642964" y="0"/>
                </a:lnTo>
                <a:lnTo>
                  <a:pt x="2665376" y="3288"/>
                </a:lnTo>
                <a:lnTo>
                  <a:pt x="2687788" y="12652"/>
                </a:lnTo>
                <a:lnTo>
                  <a:pt x="2710200" y="26668"/>
                </a:lnTo>
                <a:lnTo>
                  <a:pt x="2732611" y="43200"/>
                </a:lnTo>
                <a:lnTo>
                  <a:pt x="2732611" y="43200"/>
                </a:lnTo>
                <a:lnTo>
                  <a:pt x="2755023" y="26668"/>
                </a:lnTo>
                <a:lnTo>
                  <a:pt x="2777435" y="12652"/>
                </a:lnTo>
                <a:lnTo>
                  <a:pt x="2799847" y="3288"/>
                </a:lnTo>
                <a:lnTo>
                  <a:pt x="2822258" y="0"/>
                </a:lnTo>
                <a:lnTo>
                  <a:pt x="2844670" y="3288"/>
                </a:lnTo>
                <a:lnTo>
                  <a:pt x="2867082" y="12652"/>
                </a:lnTo>
                <a:lnTo>
                  <a:pt x="2889494" y="26668"/>
                </a:lnTo>
                <a:lnTo>
                  <a:pt x="2911905" y="43200"/>
                </a:lnTo>
                <a:lnTo>
                  <a:pt x="2911905" y="43200"/>
                </a:lnTo>
                <a:lnTo>
                  <a:pt x="2934317" y="26668"/>
                </a:lnTo>
                <a:lnTo>
                  <a:pt x="2956729" y="12652"/>
                </a:lnTo>
                <a:lnTo>
                  <a:pt x="2979141" y="3288"/>
                </a:lnTo>
                <a:lnTo>
                  <a:pt x="3001552" y="0"/>
                </a:lnTo>
                <a:lnTo>
                  <a:pt x="3023964" y="3288"/>
                </a:lnTo>
                <a:lnTo>
                  <a:pt x="3046376" y="12652"/>
                </a:lnTo>
                <a:lnTo>
                  <a:pt x="3068788" y="26668"/>
                </a:lnTo>
                <a:lnTo>
                  <a:pt x="3091199" y="43200"/>
                </a:lnTo>
                <a:lnTo>
                  <a:pt x="3091199" y="43200"/>
                </a:lnTo>
                <a:lnTo>
                  <a:pt x="3113611" y="26668"/>
                </a:lnTo>
                <a:lnTo>
                  <a:pt x="3136023" y="12652"/>
                </a:lnTo>
                <a:lnTo>
                  <a:pt x="3158435" y="3288"/>
                </a:lnTo>
                <a:lnTo>
                  <a:pt x="3180847" y="0"/>
                </a:lnTo>
                <a:lnTo>
                  <a:pt x="3203258" y="3288"/>
                </a:lnTo>
                <a:lnTo>
                  <a:pt x="3225670" y="12652"/>
                </a:lnTo>
                <a:lnTo>
                  <a:pt x="3248082" y="26668"/>
                </a:lnTo>
                <a:lnTo>
                  <a:pt x="3270494" y="43200"/>
                </a:lnTo>
                <a:lnTo>
                  <a:pt x="3270494" y="43200"/>
                </a:lnTo>
                <a:lnTo>
                  <a:pt x="3292905" y="26668"/>
                </a:lnTo>
                <a:lnTo>
                  <a:pt x="3315317" y="12652"/>
                </a:lnTo>
                <a:lnTo>
                  <a:pt x="3337729" y="3288"/>
                </a:lnTo>
                <a:lnTo>
                  <a:pt x="3360141" y="0"/>
                </a:lnTo>
                <a:lnTo>
                  <a:pt x="3382552" y="3288"/>
                </a:lnTo>
                <a:lnTo>
                  <a:pt x="3404964" y="12652"/>
                </a:lnTo>
                <a:lnTo>
                  <a:pt x="3427376" y="26668"/>
                </a:lnTo>
                <a:lnTo>
                  <a:pt x="3449788" y="43200"/>
                </a:lnTo>
                <a:lnTo>
                  <a:pt x="3449788" y="43200"/>
                </a:lnTo>
                <a:lnTo>
                  <a:pt x="3472200" y="26668"/>
                </a:lnTo>
                <a:lnTo>
                  <a:pt x="3494611" y="12652"/>
                </a:lnTo>
                <a:lnTo>
                  <a:pt x="3517023" y="3288"/>
                </a:lnTo>
                <a:lnTo>
                  <a:pt x="3539435" y="0"/>
                </a:lnTo>
                <a:lnTo>
                  <a:pt x="3561847" y="3288"/>
                </a:lnTo>
                <a:lnTo>
                  <a:pt x="3584258" y="12652"/>
                </a:lnTo>
                <a:lnTo>
                  <a:pt x="3606670" y="26668"/>
                </a:lnTo>
                <a:lnTo>
                  <a:pt x="3629082" y="43200"/>
                </a:lnTo>
                <a:lnTo>
                  <a:pt x="3629082" y="43200"/>
                </a:lnTo>
                <a:lnTo>
                  <a:pt x="3651494" y="26668"/>
                </a:lnTo>
                <a:lnTo>
                  <a:pt x="3673905" y="12652"/>
                </a:lnTo>
                <a:lnTo>
                  <a:pt x="3696317" y="3288"/>
                </a:lnTo>
                <a:lnTo>
                  <a:pt x="3718729" y="0"/>
                </a:lnTo>
                <a:lnTo>
                  <a:pt x="3741141" y="3288"/>
                </a:lnTo>
                <a:lnTo>
                  <a:pt x="3763552" y="12652"/>
                </a:lnTo>
                <a:lnTo>
                  <a:pt x="3785964" y="26668"/>
                </a:lnTo>
                <a:lnTo>
                  <a:pt x="3808376" y="43200"/>
                </a:lnTo>
                <a:lnTo>
                  <a:pt x="3808376" y="43200"/>
                </a:lnTo>
                <a:lnTo>
                  <a:pt x="3830788" y="26668"/>
                </a:lnTo>
                <a:lnTo>
                  <a:pt x="3853200" y="12652"/>
                </a:lnTo>
                <a:lnTo>
                  <a:pt x="3875611" y="3288"/>
                </a:lnTo>
                <a:lnTo>
                  <a:pt x="3898023" y="0"/>
                </a:lnTo>
                <a:lnTo>
                  <a:pt x="3920435" y="3288"/>
                </a:lnTo>
                <a:lnTo>
                  <a:pt x="3942847" y="12652"/>
                </a:lnTo>
                <a:lnTo>
                  <a:pt x="3965258" y="26668"/>
                </a:lnTo>
                <a:lnTo>
                  <a:pt x="3987670" y="43200"/>
                </a:lnTo>
                <a:lnTo>
                  <a:pt x="3987670" y="43200"/>
                </a:lnTo>
                <a:lnTo>
                  <a:pt x="4010082" y="26668"/>
                </a:lnTo>
                <a:lnTo>
                  <a:pt x="4032494" y="12652"/>
                </a:lnTo>
                <a:lnTo>
                  <a:pt x="4054905" y="3288"/>
                </a:lnTo>
                <a:lnTo>
                  <a:pt x="4077317" y="0"/>
                </a:lnTo>
                <a:lnTo>
                  <a:pt x="4099729" y="3288"/>
                </a:lnTo>
                <a:lnTo>
                  <a:pt x="4122141" y="12652"/>
                </a:lnTo>
                <a:lnTo>
                  <a:pt x="4144552" y="26668"/>
                </a:lnTo>
                <a:lnTo>
                  <a:pt x="4166964" y="43200"/>
                </a:lnTo>
                <a:lnTo>
                  <a:pt x="4166964" y="43200"/>
                </a:lnTo>
                <a:lnTo>
                  <a:pt x="4189376" y="26668"/>
                </a:lnTo>
                <a:lnTo>
                  <a:pt x="4211788" y="12652"/>
                </a:lnTo>
                <a:lnTo>
                  <a:pt x="4234200" y="3288"/>
                </a:lnTo>
                <a:lnTo>
                  <a:pt x="4256611" y="0"/>
                </a:lnTo>
                <a:lnTo>
                  <a:pt x="4279023" y="3288"/>
                </a:lnTo>
                <a:lnTo>
                  <a:pt x="4301435" y="12652"/>
                </a:lnTo>
                <a:lnTo>
                  <a:pt x="4323847" y="26668"/>
                </a:lnTo>
                <a:lnTo>
                  <a:pt x="4346258" y="43200"/>
                </a:lnTo>
                <a:lnTo>
                  <a:pt x="4346258" y="43200"/>
                </a:lnTo>
                <a:lnTo>
                  <a:pt x="4368670" y="26668"/>
                </a:lnTo>
                <a:lnTo>
                  <a:pt x="4391082" y="12652"/>
                </a:lnTo>
                <a:lnTo>
                  <a:pt x="4413494" y="3288"/>
                </a:lnTo>
                <a:lnTo>
                  <a:pt x="4435905" y="0"/>
                </a:lnTo>
                <a:lnTo>
                  <a:pt x="4458317" y="3288"/>
                </a:lnTo>
                <a:lnTo>
                  <a:pt x="4480729" y="12652"/>
                </a:lnTo>
                <a:lnTo>
                  <a:pt x="4503141" y="26668"/>
                </a:lnTo>
                <a:lnTo>
                  <a:pt x="4525552" y="43200"/>
                </a:lnTo>
                <a:lnTo>
                  <a:pt x="4525552" y="43200"/>
                </a:lnTo>
                <a:lnTo>
                  <a:pt x="4547964" y="26668"/>
                </a:lnTo>
                <a:lnTo>
                  <a:pt x="4570376" y="12652"/>
                </a:lnTo>
                <a:lnTo>
                  <a:pt x="4592788" y="3288"/>
                </a:lnTo>
                <a:lnTo>
                  <a:pt x="4615200" y="0"/>
                </a:lnTo>
                <a:lnTo>
                  <a:pt x="4637611" y="3288"/>
                </a:lnTo>
                <a:lnTo>
                  <a:pt x="4660023" y="12652"/>
                </a:lnTo>
                <a:lnTo>
                  <a:pt x="4682435" y="26668"/>
                </a:lnTo>
                <a:lnTo>
                  <a:pt x="4704847" y="43200"/>
                </a:lnTo>
                <a:lnTo>
                  <a:pt x="4704847" y="43200"/>
                </a:lnTo>
                <a:lnTo>
                  <a:pt x="4727258" y="26668"/>
                </a:lnTo>
                <a:lnTo>
                  <a:pt x="4749670" y="12652"/>
                </a:lnTo>
                <a:lnTo>
                  <a:pt x="4772082" y="3288"/>
                </a:lnTo>
                <a:lnTo>
                  <a:pt x="4794494" y="0"/>
                </a:lnTo>
                <a:lnTo>
                  <a:pt x="4816905" y="3288"/>
                </a:lnTo>
                <a:lnTo>
                  <a:pt x="4839317" y="12652"/>
                </a:lnTo>
                <a:lnTo>
                  <a:pt x="4861729" y="26668"/>
                </a:lnTo>
                <a:lnTo>
                  <a:pt x="4884141" y="43200"/>
                </a:lnTo>
                <a:lnTo>
                  <a:pt x="4884141" y="43200"/>
                </a:lnTo>
                <a:lnTo>
                  <a:pt x="4906552" y="26668"/>
                </a:lnTo>
                <a:lnTo>
                  <a:pt x="4928964" y="12652"/>
                </a:lnTo>
                <a:lnTo>
                  <a:pt x="4951376" y="3288"/>
                </a:lnTo>
                <a:lnTo>
                  <a:pt x="4973788" y="0"/>
                </a:lnTo>
                <a:lnTo>
                  <a:pt x="4996199" y="3288"/>
                </a:lnTo>
                <a:lnTo>
                  <a:pt x="5018611" y="12652"/>
                </a:lnTo>
                <a:lnTo>
                  <a:pt x="5041023" y="26668"/>
                </a:lnTo>
                <a:lnTo>
                  <a:pt x="5063435" y="43200"/>
                </a:lnTo>
                <a:lnTo>
                  <a:pt x="5063435" y="43200"/>
                </a:lnTo>
                <a:lnTo>
                  <a:pt x="5085847" y="26668"/>
                </a:lnTo>
                <a:lnTo>
                  <a:pt x="5108258" y="12652"/>
                </a:lnTo>
                <a:lnTo>
                  <a:pt x="5130670" y="3288"/>
                </a:lnTo>
                <a:lnTo>
                  <a:pt x="5153082" y="0"/>
                </a:lnTo>
                <a:lnTo>
                  <a:pt x="5175494" y="3288"/>
                </a:lnTo>
                <a:lnTo>
                  <a:pt x="5197905" y="12652"/>
                </a:lnTo>
                <a:lnTo>
                  <a:pt x="5220317" y="26668"/>
                </a:lnTo>
                <a:lnTo>
                  <a:pt x="5242729" y="43200"/>
                </a:lnTo>
                <a:lnTo>
                  <a:pt x="5242729" y="43200"/>
                </a:lnTo>
                <a:lnTo>
                  <a:pt x="5265141" y="26668"/>
                </a:lnTo>
                <a:lnTo>
                  <a:pt x="5287552" y="12652"/>
                </a:lnTo>
                <a:lnTo>
                  <a:pt x="5309964" y="3288"/>
                </a:lnTo>
                <a:lnTo>
                  <a:pt x="5332376" y="0"/>
                </a:lnTo>
                <a:lnTo>
                  <a:pt x="5354788" y="3288"/>
                </a:lnTo>
                <a:lnTo>
                  <a:pt x="5377200" y="12652"/>
                </a:lnTo>
                <a:lnTo>
                  <a:pt x="5399611" y="26668"/>
                </a:lnTo>
                <a:lnTo>
                  <a:pt x="5422023" y="43200"/>
                </a:lnTo>
                <a:lnTo>
                  <a:pt x="5422023" y="43200"/>
                </a:lnTo>
                <a:lnTo>
                  <a:pt x="5444435" y="26668"/>
                </a:lnTo>
                <a:lnTo>
                  <a:pt x="5466847" y="12652"/>
                </a:lnTo>
                <a:lnTo>
                  <a:pt x="5489258" y="3288"/>
                </a:lnTo>
                <a:lnTo>
                  <a:pt x="5511670" y="0"/>
                </a:lnTo>
                <a:lnTo>
                  <a:pt x="5534082" y="3288"/>
                </a:lnTo>
                <a:lnTo>
                  <a:pt x="5556494" y="12652"/>
                </a:lnTo>
                <a:lnTo>
                  <a:pt x="5578905" y="26668"/>
                </a:lnTo>
                <a:lnTo>
                  <a:pt x="5601317" y="43200"/>
                </a:lnTo>
                <a:lnTo>
                  <a:pt x="5601317" y="43200"/>
                </a:lnTo>
                <a:lnTo>
                  <a:pt x="5623729" y="26668"/>
                </a:lnTo>
                <a:lnTo>
                  <a:pt x="5646141" y="12652"/>
                </a:lnTo>
                <a:lnTo>
                  <a:pt x="5668552" y="3288"/>
                </a:lnTo>
                <a:lnTo>
                  <a:pt x="5690964" y="0"/>
                </a:lnTo>
                <a:lnTo>
                  <a:pt x="5713376" y="3288"/>
                </a:lnTo>
                <a:lnTo>
                  <a:pt x="5735788" y="12652"/>
                </a:lnTo>
                <a:lnTo>
                  <a:pt x="5758200" y="26668"/>
                </a:lnTo>
                <a:lnTo>
                  <a:pt x="5780611" y="43200"/>
                </a:lnTo>
                <a:lnTo>
                  <a:pt x="5780611" y="43200"/>
                </a:lnTo>
                <a:lnTo>
                  <a:pt x="5803023" y="26668"/>
                </a:lnTo>
                <a:lnTo>
                  <a:pt x="5825435" y="12652"/>
                </a:lnTo>
                <a:lnTo>
                  <a:pt x="5847847" y="3288"/>
                </a:lnTo>
                <a:lnTo>
                  <a:pt x="5870258" y="0"/>
                </a:lnTo>
                <a:lnTo>
                  <a:pt x="5892670" y="3288"/>
                </a:lnTo>
                <a:lnTo>
                  <a:pt x="5915082" y="12652"/>
                </a:lnTo>
                <a:lnTo>
                  <a:pt x="5937494" y="26668"/>
                </a:lnTo>
                <a:lnTo>
                  <a:pt x="5959905" y="43200"/>
                </a:lnTo>
                <a:lnTo>
                  <a:pt x="5959905" y="43200"/>
                </a:lnTo>
                <a:lnTo>
                  <a:pt x="5982317" y="26668"/>
                </a:lnTo>
                <a:lnTo>
                  <a:pt x="6004729" y="12652"/>
                </a:lnTo>
                <a:lnTo>
                  <a:pt x="6027141" y="3288"/>
                </a:lnTo>
                <a:lnTo>
                  <a:pt x="6049552" y="0"/>
                </a:lnTo>
                <a:lnTo>
                  <a:pt x="6071964" y="3288"/>
                </a:lnTo>
                <a:lnTo>
                  <a:pt x="6094376" y="12652"/>
                </a:lnTo>
                <a:lnTo>
                  <a:pt x="6116788" y="26668"/>
                </a:lnTo>
                <a:lnTo>
                  <a:pt x="6139199" y="43200"/>
                </a:lnTo>
                <a:lnTo>
                  <a:pt x="6139199" y="43200"/>
                </a:lnTo>
                <a:lnTo>
                  <a:pt x="6161611" y="26668"/>
                </a:lnTo>
                <a:lnTo>
                  <a:pt x="6184023" y="12652"/>
                </a:lnTo>
                <a:lnTo>
                  <a:pt x="6206435" y="3288"/>
                </a:lnTo>
                <a:lnTo>
                  <a:pt x="6228847" y="0"/>
                </a:lnTo>
                <a:lnTo>
                  <a:pt x="6251258" y="3288"/>
                </a:lnTo>
                <a:lnTo>
                  <a:pt x="6273670" y="12652"/>
                </a:lnTo>
                <a:lnTo>
                  <a:pt x="6296082" y="26668"/>
                </a:lnTo>
                <a:lnTo>
                  <a:pt x="6318494" y="43200"/>
                </a:lnTo>
                <a:lnTo>
                  <a:pt x="6318494" y="43200"/>
                </a:lnTo>
                <a:lnTo>
                  <a:pt x="6340905" y="26668"/>
                </a:lnTo>
                <a:lnTo>
                  <a:pt x="6363317" y="12652"/>
                </a:lnTo>
                <a:lnTo>
                  <a:pt x="6385729" y="3288"/>
                </a:lnTo>
                <a:lnTo>
                  <a:pt x="6408141" y="0"/>
                </a:lnTo>
                <a:lnTo>
                  <a:pt x="6430552" y="3288"/>
                </a:lnTo>
                <a:lnTo>
                  <a:pt x="6452964" y="12652"/>
                </a:lnTo>
                <a:lnTo>
                  <a:pt x="6475376" y="26668"/>
                </a:lnTo>
                <a:lnTo>
                  <a:pt x="6497788" y="43200"/>
                </a:lnTo>
                <a:lnTo>
                  <a:pt x="6497788" y="43200"/>
                </a:lnTo>
                <a:lnTo>
                  <a:pt x="6520200" y="26668"/>
                </a:lnTo>
                <a:lnTo>
                  <a:pt x="6542611" y="12652"/>
                </a:lnTo>
                <a:lnTo>
                  <a:pt x="6565023" y="3288"/>
                </a:lnTo>
                <a:lnTo>
                  <a:pt x="6587435" y="0"/>
                </a:lnTo>
                <a:lnTo>
                  <a:pt x="6609847" y="3288"/>
                </a:lnTo>
                <a:lnTo>
                  <a:pt x="6632258" y="12652"/>
                </a:lnTo>
                <a:lnTo>
                  <a:pt x="6654670" y="26668"/>
                </a:lnTo>
                <a:lnTo>
                  <a:pt x="6677082" y="43200"/>
                </a:lnTo>
                <a:lnTo>
                  <a:pt x="6677082" y="43200"/>
                </a:lnTo>
                <a:lnTo>
                  <a:pt x="6699494" y="26668"/>
                </a:lnTo>
                <a:lnTo>
                  <a:pt x="6721905" y="12652"/>
                </a:lnTo>
                <a:lnTo>
                  <a:pt x="6744317" y="3288"/>
                </a:lnTo>
                <a:lnTo>
                  <a:pt x="6766729" y="0"/>
                </a:lnTo>
                <a:lnTo>
                  <a:pt x="6789141" y="3288"/>
                </a:lnTo>
                <a:lnTo>
                  <a:pt x="6811552" y="12652"/>
                </a:lnTo>
                <a:lnTo>
                  <a:pt x="6833964" y="26668"/>
                </a:lnTo>
                <a:lnTo>
                  <a:pt x="6856376" y="43200"/>
                </a:lnTo>
                <a:lnTo>
                  <a:pt x="6856376" y="43200"/>
                </a:lnTo>
                <a:lnTo>
                  <a:pt x="6878788" y="26668"/>
                </a:lnTo>
                <a:lnTo>
                  <a:pt x="6901200" y="12652"/>
                </a:lnTo>
                <a:lnTo>
                  <a:pt x="6923611" y="3288"/>
                </a:lnTo>
                <a:lnTo>
                  <a:pt x="6946023" y="0"/>
                </a:lnTo>
                <a:lnTo>
                  <a:pt x="6968435" y="3288"/>
                </a:lnTo>
                <a:lnTo>
                  <a:pt x="6990847" y="12652"/>
                </a:lnTo>
                <a:lnTo>
                  <a:pt x="7013258" y="26668"/>
                </a:lnTo>
                <a:lnTo>
                  <a:pt x="7035670" y="43200"/>
                </a:lnTo>
                <a:lnTo>
                  <a:pt x="7035670" y="43200"/>
                </a:lnTo>
                <a:lnTo>
                  <a:pt x="7058082" y="26668"/>
                </a:lnTo>
                <a:lnTo>
                  <a:pt x="7080494" y="12652"/>
                </a:lnTo>
                <a:lnTo>
                  <a:pt x="7102905" y="3288"/>
                </a:lnTo>
                <a:lnTo>
                  <a:pt x="7125317" y="0"/>
                </a:lnTo>
                <a:lnTo>
                  <a:pt x="7147729" y="3288"/>
                </a:lnTo>
                <a:lnTo>
                  <a:pt x="7170141" y="12652"/>
                </a:lnTo>
                <a:lnTo>
                  <a:pt x="7192552" y="26668"/>
                </a:lnTo>
                <a:lnTo>
                  <a:pt x="7214964" y="43200"/>
                </a:lnTo>
                <a:lnTo>
                  <a:pt x="7214964" y="43200"/>
                </a:lnTo>
                <a:lnTo>
                  <a:pt x="7237376" y="26668"/>
                </a:lnTo>
                <a:lnTo>
                  <a:pt x="7259788" y="12652"/>
                </a:lnTo>
                <a:lnTo>
                  <a:pt x="7282199" y="3288"/>
                </a:lnTo>
                <a:lnTo>
                  <a:pt x="7304611" y="0"/>
                </a:lnTo>
                <a:lnTo>
                  <a:pt x="7327023" y="3288"/>
                </a:lnTo>
                <a:lnTo>
                  <a:pt x="7349435" y="12652"/>
                </a:lnTo>
                <a:lnTo>
                  <a:pt x="7371847" y="26668"/>
                </a:lnTo>
                <a:lnTo>
                  <a:pt x="7394258" y="43200"/>
                </a:lnTo>
                <a:lnTo>
                  <a:pt x="7394258" y="43200"/>
                </a:lnTo>
                <a:lnTo>
                  <a:pt x="7416670" y="26668"/>
                </a:lnTo>
                <a:lnTo>
                  <a:pt x="7439082" y="12652"/>
                </a:lnTo>
                <a:lnTo>
                  <a:pt x="7461494" y="3288"/>
                </a:lnTo>
                <a:lnTo>
                  <a:pt x="7483905" y="0"/>
                </a:lnTo>
                <a:lnTo>
                  <a:pt x="7506317" y="3288"/>
                </a:lnTo>
                <a:lnTo>
                  <a:pt x="7528729" y="12652"/>
                </a:lnTo>
                <a:lnTo>
                  <a:pt x="7551141" y="26668"/>
                </a:lnTo>
                <a:lnTo>
                  <a:pt x="7573552" y="43200"/>
                </a:lnTo>
                <a:lnTo>
                  <a:pt x="7573552" y="43200"/>
                </a:lnTo>
                <a:lnTo>
                  <a:pt x="7595964" y="26668"/>
                </a:lnTo>
                <a:lnTo>
                  <a:pt x="7618376" y="12652"/>
                </a:lnTo>
                <a:lnTo>
                  <a:pt x="7640788" y="3288"/>
                </a:lnTo>
                <a:lnTo>
                  <a:pt x="7663200" y="0"/>
                </a:lnTo>
                <a:lnTo>
                  <a:pt x="7685611" y="3288"/>
                </a:lnTo>
                <a:lnTo>
                  <a:pt x="7708023" y="12652"/>
                </a:lnTo>
                <a:lnTo>
                  <a:pt x="7730435" y="26668"/>
                </a:lnTo>
                <a:lnTo>
                  <a:pt x="7752847" y="43200"/>
                </a:lnTo>
                <a:lnTo>
                  <a:pt x="7752847" y="43200"/>
                </a:lnTo>
                <a:lnTo>
                  <a:pt x="7775258" y="26668"/>
                </a:lnTo>
                <a:lnTo>
                  <a:pt x="7797670" y="12652"/>
                </a:lnTo>
                <a:lnTo>
                  <a:pt x="7820082" y="3288"/>
                </a:lnTo>
                <a:lnTo>
                  <a:pt x="7842494" y="0"/>
                </a:lnTo>
                <a:lnTo>
                  <a:pt x="7864905" y="3288"/>
                </a:lnTo>
                <a:lnTo>
                  <a:pt x="7887317" y="12652"/>
                </a:lnTo>
                <a:lnTo>
                  <a:pt x="7909729" y="26668"/>
                </a:lnTo>
                <a:lnTo>
                  <a:pt x="7932141" y="43200"/>
                </a:lnTo>
                <a:lnTo>
                  <a:pt x="7932141" y="43200"/>
                </a:lnTo>
                <a:lnTo>
                  <a:pt x="7954552" y="26668"/>
                </a:lnTo>
                <a:lnTo>
                  <a:pt x="7976964" y="12652"/>
                </a:lnTo>
                <a:lnTo>
                  <a:pt x="7999376" y="3288"/>
                </a:lnTo>
                <a:lnTo>
                  <a:pt x="8021788" y="0"/>
                </a:lnTo>
                <a:lnTo>
                  <a:pt x="8044200" y="3288"/>
                </a:lnTo>
                <a:lnTo>
                  <a:pt x="8066611" y="12652"/>
                </a:lnTo>
                <a:lnTo>
                  <a:pt x="8089023" y="26668"/>
                </a:lnTo>
                <a:lnTo>
                  <a:pt x="8111435" y="43200"/>
                </a:lnTo>
                <a:lnTo>
                  <a:pt x="8111435" y="43200"/>
                </a:lnTo>
                <a:lnTo>
                  <a:pt x="8133847" y="26668"/>
                </a:lnTo>
                <a:lnTo>
                  <a:pt x="8156258" y="12652"/>
                </a:lnTo>
                <a:lnTo>
                  <a:pt x="8178670" y="3288"/>
                </a:lnTo>
                <a:lnTo>
                  <a:pt x="8201082" y="0"/>
                </a:lnTo>
                <a:lnTo>
                  <a:pt x="8223494" y="3288"/>
                </a:lnTo>
                <a:lnTo>
                  <a:pt x="8245905" y="12652"/>
                </a:lnTo>
                <a:lnTo>
                  <a:pt x="8268317" y="26668"/>
                </a:lnTo>
                <a:lnTo>
                  <a:pt x="8290729" y="43200"/>
                </a:lnTo>
                <a:lnTo>
                  <a:pt x="8290729" y="43200"/>
                </a:lnTo>
                <a:lnTo>
                  <a:pt x="8313141" y="26668"/>
                </a:lnTo>
                <a:lnTo>
                  <a:pt x="8335552" y="12652"/>
                </a:lnTo>
                <a:lnTo>
                  <a:pt x="8357964" y="3288"/>
                </a:lnTo>
                <a:lnTo>
                  <a:pt x="8380376" y="0"/>
                </a:lnTo>
                <a:lnTo>
                  <a:pt x="8402788" y="3288"/>
                </a:lnTo>
                <a:lnTo>
                  <a:pt x="8425200" y="12652"/>
                </a:lnTo>
                <a:lnTo>
                  <a:pt x="8447611" y="26668"/>
                </a:lnTo>
                <a:lnTo>
                  <a:pt x="8470023" y="43200"/>
                </a:lnTo>
                <a:lnTo>
                  <a:pt x="8470023" y="43200"/>
                </a:lnTo>
                <a:lnTo>
                  <a:pt x="8492435" y="26668"/>
                </a:lnTo>
                <a:lnTo>
                  <a:pt x="8514847" y="12652"/>
                </a:lnTo>
                <a:lnTo>
                  <a:pt x="8537258" y="3288"/>
                </a:lnTo>
                <a:lnTo>
                  <a:pt x="8559670" y="0"/>
                </a:lnTo>
                <a:lnTo>
                  <a:pt x="8582082" y="3288"/>
                </a:lnTo>
                <a:lnTo>
                  <a:pt x="8604494" y="12652"/>
                </a:lnTo>
                <a:lnTo>
                  <a:pt x="8626905" y="26668"/>
                </a:lnTo>
                <a:lnTo>
                  <a:pt x="8649317" y="43200"/>
                </a:lnTo>
                <a:lnTo>
                  <a:pt x="8649317" y="43200"/>
                </a:lnTo>
                <a:lnTo>
                  <a:pt x="8671729" y="26668"/>
                </a:lnTo>
                <a:lnTo>
                  <a:pt x="8694141" y="12652"/>
                </a:lnTo>
                <a:lnTo>
                  <a:pt x="8716552" y="3288"/>
                </a:lnTo>
                <a:lnTo>
                  <a:pt x="8738964" y="0"/>
                </a:lnTo>
                <a:lnTo>
                  <a:pt x="8761376" y="3288"/>
                </a:lnTo>
                <a:lnTo>
                  <a:pt x="8783788" y="12652"/>
                </a:lnTo>
                <a:lnTo>
                  <a:pt x="8806200" y="26668"/>
                </a:lnTo>
                <a:lnTo>
                  <a:pt x="8828611" y="43200"/>
                </a:lnTo>
                <a:lnTo>
                  <a:pt x="8828611" y="43200"/>
                </a:lnTo>
                <a:lnTo>
                  <a:pt x="8851023" y="26668"/>
                </a:lnTo>
                <a:lnTo>
                  <a:pt x="8873435" y="12652"/>
                </a:lnTo>
                <a:lnTo>
                  <a:pt x="8895847" y="3288"/>
                </a:lnTo>
                <a:lnTo>
                  <a:pt x="8918258" y="0"/>
                </a:lnTo>
                <a:lnTo>
                  <a:pt x="8940670" y="3288"/>
                </a:lnTo>
                <a:lnTo>
                  <a:pt x="8963082" y="12652"/>
                </a:lnTo>
                <a:lnTo>
                  <a:pt x="8985494" y="26668"/>
                </a:lnTo>
                <a:lnTo>
                  <a:pt x="9007905" y="43200"/>
                </a:lnTo>
                <a:lnTo>
                  <a:pt x="9007905" y="43200"/>
                </a:lnTo>
                <a:lnTo>
                  <a:pt x="9030317" y="26668"/>
                </a:lnTo>
                <a:lnTo>
                  <a:pt x="9052729" y="12652"/>
                </a:lnTo>
                <a:lnTo>
                  <a:pt x="9075141" y="3288"/>
                </a:lnTo>
                <a:lnTo>
                  <a:pt x="9097552" y="0"/>
                </a:lnTo>
                <a:lnTo>
                  <a:pt x="9119964" y="3288"/>
                </a:lnTo>
                <a:lnTo>
                  <a:pt x="9142376" y="12652"/>
                </a:lnTo>
                <a:lnTo>
                  <a:pt x="9164788" y="26668"/>
                </a:lnTo>
                <a:lnTo>
                  <a:pt x="9187200" y="43200"/>
                </a:lnTo>
                <a:lnTo>
                  <a:pt x="9187200" y="43200"/>
                </a:lnTo>
                <a:lnTo>
                  <a:pt x="9203731" y="65700"/>
                </a:lnTo>
                <a:lnTo>
                  <a:pt x="9217747" y="88200"/>
                </a:lnTo>
                <a:lnTo>
                  <a:pt x="9227111" y="110700"/>
                </a:lnTo>
                <a:lnTo>
                  <a:pt x="9230400" y="133200"/>
                </a:lnTo>
                <a:lnTo>
                  <a:pt x="9227111" y="155700"/>
                </a:lnTo>
                <a:lnTo>
                  <a:pt x="9217747" y="178200"/>
                </a:lnTo>
                <a:lnTo>
                  <a:pt x="9203731" y="200700"/>
                </a:lnTo>
                <a:lnTo>
                  <a:pt x="9187200" y="223200"/>
                </a:lnTo>
                <a:lnTo>
                  <a:pt x="9187200" y="223200"/>
                </a:lnTo>
                <a:lnTo>
                  <a:pt x="9203731" y="245700"/>
                </a:lnTo>
                <a:lnTo>
                  <a:pt x="9217747" y="268200"/>
                </a:lnTo>
                <a:lnTo>
                  <a:pt x="9227111" y="290700"/>
                </a:lnTo>
                <a:lnTo>
                  <a:pt x="9230400" y="313200"/>
                </a:lnTo>
                <a:lnTo>
                  <a:pt x="9227111" y="335700"/>
                </a:lnTo>
                <a:lnTo>
                  <a:pt x="9217747" y="358200"/>
                </a:lnTo>
                <a:lnTo>
                  <a:pt x="9203731" y="380700"/>
                </a:lnTo>
                <a:lnTo>
                  <a:pt x="9187200" y="403200"/>
                </a:lnTo>
                <a:lnTo>
                  <a:pt x="9187200" y="403200"/>
                </a:lnTo>
                <a:lnTo>
                  <a:pt x="9203731" y="425700"/>
                </a:lnTo>
                <a:lnTo>
                  <a:pt x="9217747" y="448200"/>
                </a:lnTo>
                <a:lnTo>
                  <a:pt x="9227111" y="470700"/>
                </a:lnTo>
                <a:lnTo>
                  <a:pt x="9230400" y="493200"/>
                </a:lnTo>
                <a:lnTo>
                  <a:pt x="9227111" y="515700"/>
                </a:lnTo>
                <a:lnTo>
                  <a:pt x="9217747" y="538200"/>
                </a:lnTo>
                <a:lnTo>
                  <a:pt x="9203731" y="560700"/>
                </a:lnTo>
                <a:lnTo>
                  <a:pt x="9187200" y="583200"/>
                </a:lnTo>
                <a:lnTo>
                  <a:pt x="9187200" y="583200"/>
                </a:lnTo>
                <a:lnTo>
                  <a:pt x="9203731" y="605700"/>
                </a:lnTo>
                <a:lnTo>
                  <a:pt x="9217747" y="628200"/>
                </a:lnTo>
                <a:lnTo>
                  <a:pt x="9227111" y="650700"/>
                </a:lnTo>
                <a:lnTo>
                  <a:pt x="9230400" y="673200"/>
                </a:lnTo>
                <a:lnTo>
                  <a:pt x="9227111" y="695700"/>
                </a:lnTo>
                <a:lnTo>
                  <a:pt x="9217747" y="718200"/>
                </a:lnTo>
                <a:lnTo>
                  <a:pt x="9203731" y="740700"/>
                </a:lnTo>
                <a:lnTo>
                  <a:pt x="9187200" y="763200"/>
                </a:lnTo>
                <a:lnTo>
                  <a:pt x="9187200" y="763200"/>
                </a:lnTo>
                <a:lnTo>
                  <a:pt x="9203731" y="785700"/>
                </a:lnTo>
                <a:lnTo>
                  <a:pt x="9217747" y="808200"/>
                </a:lnTo>
                <a:lnTo>
                  <a:pt x="9227111" y="830700"/>
                </a:lnTo>
                <a:lnTo>
                  <a:pt x="9230400" y="853200"/>
                </a:lnTo>
                <a:lnTo>
                  <a:pt x="9227111" y="875700"/>
                </a:lnTo>
                <a:lnTo>
                  <a:pt x="9217747" y="898200"/>
                </a:lnTo>
                <a:lnTo>
                  <a:pt x="9203731" y="920700"/>
                </a:lnTo>
                <a:lnTo>
                  <a:pt x="9187200" y="943200"/>
                </a:lnTo>
                <a:lnTo>
                  <a:pt x="9187200" y="943200"/>
                </a:lnTo>
                <a:lnTo>
                  <a:pt x="9164788" y="959731"/>
                </a:lnTo>
                <a:lnTo>
                  <a:pt x="9142376" y="973747"/>
                </a:lnTo>
                <a:lnTo>
                  <a:pt x="9119964" y="983111"/>
                </a:lnTo>
                <a:lnTo>
                  <a:pt x="9097552" y="986400"/>
                </a:lnTo>
                <a:lnTo>
                  <a:pt x="9075141" y="983111"/>
                </a:lnTo>
                <a:lnTo>
                  <a:pt x="9052729" y="973747"/>
                </a:lnTo>
                <a:lnTo>
                  <a:pt x="9030317" y="959731"/>
                </a:lnTo>
                <a:lnTo>
                  <a:pt x="9007905" y="943200"/>
                </a:lnTo>
                <a:lnTo>
                  <a:pt x="9007905" y="943200"/>
                </a:lnTo>
                <a:lnTo>
                  <a:pt x="8985494" y="959731"/>
                </a:lnTo>
                <a:lnTo>
                  <a:pt x="8963082" y="973747"/>
                </a:lnTo>
                <a:lnTo>
                  <a:pt x="8940670" y="983111"/>
                </a:lnTo>
                <a:lnTo>
                  <a:pt x="8918258" y="986400"/>
                </a:lnTo>
                <a:lnTo>
                  <a:pt x="8895847" y="983111"/>
                </a:lnTo>
                <a:lnTo>
                  <a:pt x="8873435" y="973747"/>
                </a:lnTo>
                <a:lnTo>
                  <a:pt x="8851023" y="959731"/>
                </a:lnTo>
                <a:lnTo>
                  <a:pt x="8828611" y="943200"/>
                </a:lnTo>
                <a:lnTo>
                  <a:pt x="8828611" y="943200"/>
                </a:lnTo>
                <a:lnTo>
                  <a:pt x="8806200" y="959731"/>
                </a:lnTo>
                <a:lnTo>
                  <a:pt x="8783788" y="973747"/>
                </a:lnTo>
                <a:lnTo>
                  <a:pt x="8761376" y="983111"/>
                </a:lnTo>
                <a:lnTo>
                  <a:pt x="8738964" y="986400"/>
                </a:lnTo>
                <a:lnTo>
                  <a:pt x="8716552" y="983111"/>
                </a:lnTo>
                <a:lnTo>
                  <a:pt x="8694141" y="973747"/>
                </a:lnTo>
                <a:lnTo>
                  <a:pt x="8671729" y="959731"/>
                </a:lnTo>
                <a:lnTo>
                  <a:pt x="8649317" y="943200"/>
                </a:lnTo>
                <a:lnTo>
                  <a:pt x="8649317" y="943200"/>
                </a:lnTo>
                <a:lnTo>
                  <a:pt x="8626905" y="959731"/>
                </a:lnTo>
                <a:lnTo>
                  <a:pt x="8604494" y="973747"/>
                </a:lnTo>
                <a:lnTo>
                  <a:pt x="8582082" y="983111"/>
                </a:lnTo>
                <a:lnTo>
                  <a:pt x="8559670" y="986400"/>
                </a:lnTo>
                <a:lnTo>
                  <a:pt x="8537258" y="983111"/>
                </a:lnTo>
                <a:lnTo>
                  <a:pt x="8514847" y="973747"/>
                </a:lnTo>
                <a:lnTo>
                  <a:pt x="8492435" y="959731"/>
                </a:lnTo>
                <a:lnTo>
                  <a:pt x="8470023" y="943200"/>
                </a:lnTo>
                <a:lnTo>
                  <a:pt x="8470023" y="943200"/>
                </a:lnTo>
                <a:lnTo>
                  <a:pt x="8447611" y="959731"/>
                </a:lnTo>
                <a:lnTo>
                  <a:pt x="8425200" y="973747"/>
                </a:lnTo>
                <a:lnTo>
                  <a:pt x="8402788" y="983111"/>
                </a:lnTo>
                <a:lnTo>
                  <a:pt x="8380376" y="986400"/>
                </a:lnTo>
                <a:lnTo>
                  <a:pt x="8357964" y="983111"/>
                </a:lnTo>
                <a:lnTo>
                  <a:pt x="8335552" y="973747"/>
                </a:lnTo>
                <a:lnTo>
                  <a:pt x="8313141" y="959731"/>
                </a:lnTo>
                <a:lnTo>
                  <a:pt x="8290729" y="943200"/>
                </a:lnTo>
                <a:lnTo>
                  <a:pt x="8290729" y="943200"/>
                </a:lnTo>
                <a:lnTo>
                  <a:pt x="8268317" y="959731"/>
                </a:lnTo>
                <a:lnTo>
                  <a:pt x="8245905" y="973747"/>
                </a:lnTo>
                <a:lnTo>
                  <a:pt x="8223494" y="983111"/>
                </a:lnTo>
                <a:lnTo>
                  <a:pt x="8201082" y="986400"/>
                </a:lnTo>
                <a:lnTo>
                  <a:pt x="8178670" y="983111"/>
                </a:lnTo>
                <a:lnTo>
                  <a:pt x="8156258" y="973747"/>
                </a:lnTo>
                <a:lnTo>
                  <a:pt x="8133847" y="959731"/>
                </a:lnTo>
                <a:lnTo>
                  <a:pt x="8111435" y="943200"/>
                </a:lnTo>
                <a:lnTo>
                  <a:pt x="8111435" y="943200"/>
                </a:lnTo>
                <a:lnTo>
                  <a:pt x="8089023" y="959731"/>
                </a:lnTo>
                <a:lnTo>
                  <a:pt x="8066611" y="973747"/>
                </a:lnTo>
                <a:lnTo>
                  <a:pt x="8044200" y="983111"/>
                </a:lnTo>
                <a:lnTo>
                  <a:pt x="8021788" y="986400"/>
                </a:lnTo>
                <a:lnTo>
                  <a:pt x="7999376" y="983111"/>
                </a:lnTo>
                <a:lnTo>
                  <a:pt x="7976964" y="973747"/>
                </a:lnTo>
                <a:lnTo>
                  <a:pt x="7954552" y="959731"/>
                </a:lnTo>
                <a:lnTo>
                  <a:pt x="7932141" y="943200"/>
                </a:lnTo>
                <a:lnTo>
                  <a:pt x="7932141" y="943200"/>
                </a:lnTo>
                <a:lnTo>
                  <a:pt x="7909729" y="959731"/>
                </a:lnTo>
                <a:lnTo>
                  <a:pt x="7887317" y="973747"/>
                </a:lnTo>
                <a:lnTo>
                  <a:pt x="7864905" y="983111"/>
                </a:lnTo>
                <a:lnTo>
                  <a:pt x="7842494" y="986400"/>
                </a:lnTo>
                <a:lnTo>
                  <a:pt x="7820082" y="983111"/>
                </a:lnTo>
                <a:lnTo>
                  <a:pt x="7797670" y="973747"/>
                </a:lnTo>
                <a:lnTo>
                  <a:pt x="7775258" y="959731"/>
                </a:lnTo>
                <a:lnTo>
                  <a:pt x="7752847" y="943200"/>
                </a:lnTo>
                <a:lnTo>
                  <a:pt x="7752847" y="943200"/>
                </a:lnTo>
                <a:lnTo>
                  <a:pt x="7730435" y="959731"/>
                </a:lnTo>
                <a:lnTo>
                  <a:pt x="7708023" y="973747"/>
                </a:lnTo>
                <a:lnTo>
                  <a:pt x="7685611" y="983111"/>
                </a:lnTo>
                <a:lnTo>
                  <a:pt x="7663200" y="986400"/>
                </a:lnTo>
                <a:lnTo>
                  <a:pt x="7640788" y="983111"/>
                </a:lnTo>
                <a:lnTo>
                  <a:pt x="7618376" y="973747"/>
                </a:lnTo>
                <a:lnTo>
                  <a:pt x="7595964" y="959731"/>
                </a:lnTo>
                <a:lnTo>
                  <a:pt x="7573552" y="943200"/>
                </a:lnTo>
                <a:lnTo>
                  <a:pt x="7573552" y="943200"/>
                </a:lnTo>
                <a:lnTo>
                  <a:pt x="7551141" y="959731"/>
                </a:lnTo>
                <a:lnTo>
                  <a:pt x="7528729" y="973747"/>
                </a:lnTo>
                <a:lnTo>
                  <a:pt x="7506317" y="983111"/>
                </a:lnTo>
                <a:lnTo>
                  <a:pt x="7483905" y="986400"/>
                </a:lnTo>
                <a:lnTo>
                  <a:pt x="7461494" y="983111"/>
                </a:lnTo>
                <a:lnTo>
                  <a:pt x="7439082" y="973747"/>
                </a:lnTo>
                <a:lnTo>
                  <a:pt x="7416670" y="959731"/>
                </a:lnTo>
                <a:lnTo>
                  <a:pt x="7394258" y="943200"/>
                </a:lnTo>
                <a:lnTo>
                  <a:pt x="7394258" y="943200"/>
                </a:lnTo>
                <a:lnTo>
                  <a:pt x="7371847" y="959731"/>
                </a:lnTo>
                <a:lnTo>
                  <a:pt x="7349435" y="973747"/>
                </a:lnTo>
                <a:lnTo>
                  <a:pt x="7327023" y="983111"/>
                </a:lnTo>
                <a:lnTo>
                  <a:pt x="7304611" y="986400"/>
                </a:lnTo>
                <a:lnTo>
                  <a:pt x="7282199" y="983111"/>
                </a:lnTo>
                <a:lnTo>
                  <a:pt x="7259788" y="973747"/>
                </a:lnTo>
                <a:lnTo>
                  <a:pt x="7237376" y="959731"/>
                </a:lnTo>
                <a:lnTo>
                  <a:pt x="7214964" y="943200"/>
                </a:lnTo>
                <a:lnTo>
                  <a:pt x="7214964" y="943200"/>
                </a:lnTo>
                <a:lnTo>
                  <a:pt x="7192552" y="959731"/>
                </a:lnTo>
                <a:lnTo>
                  <a:pt x="7170141" y="973747"/>
                </a:lnTo>
                <a:lnTo>
                  <a:pt x="7147729" y="983111"/>
                </a:lnTo>
                <a:lnTo>
                  <a:pt x="7125317" y="986400"/>
                </a:lnTo>
                <a:lnTo>
                  <a:pt x="7102905" y="983111"/>
                </a:lnTo>
                <a:lnTo>
                  <a:pt x="7080494" y="973747"/>
                </a:lnTo>
                <a:lnTo>
                  <a:pt x="7058082" y="959731"/>
                </a:lnTo>
                <a:lnTo>
                  <a:pt x="7035670" y="943200"/>
                </a:lnTo>
                <a:lnTo>
                  <a:pt x="7035670" y="943200"/>
                </a:lnTo>
                <a:lnTo>
                  <a:pt x="7013258" y="959731"/>
                </a:lnTo>
                <a:lnTo>
                  <a:pt x="6990847" y="973747"/>
                </a:lnTo>
                <a:lnTo>
                  <a:pt x="6968435" y="983111"/>
                </a:lnTo>
                <a:lnTo>
                  <a:pt x="6946023" y="986400"/>
                </a:lnTo>
                <a:lnTo>
                  <a:pt x="6923611" y="983111"/>
                </a:lnTo>
                <a:lnTo>
                  <a:pt x="6901200" y="973747"/>
                </a:lnTo>
                <a:lnTo>
                  <a:pt x="6878788" y="959731"/>
                </a:lnTo>
                <a:lnTo>
                  <a:pt x="6856376" y="943200"/>
                </a:lnTo>
                <a:lnTo>
                  <a:pt x="6856376" y="943200"/>
                </a:lnTo>
                <a:lnTo>
                  <a:pt x="6833964" y="959731"/>
                </a:lnTo>
                <a:lnTo>
                  <a:pt x="6811552" y="973747"/>
                </a:lnTo>
                <a:lnTo>
                  <a:pt x="6789141" y="983111"/>
                </a:lnTo>
                <a:lnTo>
                  <a:pt x="6766729" y="986400"/>
                </a:lnTo>
                <a:lnTo>
                  <a:pt x="6744317" y="983111"/>
                </a:lnTo>
                <a:lnTo>
                  <a:pt x="6721905" y="973747"/>
                </a:lnTo>
                <a:lnTo>
                  <a:pt x="6699494" y="959731"/>
                </a:lnTo>
                <a:lnTo>
                  <a:pt x="6677082" y="943200"/>
                </a:lnTo>
                <a:lnTo>
                  <a:pt x="6677082" y="943200"/>
                </a:lnTo>
                <a:lnTo>
                  <a:pt x="6654670" y="959731"/>
                </a:lnTo>
                <a:lnTo>
                  <a:pt x="6632258" y="973747"/>
                </a:lnTo>
                <a:lnTo>
                  <a:pt x="6609847" y="983111"/>
                </a:lnTo>
                <a:lnTo>
                  <a:pt x="6587435" y="986400"/>
                </a:lnTo>
                <a:lnTo>
                  <a:pt x="6565023" y="983111"/>
                </a:lnTo>
                <a:lnTo>
                  <a:pt x="6542611" y="973747"/>
                </a:lnTo>
                <a:lnTo>
                  <a:pt x="6520200" y="959731"/>
                </a:lnTo>
                <a:lnTo>
                  <a:pt x="6497788" y="943200"/>
                </a:lnTo>
                <a:lnTo>
                  <a:pt x="6497788" y="943200"/>
                </a:lnTo>
                <a:lnTo>
                  <a:pt x="6475376" y="959731"/>
                </a:lnTo>
                <a:lnTo>
                  <a:pt x="6452964" y="973747"/>
                </a:lnTo>
                <a:lnTo>
                  <a:pt x="6430552" y="983111"/>
                </a:lnTo>
                <a:lnTo>
                  <a:pt x="6408141" y="986400"/>
                </a:lnTo>
                <a:lnTo>
                  <a:pt x="6385729" y="983111"/>
                </a:lnTo>
                <a:lnTo>
                  <a:pt x="6363317" y="973747"/>
                </a:lnTo>
                <a:lnTo>
                  <a:pt x="6340905" y="959731"/>
                </a:lnTo>
                <a:lnTo>
                  <a:pt x="6318494" y="943200"/>
                </a:lnTo>
                <a:lnTo>
                  <a:pt x="6318494" y="943200"/>
                </a:lnTo>
                <a:lnTo>
                  <a:pt x="6296082" y="959731"/>
                </a:lnTo>
                <a:lnTo>
                  <a:pt x="6273670" y="973747"/>
                </a:lnTo>
                <a:lnTo>
                  <a:pt x="6251258" y="983111"/>
                </a:lnTo>
                <a:lnTo>
                  <a:pt x="6228847" y="986400"/>
                </a:lnTo>
                <a:lnTo>
                  <a:pt x="6206435" y="983111"/>
                </a:lnTo>
                <a:lnTo>
                  <a:pt x="6184023" y="973747"/>
                </a:lnTo>
                <a:lnTo>
                  <a:pt x="6161611" y="959731"/>
                </a:lnTo>
                <a:lnTo>
                  <a:pt x="6139200" y="943200"/>
                </a:lnTo>
                <a:lnTo>
                  <a:pt x="6139200" y="943200"/>
                </a:lnTo>
                <a:lnTo>
                  <a:pt x="6116788" y="959731"/>
                </a:lnTo>
                <a:lnTo>
                  <a:pt x="6094376" y="973747"/>
                </a:lnTo>
                <a:lnTo>
                  <a:pt x="6071964" y="983111"/>
                </a:lnTo>
                <a:lnTo>
                  <a:pt x="6049552" y="986400"/>
                </a:lnTo>
                <a:lnTo>
                  <a:pt x="6027141" y="983111"/>
                </a:lnTo>
                <a:lnTo>
                  <a:pt x="6004729" y="973747"/>
                </a:lnTo>
                <a:lnTo>
                  <a:pt x="5982317" y="959731"/>
                </a:lnTo>
                <a:lnTo>
                  <a:pt x="5959905" y="943200"/>
                </a:lnTo>
                <a:lnTo>
                  <a:pt x="5959905" y="943200"/>
                </a:lnTo>
                <a:lnTo>
                  <a:pt x="5937494" y="959731"/>
                </a:lnTo>
                <a:lnTo>
                  <a:pt x="5915082" y="973747"/>
                </a:lnTo>
                <a:lnTo>
                  <a:pt x="5892670" y="983111"/>
                </a:lnTo>
                <a:lnTo>
                  <a:pt x="5870258" y="986400"/>
                </a:lnTo>
                <a:lnTo>
                  <a:pt x="5847847" y="983111"/>
                </a:lnTo>
                <a:lnTo>
                  <a:pt x="5825435" y="973747"/>
                </a:lnTo>
                <a:lnTo>
                  <a:pt x="5803023" y="959731"/>
                </a:lnTo>
                <a:lnTo>
                  <a:pt x="5780611" y="943200"/>
                </a:lnTo>
                <a:lnTo>
                  <a:pt x="5780611" y="943200"/>
                </a:lnTo>
                <a:lnTo>
                  <a:pt x="5758200" y="959731"/>
                </a:lnTo>
                <a:lnTo>
                  <a:pt x="5735788" y="973747"/>
                </a:lnTo>
                <a:lnTo>
                  <a:pt x="5713376" y="983111"/>
                </a:lnTo>
                <a:lnTo>
                  <a:pt x="5690964" y="986400"/>
                </a:lnTo>
                <a:lnTo>
                  <a:pt x="5668552" y="983111"/>
                </a:lnTo>
                <a:lnTo>
                  <a:pt x="5646141" y="973747"/>
                </a:lnTo>
                <a:lnTo>
                  <a:pt x="5623729" y="959731"/>
                </a:lnTo>
                <a:lnTo>
                  <a:pt x="5601317" y="943200"/>
                </a:lnTo>
                <a:lnTo>
                  <a:pt x="5601317" y="943200"/>
                </a:lnTo>
                <a:lnTo>
                  <a:pt x="5578905" y="959731"/>
                </a:lnTo>
                <a:lnTo>
                  <a:pt x="5556494" y="973747"/>
                </a:lnTo>
                <a:lnTo>
                  <a:pt x="5534082" y="983111"/>
                </a:lnTo>
                <a:lnTo>
                  <a:pt x="5511670" y="986400"/>
                </a:lnTo>
                <a:lnTo>
                  <a:pt x="5489258" y="983111"/>
                </a:lnTo>
                <a:lnTo>
                  <a:pt x="5466847" y="973747"/>
                </a:lnTo>
                <a:lnTo>
                  <a:pt x="5444435" y="959731"/>
                </a:lnTo>
                <a:lnTo>
                  <a:pt x="5422023" y="943200"/>
                </a:lnTo>
                <a:lnTo>
                  <a:pt x="5422023" y="943200"/>
                </a:lnTo>
                <a:lnTo>
                  <a:pt x="5399611" y="959731"/>
                </a:lnTo>
                <a:lnTo>
                  <a:pt x="5377200" y="973747"/>
                </a:lnTo>
                <a:lnTo>
                  <a:pt x="5354788" y="983111"/>
                </a:lnTo>
                <a:lnTo>
                  <a:pt x="5332376" y="986400"/>
                </a:lnTo>
                <a:lnTo>
                  <a:pt x="5309964" y="983111"/>
                </a:lnTo>
                <a:lnTo>
                  <a:pt x="5287552" y="973747"/>
                </a:lnTo>
                <a:lnTo>
                  <a:pt x="5265141" y="959731"/>
                </a:lnTo>
                <a:lnTo>
                  <a:pt x="5242729" y="943200"/>
                </a:lnTo>
                <a:lnTo>
                  <a:pt x="5242729" y="943200"/>
                </a:lnTo>
                <a:lnTo>
                  <a:pt x="5220317" y="959731"/>
                </a:lnTo>
                <a:lnTo>
                  <a:pt x="5197905" y="973747"/>
                </a:lnTo>
                <a:lnTo>
                  <a:pt x="5175494" y="983111"/>
                </a:lnTo>
                <a:lnTo>
                  <a:pt x="5153082" y="986400"/>
                </a:lnTo>
                <a:lnTo>
                  <a:pt x="5130670" y="983111"/>
                </a:lnTo>
                <a:lnTo>
                  <a:pt x="5108258" y="973747"/>
                </a:lnTo>
                <a:lnTo>
                  <a:pt x="5085847" y="959731"/>
                </a:lnTo>
                <a:lnTo>
                  <a:pt x="5063435" y="943200"/>
                </a:lnTo>
                <a:lnTo>
                  <a:pt x="5063435" y="943200"/>
                </a:lnTo>
                <a:lnTo>
                  <a:pt x="5041023" y="959731"/>
                </a:lnTo>
                <a:lnTo>
                  <a:pt x="5018611" y="973747"/>
                </a:lnTo>
                <a:lnTo>
                  <a:pt x="4996200" y="983111"/>
                </a:lnTo>
                <a:lnTo>
                  <a:pt x="4973788" y="986400"/>
                </a:lnTo>
                <a:lnTo>
                  <a:pt x="4951376" y="983111"/>
                </a:lnTo>
                <a:lnTo>
                  <a:pt x="4928964" y="973747"/>
                </a:lnTo>
                <a:lnTo>
                  <a:pt x="4906552" y="959731"/>
                </a:lnTo>
                <a:lnTo>
                  <a:pt x="4884141" y="943200"/>
                </a:lnTo>
                <a:lnTo>
                  <a:pt x="4884141" y="943200"/>
                </a:lnTo>
                <a:lnTo>
                  <a:pt x="4861729" y="959731"/>
                </a:lnTo>
                <a:lnTo>
                  <a:pt x="4839317" y="973747"/>
                </a:lnTo>
                <a:lnTo>
                  <a:pt x="4816905" y="983111"/>
                </a:lnTo>
                <a:lnTo>
                  <a:pt x="4794494" y="986400"/>
                </a:lnTo>
                <a:lnTo>
                  <a:pt x="4772082" y="983111"/>
                </a:lnTo>
                <a:lnTo>
                  <a:pt x="4749670" y="973747"/>
                </a:lnTo>
                <a:lnTo>
                  <a:pt x="4727258" y="959731"/>
                </a:lnTo>
                <a:lnTo>
                  <a:pt x="4704847" y="943200"/>
                </a:lnTo>
                <a:lnTo>
                  <a:pt x="4704847" y="943200"/>
                </a:lnTo>
                <a:lnTo>
                  <a:pt x="4682435" y="959731"/>
                </a:lnTo>
                <a:lnTo>
                  <a:pt x="4660023" y="973747"/>
                </a:lnTo>
                <a:lnTo>
                  <a:pt x="4637611" y="983111"/>
                </a:lnTo>
                <a:lnTo>
                  <a:pt x="4615200" y="986400"/>
                </a:lnTo>
                <a:lnTo>
                  <a:pt x="4592788" y="983111"/>
                </a:lnTo>
                <a:lnTo>
                  <a:pt x="4570376" y="973747"/>
                </a:lnTo>
                <a:lnTo>
                  <a:pt x="4547964" y="959731"/>
                </a:lnTo>
                <a:lnTo>
                  <a:pt x="4525552" y="943200"/>
                </a:lnTo>
                <a:lnTo>
                  <a:pt x="4525552" y="943200"/>
                </a:lnTo>
                <a:lnTo>
                  <a:pt x="4503141" y="959731"/>
                </a:lnTo>
                <a:lnTo>
                  <a:pt x="4480729" y="973747"/>
                </a:lnTo>
                <a:lnTo>
                  <a:pt x="4458317" y="983111"/>
                </a:lnTo>
                <a:lnTo>
                  <a:pt x="4435905" y="986400"/>
                </a:lnTo>
                <a:lnTo>
                  <a:pt x="4413494" y="983111"/>
                </a:lnTo>
                <a:lnTo>
                  <a:pt x="4391082" y="973747"/>
                </a:lnTo>
                <a:lnTo>
                  <a:pt x="4368670" y="959731"/>
                </a:lnTo>
                <a:lnTo>
                  <a:pt x="4346258" y="943200"/>
                </a:lnTo>
                <a:lnTo>
                  <a:pt x="4346258" y="943200"/>
                </a:lnTo>
                <a:lnTo>
                  <a:pt x="4323847" y="959731"/>
                </a:lnTo>
                <a:lnTo>
                  <a:pt x="4301435" y="973747"/>
                </a:lnTo>
                <a:lnTo>
                  <a:pt x="4279023" y="983111"/>
                </a:lnTo>
                <a:lnTo>
                  <a:pt x="4256611" y="986400"/>
                </a:lnTo>
                <a:lnTo>
                  <a:pt x="4234200" y="983111"/>
                </a:lnTo>
                <a:lnTo>
                  <a:pt x="4211788" y="973747"/>
                </a:lnTo>
                <a:lnTo>
                  <a:pt x="4189376" y="959731"/>
                </a:lnTo>
                <a:lnTo>
                  <a:pt x="4166964" y="943200"/>
                </a:lnTo>
                <a:lnTo>
                  <a:pt x="4166964" y="943200"/>
                </a:lnTo>
                <a:lnTo>
                  <a:pt x="4144552" y="959731"/>
                </a:lnTo>
                <a:lnTo>
                  <a:pt x="4122141" y="973747"/>
                </a:lnTo>
                <a:lnTo>
                  <a:pt x="4099729" y="983111"/>
                </a:lnTo>
                <a:lnTo>
                  <a:pt x="4077317" y="986400"/>
                </a:lnTo>
                <a:lnTo>
                  <a:pt x="4054905" y="983111"/>
                </a:lnTo>
                <a:lnTo>
                  <a:pt x="4032494" y="973747"/>
                </a:lnTo>
                <a:lnTo>
                  <a:pt x="4010082" y="959731"/>
                </a:lnTo>
                <a:lnTo>
                  <a:pt x="3987670" y="943200"/>
                </a:lnTo>
                <a:lnTo>
                  <a:pt x="3987670" y="943200"/>
                </a:lnTo>
                <a:lnTo>
                  <a:pt x="3965258" y="959731"/>
                </a:lnTo>
                <a:lnTo>
                  <a:pt x="3942847" y="973747"/>
                </a:lnTo>
                <a:lnTo>
                  <a:pt x="3920435" y="983111"/>
                </a:lnTo>
                <a:lnTo>
                  <a:pt x="3898023" y="986400"/>
                </a:lnTo>
                <a:lnTo>
                  <a:pt x="3875611" y="983111"/>
                </a:lnTo>
                <a:lnTo>
                  <a:pt x="3853199" y="973747"/>
                </a:lnTo>
                <a:lnTo>
                  <a:pt x="3830788" y="959731"/>
                </a:lnTo>
                <a:lnTo>
                  <a:pt x="3808376" y="943200"/>
                </a:lnTo>
                <a:lnTo>
                  <a:pt x="3808376" y="943200"/>
                </a:lnTo>
                <a:lnTo>
                  <a:pt x="3785964" y="959731"/>
                </a:lnTo>
                <a:lnTo>
                  <a:pt x="3763552" y="973747"/>
                </a:lnTo>
                <a:lnTo>
                  <a:pt x="3741141" y="983111"/>
                </a:lnTo>
                <a:lnTo>
                  <a:pt x="3718729" y="986400"/>
                </a:lnTo>
                <a:lnTo>
                  <a:pt x="3696317" y="983111"/>
                </a:lnTo>
                <a:lnTo>
                  <a:pt x="3673905" y="973747"/>
                </a:lnTo>
                <a:lnTo>
                  <a:pt x="3651494" y="959731"/>
                </a:lnTo>
                <a:lnTo>
                  <a:pt x="3629082" y="943200"/>
                </a:lnTo>
                <a:lnTo>
                  <a:pt x="3629082" y="943200"/>
                </a:lnTo>
                <a:lnTo>
                  <a:pt x="3606670" y="959731"/>
                </a:lnTo>
                <a:lnTo>
                  <a:pt x="3584258" y="973747"/>
                </a:lnTo>
                <a:lnTo>
                  <a:pt x="3561847" y="983111"/>
                </a:lnTo>
                <a:lnTo>
                  <a:pt x="3539435" y="986400"/>
                </a:lnTo>
                <a:lnTo>
                  <a:pt x="3517023" y="983111"/>
                </a:lnTo>
                <a:lnTo>
                  <a:pt x="3494611" y="973747"/>
                </a:lnTo>
                <a:lnTo>
                  <a:pt x="3472200" y="959731"/>
                </a:lnTo>
                <a:lnTo>
                  <a:pt x="3449788" y="943200"/>
                </a:lnTo>
                <a:lnTo>
                  <a:pt x="3449788" y="943200"/>
                </a:lnTo>
                <a:lnTo>
                  <a:pt x="3427376" y="959731"/>
                </a:lnTo>
                <a:lnTo>
                  <a:pt x="3404964" y="973747"/>
                </a:lnTo>
                <a:lnTo>
                  <a:pt x="3382552" y="983111"/>
                </a:lnTo>
                <a:lnTo>
                  <a:pt x="3360141" y="986400"/>
                </a:lnTo>
                <a:lnTo>
                  <a:pt x="3337729" y="983111"/>
                </a:lnTo>
                <a:lnTo>
                  <a:pt x="3315317" y="973747"/>
                </a:lnTo>
                <a:lnTo>
                  <a:pt x="3292905" y="959731"/>
                </a:lnTo>
                <a:lnTo>
                  <a:pt x="3270494" y="943200"/>
                </a:lnTo>
                <a:lnTo>
                  <a:pt x="3270494" y="943200"/>
                </a:lnTo>
                <a:lnTo>
                  <a:pt x="3248082" y="959731"/>
                </a:lnTo>
                <a:lnTo>
                  <a:pt x="3225670" y="973747"/>
                </a:lnTo>
                <a:lnTo>
                  <a:pt x="3203258" y="983111"/>
                </a:lnTo>
                <a:lnTo>
                  <a:pt x="3180847" y="986400"/>
                </a:lnTo>
                <a:lnTo>
                  <a:pt x="3158435" y="983111"/>
                </a:lnTo>
                <a:lnTo>
                  <a:pt x="3136023" y="973747"/>
                </a:lnTo>
                <a:lnTo>
                  <a:pt x="3113611" y="959731"/>
                </a:lnTo>
                <a:lnTo>
                  <a:pt x="3091200" y="943200"/>
                </a:lnTo>
                <a:lnTo>
                  <a:pt x="3091200" y="943200"/>
                </a:lnTo>
                <a:lnTo>
                  <a:pt x="3068788" y="959731"/>
                </a:lnTo>
                <a:lnTo>
                  <a:pt x="3046376" y="973747"/>
                </a:lnTo>
                <a:lnTo>
                  <a:pt x="3023964" y="983111"/>
                </a:lnTo>
                <a:lnTo>
                  <a:pt x="3001552" y="986400"/>
                </a:lnTo>
                <a:lnTo>
                  <a:pt x="2979141" y="983111"/>
                </a:lnTo>
                <a:lnTo>
                  <a:pt x="2956729" y="973747"/>
                </a:lnTo>
                <a:lnTo>
                  <a:pt x="2934317" y="959731"/>
                </a:lnTo>
                <a:lnTo>
                  <a:pt x="2911905" y="943200"/>
                </a:lnTo>
                <a:lnTo>
                  <a:pt x="2911905" y="943200"/>
                </a:lnTo>
                <a:lnTo>
                  <a:pt x="2889494" y="959731"/>
                </a:lnTo>
                <a:lnTo>
                  <a:pt x="2867082" y="973747"/>
                </a:lnTo>
                <a:lnTo>
                  <a:pt x="2844670" y="983111"/>
                </a:lnTo>
                <a:lnTo>
                  <a:pt x="2822258" y="986400"/>
                </a:lnTo>
                <a:lnTo>
                  <a:pt x="2799847" y="983111"/>
                </a:lnTo>
                <a:lnTo>
                  <a:pt x="2777435" y="973747"/>
                </a:lnTo>
                <a:lnTo>
                  <a:pt x="2755023" y="959731"/>
                </a:lnTo>
                <a:lnTo>
                  <a:pt x="2732611" y="943200"/>
                </a:lnTo>
                <a:lnTo>
                  <a:pt x="2732611" y="943200"/>
                </a:lnTo>
                <a:lnTo>
                  <a:pt x="2710199" y="959731"/>
                </a:lnTo>
                <a:lnTo>
                  <a:pt x="2687788" y="973747"/>
                </a:lnTo>
                <a:lnTo>
                  <a:pt x="2665376" y="983111"/>
                </a:lnTo>
                <a:lnTo>
                  <a:pt x="2642964" y="986400"/>
                </a:lnTo>
                <a:lnTo>
                  <a:pt x="2620552" y="983111"/>
                </a:lnTo>
                <a:lnTo>
                  <a:pt x="2598141" y="973747"/>
                </a:lnTo>
                <a:lnTo>
                  <a:pt x="2575729" y="959731"/>
                </a:lnTo>
                <a:lnTo>
                  <a:pt x="2553317" y="943200"/>
                </a:lnTo>
                <a:lnTo>
                  <a:pt x="2553317" y="943200"/>
                </a:lnTo>
                <a:lnTo>
                  <a:pt x="2530905" y="959731"/>
                </a:lnTo>
                <a:lnTo>
                  <a:pt x="2508494" y="973747"/>
                </a:lnTo>
                <a:lnTo>
                  <a:pt x="2486082" y="983111"/>
                </a:lnTo>
                <a:lnTo>
                  <a:pt x="2463670" y="986400"/>
                </a:lnTo>
                <a:lnTo>
                  <a:pt x="2441258" y="983111"/>
                </a:lnTo>
                <a:lnTo>
                  <a:pt x="2418847" y="973747"/>
                </a:lnTo>
                <a:lnTo>
                  <a:pt x="2396435" y="959731"/>
                </a:lnTo>
                <a:lnTo>
                  <a:pt x="2374023" y="943200"/>
                </a:lnTo>
                <a:lnTo>
                  <a:pt x="2374023" y="943200"/>
                </a:lnTo>
                <a:lnTo>
                  <a:pt x="2351611" y="959731"/>
                </a:lnTo>
                <a:lnTo>
                  <a:pt x="2329200" y="973747"/>
                </a:lnTo>
                <a:lnTo>
                  <a:pt x="2306788" y="983111"/>
                </a:lnTo>
                <a:lnTo>
                  <a:pt x="2284376" y="986400"/>
                </a:lnTo>
                <a:lnTo>
                  <a:pt x="2261964" y="983111"/>
                </a:lnTo>
                <a:lnTo>
                  <a:pt x="2239552" y="973747"/>
                </a:lnTo>
                <a:lnTo>
                  <a:pt x="2217141" y="959731"/>
                </a:lnTo>
                <a:lnTo>
                  <a:pt x="2194729" y="943200"/>
                </a:lnTo>
                <a:lnTo>
                  <a:pt x="2194729" y="943200"/>
                </a:lnTo>
                <a:lnTo>
                  <a:pt x="2172317" y="959731"/>
                </a:lnTo>
                <a:lnTo>
                  <a:pt x="2149905" y="973747"/>
                </a:lnTo>
                <a:lnTo>
                  <a:pt x="2127494" y="983111"/>
                </a:lnTo>
                <a:lnTo>
                  <a:pt x="2105082" y="986400"/>
                </a:lnTo>
                <a:lnTo>
                  <a:pt x="2082670" y="983111"/>
                </a:lnTo>
                <a:lnTo>
                  <a:pt x="2060258" y="973747"/>
                </a:lnTo>
                <a:lnTo>
                  <a:pt x="2037847" y="959731"/>
                </a:lnTo>
                <a:lnTo>
                  <a:pt x="2015435" y="943200"/>
                </a:lnTo>
                <a:lnTo>
                  <a:pt x="2015435" y="943200"/>
                </a:lnTo>
                <a:lnTo>
                  <a:pt x="1993023" y="959731"/>
                </a:lnTo>
                <a:lnTo>
                  <a:pt x="1970611" y="973747"/>
                </a:lnTo>
                <a:lnTo>
                  <a:pt x="1948200" y="983111"/>
                </a:lnTo>
                <a:lnTo>
                  <a:pt x="1925788" y="986400"/>
                </a:lnTo>
                <a:lnTo>
                  <a:pt x="1903376" y="983111"/>
                </a:lnTo>
                <a:lnTo>
                  <a:pt x="1880964" y="973747"/>
                </a:lnTo>
                <a:lnTo>
                  <a:pt x="1858552" y="959731"/>
                </a:lnTo>
                <a:lnTo>
                  <a:pt x="1836141" y="943200"/>
                </a:lnTo>
                <a:lnTo>
                  <a:pt x="1836141" y="943200"/>
                </a:lnTo>
                <a:lnTo>
                  <a:pt x="1813729" y="959731"/>
                </a:lnTo>
                <a:lnTo>
                  <a:pt x="1791317" y="973747"/>
                </a:lnTo>
                <a:lnTo>
                  <a:pt x="1768905" y="983111"/>
                </a:lnTo>
                <a:lnTo>
                  <a:pt x="1746494" y="986400"/>
                </a:lnTo>
                <a:lnTo>
                  <a:pt x="1724082" y="983111"/>
                </a:lnTo>
                <a:lnTo>
                  <a:pt x="1701670" y="973747"/>
                </a:lnTo>
                <a:lnTo>
                  <a:pt x="1679258" y="959731"/>
                </a:lnTo>
                <a:lnTo>
                  <a:pt x="1656847" y="943200"/>
                </a:lnTo>
                <a:lnTo>
                  <a:pt x="1656847" y="943200"/>
                </a:lnTo>
                <a:lnTo>
                  <a:pt x="1634435" y="959731"/>
                </a:lnTo>
                <a:lnTo>
                  <a:pt x="1612023" y="973747"/>
                </a:lnTo>
                <a:lnTo>
                  <a:pt x="1589611" y="983111"/>
                </a:lnTo>
                <a:lnTo>
                  <a:pt x="1567199" y="986400"/>
                </a:lnTo>
                <a:lnTo>
                  <a:pt x="1544788" y="983111"/>
                </a:lnTo>
                <a:lnTo>
                  <a:pt x="1522376" y="973747"/>
                </a:lnTo>
                <a:lnTo>
                  <a:pt x="1499964" y="959731"/>
                </a:lnTo>
                <a:lnTo>
                  <a:pt x="1477552" y="943200"/>
                </a:lnTo>
                <a:lnTo>
                  <a:pt x="1477552" y="943200"/>
                </a:lnTo>
                <a:lnTo>
                  <a:pt x="1455141" y="959731"/>
                </a:lnTo>
                <a:lnTo>
                  <a:pt x="1432729" y="973747"/>
                </a:lnTo>
                <a:lnTo>
                  <a:pt x="1410317" y="983111"/>
                </a:lnTo>
                <a:lnTo>
                  <a:pt x="1387905" y="986400"/>
                </a:lnTo>
                <a:lnTo>
                  <a:pt x="1365494" y="983111"/>
                </a:lnTo>
                <a:lnTo>
                  <a:pt x="1343082" y="973747"/>
                </a:lnTo>
                <a:lnTo>
                  <a:pt x="1320670" y="959731"/>
                </a:lnTo>
                <a:lnTo>
                  <a:pt x="1298258" y="943200"/>
                </a:lnTo>
                <a:lnTo>
                  <a:pt x="1298258" y="943200"/>
                </a:lnTo>
                <a:lnTo>
                  <a:pt x="1275847" y="959731"/>
                </a:lnTo>
                <a:lnTo>
                  <a:pt x="1253435" y="973747"/>
                </a:lnTo>
                <a:lnTo>
                  <a:pt x="1231023" y="983111"/>
                </a:lnTo>
                <a:lnTo>
                  <a:pt x="1208611" y="986400"/>
                </a:lnTo>
                <a:lnTo>
                  <a:pt x="1186200" y="983111"/>
                </a:lnTo>
                <a:lnTo>
                  <a:pt x="1163788" y="973747"/>
                </a:lnTo>
                <a:lnTo>
                  <a:pt x="1141376" y="959731"/>
                </a:lnTo>
                <a:lnTo>
                  <a:pt x="1118964" y="943200"/>
                </a:lnTo>
                <a:lnTo>
                  <a:pt x="1118964" y="943200"/>
                </a:lnTo>
                <a:lnTo>
                  <a:pt x="1096552" y="959731"/>
                </a:lnTo>
                <a:lnTo>
                  <a:pt x="1074141" y="973747"/>
                </a:lnTo>
                <a:lnTo>
                  <a:pt x="1051729" y="983111"/>
                </a:lnTo>
                <a:lnTo>
                  <a:pt x="1029317" y="986400"/>
                </a:lnTo>
                <a:lnTo>
                  <a:pt x="1006905" y="983111"/>
                </a:lnTo>
                <a:lnTo>
                  <a:pt x="984494" y="973747"/>
                </a:lnTo>
                <a:lnTo>
                  <a:pt x="962082" y="959731"/>
                </a:lnTo>
                <a:lnTo>
                  <a:pt x="939670" y="943200"/>
                </a:lnTo>
                <a:lnTo>
                  <a:pt x="939670" y="943200"/>
                </a:lnTo>
                <a:lnTo>
                  <a:pt x="917258" y="959731"/>
                </a:lnTo>
                <a:lnTo>
                  <a:pt x="894847" y="973747"/>
                </a:lnTo>
                <a:lnTo>
                  <a:pt x="872435" y="983111"/>
                </a:lnTo>
                <a:lnTo>
                  <a:pt x="850023" y="986400"/>
                </a:lnTo>
                <a:lnTo>
                  <a:pt x="827611" y="983111"/>
                </a:lnTo>
                <a:lnTo>
                  <a:pt x="805200" y="973747"/>
                </a:lnTo>
                <a:lnTo>
                  <a:pt x="782788" y="959731"/>
                </a:lnTo>
                <a:lnTo>
                  <a:pt x="760376" y="943200"/>
                </a:lnTo>
                <a:lnTo>
                  <a:pt x="760376" y="943200"/>
                </a:lnTo>
                <a:lnTo>
                  <a:pt x="737964" y="959731"/>
                </a:lnTo>
                <a:lnTo>
                  <a:pt x="715552" y="973747"/>
                </a:lnTo>
                <a:lnTo>
                  <a:pt x="693141" y="983111"/>
                </a:lnTo>
                <a:lnTo>
                  <a:pt x="670729" y="986400"/>
                </a:lnTo>
                <a:lnTo>
                  <a:pt x="648317" y="983111"/>
                </a:lnTo>
                <a:lnTo>
                  <a:pt x="625905" y="973747"/>
                </a:lnTo>
                <a:lnTo>
                  <a:pt x="603494" y="959731"/>
                </a:lnTo>
                <a:lnTo>
                  <a:pt x="581082" y="943200"/>
                </a:lnTo>
                <a:lnTo>
                  <a:pt x="581082" y="943200"/>
                </a:lnTo>
                <a:lnTo>
                  <a:pt x="558670" y="959731"/>
                </a:lnTo>
                <a:lnTo>
                  <a:pt x="536258" y="973747"/>
                </a:lnTo>
                <a:lnTo>
                  <a:pt x="513847" y="983111"/>
                </a:lnTo>
                <a:lnTo>
                  <a:pt x="491435" y="986400"/>
                </a:lnTo>
                <a:lnTo>
                  <a:pt x="469023" y="983111"/>
                </a:lnTo>
                <a:lnTo>
                  <a:pt x="446611" y="973747"/>
                </a:lnTo>
                <a:lnTo>
                  <a:pt x="424199" y="959731"/>
                </a:lnTo>
                <a:lnTo>
                  <a:pt x="401788" y="943200"/>
                </a:lnTo>
                <a:lnTo>
                  <a:pt x="401788" y="943200"/>
                </a:lnTo>
                <a:lnTo>
                  <a:pt x="379376" y="959731"/>
                </a:lnTo>
                <a:lnTo>
                  <a:pt x="356964" y="973747"/>
                </a:lnTo>
                <a:lnTo>
                  <a:pt x="334552" y="983111"/>
                </a:lnTo>
                <a:lnTo>
                  <a:pt x="312141" y="986400"/>
                </a:lnTo>
                <a:lnTo>
                  <a:pt x="289729" y="983111"/>
                </a:lnTo>
                <a:lnTo>
                  <a:pt x="267317" y="973747"/>
                </a:lnTo>
                <a:lnTo>
                  <a:pt x="244905" y="959731"/>
                </a:lnTo>
                <a:lnTo>
                  <a:pt x="222494" y="943200"/>
                </a:lnTo>
                <a:lnTo>
                  <a:pt x="222494" y="943200"/>
                </a:lnTo>
                <a:lnTo>
                  <a:pt x="200082" y="959731"/>
                </a:lnTo>
                <a:lnTo>
                  <a:pt x="177670" y="973747"/>
                </a:lnTo>
                <a:lnTo>
                  <a:pt x="155258" y="983111"/>
                </a:lnTo>
                <a:lnTo>
                  <a:pt x="132847" y="986400"/>
                </a:lnTo>
                <a:lnTo>
                  <a:pt x="110435" y="983111"/>
                </a:lnTo>
                <a:lnTo>
                  <a:pt x="88023" y="973747"/>
                </a:lnTo>
                <a:lnTo>
                  <a:pt x="65611" y="959731"/>
                </a:lnTo>
                <a:lnTo>
                  <a:pt x="43200" y="943200"/>
                </a:lnTo>
                <a:lnTo>
                  <a:pt x="43200" y="943200"/>
                </a:lnTo>
                <a:lnTo>
                  <a:pt x="26668" y="920700"/>
                </a:lnTo>
                <a:lnTo>
                  <a:pt x="12652" y="898200"/>
                </a:lnTo>
                <a:lnTo>
                  <a:pt x="3288" y="875700"/>
                </a:lnTo>
                <a:lnTo>
                  <a:pt x="0" y="853200"/>
                </a:lnTo>
                <a:lnTo>
                  <a:pt x="3288" y="830700"/>
                </a:lnTo>
                <a:lnTo>
                  <a:pt x="12652" y="808200"/>
                </a:lnTo>
                <a:lnTo>
                  <a:pt x="26668" y="785700"/>
                </a:lnTo>
                <a:lnTo>
                  <a:pt x="43200" y="763200"/>
                </a:lnTo>
                <a:lnTo>
                  <a:pt x="43200" y="763200"/>
                </a:lnTo>
                <a:lnTo>
                  <a:pt x="26668" y="740700"/>
                </a:lnTo>
                <a:lnTo>
                  <a:pt x="12652" y="718200"/>
                </a:lnTo>
                <a:lnTo>
                  <a:pt x="3288" y="695700"/>
                </a:lnTo>
                <a:lnTo>
                  <a:pt x="0" y="673200"/>
                </a:lnTo>
                <a:lnTo>
                  <a:pt x="3288" y="650700"/>
                </a:lnTo>
                <a:lnTo>
                  <a:pt x="12652" y="628200"/>
                </a:lnTo>
                <a:lnTo>
                  <a:pt x="26668" y="605700"/>
                </a:lnTo>
                <a:lnTo>
                  <a:pt x="43200" y="583200"/>
                </a:lnTo>
                <a:lnTo>
                  <a:pt x="43200" y="583200"/>
                </a:lnTo>
                <a:lnTo>
                  <a:pt x="26668" y="560700"/>
                </a:lnTo>
                <a:lnTo>
                  <a:pt x="12652" y="538200"/>
                </a:lnTo>
                <a:lnTo>
                  <a:pt x="3288" y="515700"/>
                </a:lnTo>
                <a:lnTo>
                  <a:pt x="0" y="493200"/>
                </a:lnTo>
                <a:lnTo>
                  <a:pt x="3288" y="470700"/>
                </a:lnTo>
                <a:lnTo>
                  <a:pt x="12652" y="448200"/>
                </a:lnTo>
                <a:lnTo>
                  <a:pt x="26668" y="425700"/>
                </a:lnTo>
                <a:lnTo>
                  <a:pt x="43200" y="403200"/>
                </a:lnTo>
                <a:lnTo>
                  <a:pt x="43200" y="403200"/>
                </a:lnTo>
                <a:lnTo>
                  <a:pt x="26668" y="380700"/>
                </a:lnTo>
                <a:lnTo>
                  <a:pt x="12652" y="358200"/>
                </a:lnTo>
                <a:lnTo>
                  <a:pt x="3288" y="335700"/>
                </a:lnTo>
                <a:lnTo>
                  <a:pt x="0" y="313200"/>
                </a:lnTo>
                <a:lnTo>
                  <a:pt x="3288" y="290700"/>
                </a:lnTo>
                <a:lnTo>
                  <a:pt x="12652" y="268200"/>
                </a:lnTo>
                <a:lnTo>
                  <a:pt x="26668" y="245700"/>
                </a:lnTo>
                <a:lnTo>
                  <a:pt x="43200" y="223200"/>
                </a:lnTo>
                <a:lnTo>
                  <a:pt x="43200" y="223200"/>
                </a:lnTo>
                <a:lnTo>
                  <a:pt x="26668" y="200700"/>
                </a:lnTo>
                <a:lnTo>
                  <a:pt x="12652" y="178200"/>
                </a:lnTo>
                <a:lnTo>
                  <a:pt x="3288" y="155700"/>
                </a:lnTo>
                <a:lnTo>
                  <a:pt x="0" y="133200"/>
                </a:lnTo>
                <a:lnTo>
                  <a:pt x="3288" y="110700"/>
                </a:lnTo>
                <a:lnTo>
                  <a:pt x="12652" y="88200"/>
                </a:lnTo>
                <a:lnTo>
                  <a:pt x="26668" y="65700"/>
                </a:lnTo>
                <a:lnTo>
                  <a:pt x="43200" y="43200"/>
                </a:lnTo>
                <a:close/>
              </a:path>
            </a:pathLst>
          </a:custGeom>
          <a:noFill/>
          <a:ln w="7620">
            <a:solidFill>
              <a:srgbClr val="A4433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2000" y="8424000"/>
            <a:ext cx="8928000" cy="72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  <a:r>
              <a:t>TBC #16 — supplier to resolve pane edge support, seal pockets, pivot footprint and operating clearances before glass order.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Flush threshold / floor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AP-17 · accessible level transition and recessed hardware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540000" y="9792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540000" y="10008000"/>
            <a:ext cx="7128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FOR COORDINATION  ·  SITE ITEMS OPEN  ·  REV B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06 OCT 2026  /  SOURCE REV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4000" y="10008000"/>
            <a:ext cx="522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1:2 — indicative assembly @ A3  ·  DIMENSIONS mm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SPEC SNAPSHOT eeccbde1cd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92000" y="10008000"/>
            <a:ext cx="1152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AP-17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548000" y="2052000"/>
            <a:ext cx="0" cy="7308000"/>
          </a:xfrm>
          <a:prstGeom prst="line">
            <a:avLst/>
          </a:prstGeom>
          <a:ln w="7620">
            <a:solidFill>
              <a:srgbClr val="E8E1D5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10908000" y="2088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DESIGN LEVEL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08000" y="2448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No step or raised sill. Internal and external finished surfaces meet flush; external levels require survey #26.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08000" y="3852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FLOOR PIVOT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08000" y="4212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Recessed pivot/closer supported by verified structural substrate. Independent of tile and adhesive; removable cover flush with FFL.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08000" y="5616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MOVEMENT / SEAL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08000" y="5976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Maintain 5 perimeter movement allowance where applicable. Compatible flexible seals; do not bridge joints with rigid grout.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08000" y="7380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SITE CONFIRMATION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08000" y="7740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Slab depth, services, damp protection and external drainage must be verified before recessing hardware or setting threshold level.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440000" y="5040000"/>
            <a:ext cx="7200000" cy="0"/>
          </a:xfrm>
          <a:prstGeom prst="line">
            <a:avLst/>
          </a:prstGeom>
          <a:ln w="15240">
            <a:solidFill>
              <a:srgbClr val="252725"/>
            </a:solidFill>
          </a:ln>
          <a:effectLst/>
        </p:spPr>
      </p:cxnSp>
      <p:sp>
        <p:nvSpPr>
          <p:cNvPr id="21" name="Rectangle 20"/>
          <p:cNvSpPr/>
          <p:nvPr/>
        </p:nvSpPr>
        <p:spPr>
          <a:xfrm>
            <a:off x="1440000" y="5040000"/>
            <a:ext cx="7200000" cy="270000"/>
          </a:xfrm>
          <a:prstGeom prst="rect">
            <a:avLst/>
          </a:prstGeom>
          <a:solidFill>
            <a:srgbClr val="E8E1D5"/>
          </a:solidFill>
          <a:ln w="8890">
            <a:solidFill>
              <a:srgbClr val="A44338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80000" y="5310000"/>
            <a:ext cx="1980000" cy="1350000"/>
          </a:xfrm>
          <a:prstGeom prst="rect">
            <a:avLst/>
          </a:prstGeom>
          <a:noFill/>
          <a:ln w="8890">
            <a:solidFill>
              <a:srgbClr val="A44338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90000" y="2700000"/>
            <a:ext cx="216000" cy="2160000"/>
          </a:xfrm>
          <a:prstGeom prst="rect">
            <a:avLst/>
          </a:prstGeom>
          <a:noFill/>
          <a:ln w="8890">
            <a:solidFill>
              <a:srgbClr val="46697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 flipV="1">
            <a:off x="4698000" y="4860000"/>
            <a:ext cx="0" cy="1080000"/>
          </a:xfrm>
          <a:prstGeom prst="line">
            <a:avLst/>
          </a:prstGeom>
          <a:ln w="12700">
            <a:solidFill>
              <a:srgbClr val="A44338"/>
            </a:solidFill>
            <a:prstDash val="dash"/>
          </a:ln>
          <a:effectLst/>
        </p:spPr>
      </p:cxnSp>
      <p:sp>
        <p:nvSpPr>
          <p:cNvPr id="25" name="TextBox 24"/>
          <p:cNvSpPr txBox="1"/>
          <p:nvPr/>
        </p:nvSpPr>
        <p:spPr>
          <a:xfrm>
            <a:off x="1530000" y="4680000"/>
            <a:ext cx="4680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A44338"/>
                </a:solidFill>
                <a:latin typeface="Liberation Sans"/>
              </a:defRPr>
            </a:pPr>
            <a:r>
              <a:t>FFL ±0 — VERIFY ON SITE #26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10000" y="7020000"/>
            <a:ext cx="4680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A44338"/>
                </a:solidFill>
                <a:latin typeface="Liberation Sans"/>
              </a:defRPr>
            </a:pPr>
            <a:r>
              <a:t>RECESSED HARDWARE ENVELOPE TBC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428000" y="5688000"/>
            <a:ext cx="2196000" cy="504000"/>
          </a:xfrm>
          <a:prstGeom prst="line">
            <a:avLst/>
          </a:prstGeom>
          <a:ln w="5715">
            <a:solidFill>
              <a:srgbClr val="737871"/>
            </a:solidFill>
          </a:ln>
          <a:effectLst/>
        </p:spPr>
      </p:cxnSp>
      <p:sp>
        <p:nvSpPr>
          <p:cNvPr id="28" name="Oval 27"/>
          <p:cNvSpPr/>
          <p:nvPr/>
        </p:nvSpPr>
        <p:spPr>
          <a:xfrm>
            <a:off x="4404600" y="5664600"/>
            <a:ext cx="46800" cy="468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96000" y="6048000"/>
            <a:ext cx="3348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Independent structural support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4680000" y="3780000"/>
            <a:ext cx="1944000" cy="1080000"/>
          </a:xfrm>
          <a:prstGeom prst="line">
            <a:avLst/>
          </a:prstGeom>
          <a:ln w="5715">
            <a:solidFill>
              <a:srgbClr val="737871"/>
            </a:solidFill>
          </a:ln>
          <a:effectLst/>
        </p:spPr>
      </p:cxnSp>
      <p:sp>
        <p:nvSpPr>
          <p:cNvPr id="31" name="Oval 30"/>
          <p:cNvSpPr/>
          <p:nvPr/>
        </p:nvSpPr>
        <p:spPr>
          <a:xfrm>
            <a:off x="4656600" y="4836600"/>
            <a:ext cx="46800" cy="468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96000" y="3636000"/>
            <a:ext cx="3348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12 glass / seal TBC #16</a:t>
            </a:r>
          </a:p>
        </p:txBody>
      </p:sp>
      <p:sp>
        <p:nvSpPr>
          <p:cNvPr id="33" name="Freeform 32"/>
          <p:cNvSpPr/>
          <p:nvPr/>
        </p:nvSpPr>
        <p:spPr>
          <a:xfrm>
            <a:off x="928800" y="7948800"/>
            <a:ext cx="9086400" cy="1166400"/>
          </a:xfrm>
          <a:custGeom>
            <a:avLst/>
            <a:gdLst/>
            <a:ahLst/>
            <a:cxnLst/>
            <a:rect l="l" t="t" r="r" b="b"/>
            <a:pathLst>
              <a:path w="9086400" h="1166400">
                <a:moveTo>
                  <a:pt x="43200" y="43200"/>
                </a:moveTo>
                <a:lnTo>
                  <a:pt x="65700" y="26668"/>
                </a:lnTo>
                <a:lnTo>
                  <a:pt x="88200" y="12652"/>
                </a:lnTo>
                <a:lnTo>
                  <a:pt x="110700" y="3288"/>
                </a:lnTo>
                <a:lnTo>
                  <a:pt x="133200" y="0"/>
                </a:lnTo>
                <a:lnTo>
                  <a:pt x="155700" y="3288"/>
                </a:lnTo>
                <a:lnTo>
                  <a:pt x="178200" y="12652"/>
                </a:lnTo>
                <a:lnTo>
                  <a:pt x="200700" y="26668"/>
                </a:lnTo>
                <a:lnTo>
                  <a:pt x="223200" y="43200"/>
                </a:lnTo>
                <a:lnTo>
                  <a:pt x="223200" y="43200"/>
                </a:lnTo>
                <a:lnTo>
                  <a:pt x="245700" y="26668"/>
                </a:lnTo>
                <a:lnTo>
                  <a:pt x="268200" y="12652"/>
                </a:lnTo>
                <a:lnTo>
                  <a:pt x="290700" y="3288"/>
                </a:lnTo>
                <a:lnTo>
                  <a:pt x="313200" y="0"/>
                </a:lnTo>
                <a:lnTo>
                  <a:pt x="335700" y="3288"/>
                </a:lnTo>
                <a:lnTo>
                  <a:pt x="358200" y="12652"/>
                </a:lnTo>
                <a:lnTo>
                  <a:pt x="380700" y="26668"/>
                </a:lnTo>
                <a:lnTo>
                  <a:pt x="403200" y="43200"/>
                </a:lnTo>
                <a:lnTo>
                  <a:pt x="403200" y="43200"/>
                </a:lnTo>
                <a:lnTo>
                  <a:pt x="425700" y="26668"/>
                </a:lnTo>
                <a:lnTo>
                  <a:pt x="448200" y="12652"/>
                </a:lnTo>
                <a:lnTo>
                  <a:pt x="470700" y="3288"/>
                </a:lnTo>
                <a:lnTo>
                  <a:pt x="493200" y="0"/>
                </a:lnTo>
                <a:lnTo>
                  <a:pt x="515700" y="3288"/>
                </a:lnTo>
                <a:lnTo>
                  <a:pt x="538200" y="12652"/>
                </a:lnTo>
                <a:lnTo>
                  <a:pt x="560700" y="26668"/>
                </a:lnTo>
                <a:lnTo>
                  <a:pt x="583200" y="43200"/>
                </a:lnTo>
                <a:lnTo>
                  <a:pt x="583200" y="43200"/>
                </a:lnTo>
                <a:lnTo>
                  <a:pt x="605700" y="26668"/>
                </a:lnTo>
                <a:lnTo>
                  <a:pt x="628200" y="12652"/>
                </a:lnTo>
                <a:lnTo>
                  <a:pt x="650700" y="3288"/>
                </a:lnTo>
                <a:lnTo>
                  <a:pt x="673200" y="0"/>
                </a:lnTo>
                <a:lnTo>
                  <a:pt x="695700" y="3288"/>
                </a:lnTo>
                <a:lnTo>
                  <a:pt x="718200" y="12652"/>
                </a:lnTo>
                <a:lnTo>
                  <a:pt x="740700" y="26668"/>
                </a:lnTo>
                <a:lnTo>
                  <a:pt x="763200" y="43200"/>
                </a:lnTo>
                <a:lnTo>
                  <a:pt x="763200" y="43200"/>
                </a:lnTo>
                <a:lnTo>
                  <a:pt x="785700" y="26668"/>
                </a:lnTo>
                <a:lnTo>
                  <a:pt x="808200" y="12652"/>
                </a:lnTo>
                <a:lnTo>
                  <a:pt x="830700" y="3288"/>
                </a:lnTo>
                <a:lnTo>
                  <a:pt x="853200" y="0"/>
                </a:lnTo>
                <a:lnTo>
                  <a:pt x="875700" y="3288"/>
                </a:lnTo>
                <a:lnTo>
                  <a:pt x="898200" y="12652"/>
                </a:lnTo>
                <a:lnTo>
                  <a:pt x="920700" y="26668"/>
                </a:lnTo>
                <a:lnTo>
                  <a:pt x="943200" y="43200"/>
                </a:lnTo>
                <a:lnTo>
                  <a:pt x="943200" y="43200"/>
                </a:lnTo>
                <a:lnTo>
                  <a:pt x="965700" y="26668"/>
                </a:lnTo>
                <a:lnTo>
                  <a:pt x="988200" y="12652"/>
                </a:lnTo>
                <a:lnTo>
                  <a:pt x="1010700" y="3288"/>
                </a:lnTo>
                <a:lnTo>
                  <a:pt x="1033200" y="0"/>
                </a:lnTo>
                <a:lnTo>
                  <a:pt x="1055700" y="3288"/>
                </a:lnTo>
                <a:lnTo>
                  <a:pt x="1078200" y="12652"/>
                </a:lnTo>
                <a:lnTo>
                  <a:pt x="1100700" y="26668"/>
                </a:lnTo>
                <a:lnTo>
                  <a:pt x="1123200" y="43200"/>
                </a:lnTo>
                <a:lnTo>
                  <a:pt x="1123200" y="43200"/>
                </a:lnTo>
                <a:lnTo>
                  <a:pt x="1145700" y="26668"/>
                </a:lnTo>
                <a:lnTo>
                  <a:pt x="1168200" y="12652"/>
                </a:lnTo>
                <a:lnTo>
                  <a:pt x="1190700" y="3288"/>
                </a:lnTo>
                <a:lnTo>
                  <a:pt x="1213200" y="0"/>
                </a:lnTo>
                <a:lnTo>
                  <a:pt x="1235700" y="3288"/>
                </a:lnTo>
                <a:lnTo>
                  <a:pt x="1258200" y="12652"/>
                </a:lnTo>
                <a:lnTo>
                  <a:pt x="1280700" y="26668"/>
                </a:lnTo>
                <a:lnTo>
                  <a:pt x="1303200" y="43200"/>
                </a:lnTo>
                <a:lnTo>
                  <a:pt x="1303200" y="43200"/>
                </a:lnTo>
                <a:lnTo>
                  <a:pt x="1325700" y="26668"/>
                </a:lnTo>
                <a:lnTo>
                  <a:pt x="1348200" y="12652"/>
                </a:lnTo>
                <a:lnTo>
                  <a:pt x="1370700" y="3288"/>
                </a:lnTo>
                <a:lnTo>
                  <a:pt x="1393200" y="0"/>
                </a:lnTo>
                <a:lnTo>
                  <a:pt x="1415700" y="3288"/>
                </a:lnTo>
                <a:lnTo>
                  <a:pt x="1438200" y="12652"/>
                </a:lnTo>
                <a:lnTo>
                  <a:pt x="1460700" y="26668"/>
                </a:lnTo>
                <a:lnTo>
                  <a:pt x="1483200" y="43200"/>
                </a:lnTo>
                <a:lnTo>
                  <a:pt x="1483200" y="43200"/>
                </a:lnTo>
                <a:lnTo>
                  <a:pt x="1505700" y="26668"/>
                </a:lnTo>
                <a:lnTo>
                  <a:pt x="1528200" y="12652"/>
                </a:lnTo>
                <a:lnTo>
                  <a:pt x="1550700" y="3288"/>
                </a:lnTo>
                <a:lnTo>
                  <a:pt x="1573200" y="0"/>
                </a:lnTo>
                <a:lnTo>
                  <a:pt x="1595700" y="3288"/>
                </a:lnTo>
                <a:lnTo>
                  <a:pt x="1618200" y="12652"/>
                </a:lnTo>
                <a:lnTo>
                  <a:pt x="1640700" y="26668"/>
                </a:lnTo>
                <a:lnTo>
                  <a:pt x="1663200" y="43200"/>
                </a:lnTo>
                <a:lnTo>
                  <a:pt x="1663200" y="43200"/>
                </a:lnTo>
                <a:lnTo>
                  <a:pt x="1685700" y="26668"/>
                </a:lnTo>
                <a:lnTo>
                  <a:pt x="1708200" y="12652"/>
                </a:lnTo>
                <a:lnTo>
                  <a:pt x="1730700" y="3288"/>
                </a:lnTo>
                <a:lnTo>
                  <a:pt x="1753200" y="0"/>
                </a:lnTo>
                <a:lnTo>
                  <a:pt x="1775700" y="3288"/>
                </a:lnTo>
                <a:lnTo>
                  <a:pt x="1798200" y="12652"/>
                </a:lnTo>
                <a:lnTo>
                  <a:pt x="1820700" y="26668"/>
                </a:lnTo>
                <a:lnTo>
                  <a:pt x="1843200" y="43200"/>
                </a:lnTo>
                <a:lnTo>
                  <a:pt x="1843200" y="43200"/>
                </a:lnTo>
                <a:lnTo>
                  <a:pt x="1865700" y="26668"/>
                </a:lnTo>
                <a:lnTo>
                  <a:pt x="1888200" y="12652"/>
                </a:lnTo>
                <a:lnTo>
                  <a:pt x="1910700" y="3288"/>
                </a:lnTo>
                <a:lnTo>
                  <a:pt x="1933200" y="0"/>
                </a:lnTo>
                <a:lnTo>
                  <a:pt x="1955700" y="3288"/>
                </a:lnTo>
                <a:lnTo>
                  <a:pt x="1978200" y="12652"/>
                </a:lnTo>
                <a:lnTo>
                  <a:pt x="2000700" y="26668"/>
                </a:lnTo>
                <a:lnTo>
                  <a:pt x="2023200" y="43200"/>
                </a:lnTo>
                <a:lnTo>
                  <a:pt x="2023200" y="43200"/>
                </a:lnTo>
                <a:lnTo>
                  <a:pt x="2045700" y="26668"/>
                </a:lnTo>
                <a:lnTo>
                  <a:pt x="2068200" y="12652"/>
                </a:lnTo>
                <a:lnTo>
                  <a:pt x="2090700" y="3288"/>
                </a:lnTo>
                <a:lnTo>
                  <a:pt x="2113200" y="0"/>
                </a:lnTo>
                <a:lnTo>
                  <a:pt x="2135700" y="3288"/>
                </a:lnTo>
                <a:lnTo>
                  <a:pt x="2158200" y="12652"/>
                </a:lnTo>
                <a:lnTo>
                  <a:pt x="2180700" y="26668"/>
                </a:lnTo>
                <a:lnTo>
                  <a:pt x="2203200" y="43200"/>
                </a:lnTo>
                <a:lnTo>
                  <a:pt x="2203200" y="43200"/>
                </a:lnTo>
                <a:lnTo>
                  <a:pt x="2225700" y="26668"/>
                </a:lnTo>
                <a:lnTo>
                  <a:pt x="2248200" y="12652"/>
                </a:lnTo>
                <a:lnTo>
                  <a:pt x="2270700" y="3288"/>
                </a:lnTo>
                <a:lnTo>
                  <a:pt x="2293200" y="0"/>
                </a:lnTo>
                <a:lnTo>
                  <a:pt x="2315700" y="3288"/>
                </a:lnTo>
                <a:lnTo>
                  <a:pt x="2338200" y="12652"/>
                </a:lnTo>
                <a:lnTo>
                  <a:pt x="2360700" y="26668"/>
                </a:lnTo>
                <a:lnTo>
                  <a:pt x="2383200" y="43200"/>
                </a:lnTo>
                <a:lnTo>
                  <a:pt x="2383200" y="43200"/>
                </a:lnTo>
                <a:lnTo>
                  <a:pt x="2405700" y="26668"/>
                </a:lnTo>
                <a:lnTo>
                  <a:pt x="2428200" y="12652"/>
                </a:lnTo>
                <a:lnTo>
                  <a:pt x="2450700" y="3288"/>
                </a:lnTo>
                <a:lnTo>
                  <a:pt x="2473200" y="0"/>
                </a:lnTo>
                <a:lnTo>
                  <a:pt x="2495700" y="3288"/>
                </a:lnTo>
                <a:lnTo>
                  <a:pt x="2518200" y="12652"/>
                </a:lnTo>
                <a:lnTo>
                  <a:pt x="2540700" y="26668"/>
                </a:lnTo>
                <a:lnTo>
                  <a:pt x="2563200" y="43200"/>
                </a:lnTo>
                <a:lnTo>
                  <a:pt x="2563200" y="43200"/>
                </a:lnTo>
                <a:lnTo>
                  <a:pt x="2585700" y="26668"/>
                </a:lnTo>
                <a:lnTo>
                  <a:pt x="2608200" y="12652"/>
                </a:lnTo>
                <a:lnTo>
                  <a:pt x="2630700" y="3288"/>
                </a:lnTo>
                <a:lnTo>
                  <a:pt x="2653200" y="0"/>
                </a:lnTo>
                <a:lnTo>
                  <a:pt x="2675700" y="3288"/>
                </a:lnTo>
                <a:lnTo>
                  <a:pt x="2698200" y="12652"/>
                </a:lnTo>
                <a:lnTo>
                  <a:pt x="2720700" y="26668"/>
                </a:lnTo>
                <a:lnTo>
                  <a:pt x="2743200" y="43200"/>
                </a:lnTo>
                <a:lnTo>
                  <a:pt x="2743200" y="43200"/>
                </a:lnTo>
                <a:lnTo>
                  <a:pt x="2765700" y="26668"/>
                </a:lnTo>
                <a:lnTo>
                  <a:pt x="2788200" y="12652"/>
                </a:lnTo>
                <a:lnTo>
                  <a:pt x="2810700" y="3288"/>
                </a:lnTo>
                <a:lnTo>
                  <a:pt x="2833200" y="0"/>
                </a:lnTo>
                <a:lnTo>
                  <a:pt x="2855700" y="3288"/>
                </a:lnTo>
                <a:lnTo>
                  <a:pt x="2878200" y="12652"/>
                </a:lnTo>
                <a:lnTo>
                  <a:pt x="2900700" y="26668"/>
                </a:lnTo>
                <a:lnTo>
                  <a:pt x="2923200" y="43200"/>
                </a:lnTo>
                <a:lnTo>
                  <a:pt x="2923200" y="43200"/>
                </a:lnTo>
                <a:lnTo>
                  <a:pt x="2945700" y="26668"/>
                </a:lnTo>
                <a:lnTo>
                  <a:pt x="2968200" y="12652"/>
                </a:lnTo>
                <a:lnTo>
                  <a:pt x="2990700" y="3288"/>
                </a:lnTo>
                <a:lnTo>
                  <a:pt x="3013200" y="0"/>
                </a:lnTo>
                <a:lnTo>
                  <a:pt x="3035700" y="3288"/>
                </a:lnTo>
                <a:lnTo>
                  <a:pt x="3058200" y="12652"/>
                </a:lnTo>
                <a:lnTo>
                  <a:pt x="3080700" y="26668"/>
                </a:lnTo>
                <a:lnTo>
                  <a:pt x="3103200" y="43200"/>
                </a:lnTo>
                <a:lnTo>
                  <a:pt x="3103200" y="43200"/>
                </a:lnTo>
                <a:lnTo>
                  <a:pt x="3125700" y="26668"/>
                </a:lnTo>
                <a:lnTo>
                  <a:pt x="3148200" y="12652"/>
                </a:lnTo>
                <a:lnTo>
                  <a:pt x="3170700" y="3288"/>
                </a:lnTo>
                <a:lnTo>
                  <a:pt x="3193200" y="0"/>
                </a:lnTo>
                <a:lnTo>
                  <a:pt x="3215700" y="3288"/>
                </a:lnTo>
                <a:lnTo>
                  <a:pt x="3238200" y="12652"/>
                </a:lnTo>
                <a:lnTo>
                  <a:pt x="3260700" y="26668"/>
                </a:lnTo>
                <a:lnTo>
                  <a:pt x="3283200" y="43200"/>
                </a:lnTo>
                <a:lnTo>
                  <a:pt x="3283200" y="43200"/>
                </a:lnTo>
                <a:lnTo>
                  <a:pt x="3305700" y="26668"/>
                </a:lnTo>
                <a:lnTo>
                  <a:pt x="3328200" y="12652"/>
                </a:lnTo>
                <a:lnTo>
                  <a:pt x="3350700" y="3288"/>
                </a:lnTo>
                <a:lnTo>
                  <a:pt x="3373200" y="0"/>
                </a:lnTo>
                <a:lnTo>
                  <a:pt x="3395700" y="3288"/>
                </a:lnTo>
                <a:lnTo>
                  <a:pt x="3418200" y="12652"/>
                </a:lnTo>
                <a:lnTo>
                  <a:pt x="3440700" y="26668"/>
                </a:lnTo>
                <a:lnTo>
                  <a:pt x="3463200" y="43200"/>
                </a:lnTo>
                <a:lnTo>
                  <a:pt x="3463200" y="43200"/>
                </a:lnTo>
                <a:lnTo>
                  <a:pt x="3485700" y="26668"/>
                </a:lnTo>
                <a:lnTo>
                  <a:pt x="3508200" y="12652"/>
                </a:lnTo>
                <a:lnTo>
                  <a:pt x="3530700" y="3288"/>
                </a:lnTo>
                <a:lnTo>
                  <a:pt x="3553200" y="0"/>
                </a:lnTo>
                <a:lnTo>
                  <a:pt x="3575700" y="3288"/>
                </a:lnTo>
                <a:lnTo>
                  <a:pt x="3598200" y="12652"/>
                </a:lnTo>
                <a:lnTo>
                  <a:pt x="3620700" y="26668"/>
                </a:lnTo>
                <a:lnTo>
                  <a:pt x="3643200" y="43200"/>
                </a:lnTo>
                <a:lnTo>
                  <a:pt x="3643200" y="43200"/>
                </a:lnTo>
                <a:lnTo>
                  <a:pt x="3665700" y="26668"/>
                </a:lnTo>
                <a:lnTo>
                  <a:pt x="3688200" y="12652"/>
                </a:lnTo>
                <a:lnTo>
                  <a:pt x="3710700" y="3288"/>
                </a:lnTo>
                <a:lnTo>
                  <a:pt x="3733200" y="0"/>
                </a:lnTo>
                <a:lnTo>
                  <a:pt x="3755700" y="3288"/>
                </a:lnTo>
                <a:lnTo>
                  <a:pt x="3778200" y="12652"/>
                </a:lnTo>
                <a:lnTo>
                  <a:pt x="3800700" y="26668"/>
                </a:lnTo>
                <a:lnTo>
                  <a:pt x="3823200" y="43200"/>
                </a:lnTo>
                <a:lnTo>
                  <a:pt x="3823200" y="43200"/>
                </a:lnTo>
                <a:lnTo>
                  <a:pt x="3845700" y="26668"/>
                </a:lnTo>
                <a:lnTo>
                  <a:pt x="3868200" y="12652"/>
                </a:lnTo>
                <a:lnTo>
                  <a:pt x="3890700" y="3288"/>
                </a:lnTo>
                <a:lnTo>
                  <a:pt x="3913200" y="0"/>
                </a:lnTo>
                <a:lnTo>
                  <a:pt x="3935700" y="3288"/>
                </a:lnTo>
                <a:lnTo>
                  <a:pt x="3958200" y="12652"/>
                </a:lnTo>
                <a:lnTo>
                  <a:pt x="3980700" y="26668"/>
                </a:lnTo>
                <a:lnTo>
                  <a:pt x="4003200" y="43200"/>
                </a:lnTo>
                <a:lnTo>
                  <a:pt x="4003200" y="43200"/>
                </a:lnTo>
                <a:lnTo>
                  <a:pt x="4025700" y="26668"/>
                </a:lnTo>
                <a:lnTo>
                  <a:pt x="4048200" y="12652"/>
                </a:lnTo>
                <a:lnTo>
                  <a:pt x="4070700" y="3288"/>
                </a:lnTo>
                <a:lnTo>
                  <a:pt x="4093200" y="0"/>
                </a:lnTo>
                <a:lnTo>
                  <a:pt x="4115700" y="3288"/>
                </a:lnTo>
                <a:lnTo>
                  <a:pt x="4138200" y="12652"/>
                </a:lnTo>
                <a:lnTo>
                  <a:pt x="4160700" y="26668"/>
                </a:lnTo>
                <a:lnTo>
                  <a:pt x="4183200" y="43200"/>
                </a:lnTo>
                <a:lnTo>
                  <a:pt x="4183200" y="43200"/>
                </a:lnTo>
                <a:lnTo>
                  <a:pt x="4205700" y="26668"/>
                </a:lnTo>
                <a:lnTo>
                  <a:pt x="4228200" y="12652"/>
                </a:lnTo>
                <a:lnTo>
                  <a:pt x="4250700" y="3288"/>
                </a:lnTo>
                <a:lnTo>
                  <a:pt x="4273200" y="0"/>
                </a:lnTo>
                <a:lnTo>
                  <a:pt x="4295700" y="3288"/>
                </a:lnTo>
                <a:lnTo>
                  <a:pt x="4318200" y="12652"/>
                </a:lnTo>
                <a:lnTo>
                  <a:pt x="4340700" y="26668"/>
                </a:lnTo>
                <a:lnTo>
                  <a:pt x="4363200" y="43200"/>
                </a:lnTo>
                <a:lnTo>
                  <a:pt x="4363200" y="43200"/>
                </a:lnTo>
                <a:lnTo>
                  <a:pt x="4385700" y="26668"/>
                </a:lnTo>
                <a:lnTo>
                  <a:pt x="4408200" y="12652"/>
                </a:lnTo>
                <a:lnTo>
                  <a:pt x="4430700" y="3288"/>
                </a:lnTo>
                <a:lnTo>
                  <a:pt x="4453200" y="0"/>
                </a:lnTo>
                <a:lnTo>
                  <a:pt x="4475700" y="3288"/>
                </a:lnTo>
                <a:lnTo>
                  <a:pt x="4498200" y="12652"/>
                </a:lnTo>
                <a:lnTo>
                  <a:pt x="4520700" y="26668"/>
                </a:lnTo>
                <a:lnTo>
                  <a:pt x="4543200" y="43200"/>
                </a:lnTo>
                <a:lnTo>
                  <a:pt x="4543200" y="43200"/>
                </a:lnTo>
                <a:lnTo>
                  <a:pt x="4565700" y="26668"/>
                </a:lnTo>
                <a:lnTo>
                  <a:pt x="4588200" y="12652"/>
                </a:lnTo>
                <a:lnTo>
                  <a:pt x="4610700" y="3288"/>
                </a:lnTo>
                <a:lnTo>
                  <a:pt x="4633200" y="0"/>
                </a:lnTo>
                <a:lnTo>
                  <a:pt x="4655700" y="3288"/>
                </a:lnTo>
                <a:lnTo>
                  <a:pt x="4678200" y="12652"/>
                </a:lnTo>
                <a:lnTo>
                  <a:pt x="4700700" y="26668"/>
                </a:lnTo>
                <a:lnTo>
                  <a:pt x="4723200" y="43200"/>
                </a:lnTo>
                <a:lnTo>
                  <a:pt x="4723200" y="43200"/>
                </a:lnTo>
                <a:lnTo>
                  <a:pt x="4745700" y="26668"/>
                </a:lnTo>
                <a:lnTo>
                  <a:pt x="4768200" y="12652"/>
                </a:lnTo>
                <a:lnTo>
                  <a:pt x="4790700" y="3288"/>
                </a:lnTo>
                <a:lnTo>
                  <a:pt x="4813200" y="0"/>
                </a:lnTo>
                <a:lnTo>
                  <a:pt x="4835700" y="3288"/>
                </a:lnTo>
                <a:lnTo>
                  <a:pt x="4858200" y="12652"/>
                </a:lnTo>
                <a:lnTo>
                  <a:pt x="4880700" y="26668"/>
                </a:lnTo>
                <a:lnTo>
                  <a:pt x="4903200" y="43200"/>
                </a:lnTo>
                <a:lnTo>
                  <a:pt x="4903200" y="43200"/>
                </a:lnTo>
                <a:lnTo>
                  <a:pt x="4925700" y="26668"/>
                </a:lnTo>
                <a:lnTo>
                  <a:pt x="4948200" y="12652"/>
                </a:lnTo>
                <a:lnTo>
                  <a:pt x="4970700" y="3288"/>
                </a:lnTo>
                <a:lnTo>
                  <a:pt x="4993200" y="0"/>
                </a:lnTo>
                <a:lnTo>
                  <a:pt x="5015700" y="3288"/>
                </a:lnTo>
                <a:lnTo>
                  <a:pt x="5038200" y="12652"/>
                </a:lnTo>
                <a:lnTo>
                  <a:pt x="5060700" y="26668"/>
                </a:lnTo>
                <a:lnTo>
                  <a:pt x="5083200" y="43200"/>
                </a:lnTo>
                <a:lnTo>
                  <a:pt x="5083200" y="43200"/>
                </a:lnTo>
                <a:lnTo>
                  <a:pt x="5105700" y="26668"/>
                </a:lnTo>
                <a:lnTo>
                  <a:pt x="5128200" y="12652"/>
                </a:lnTo>
                <a:lnTo>
                  <a:pt x="5150700" y="3288"/>
                </a:lnTo>
                <a:lnTo>
                  <a:pt x="5173200" y="0"/>
                </a:lnTo>
                <a:lnTo>
                  <a:pt x="5195700" y="3288"/>
                </a:lnTo>
                <a:lnTo>
                  <a:pt x="5218200" y="12652"/>
                </a:lnTo>
                <a:lnTo>
                  <a:pt x="5240700" y="26668"/>
                </a:lnTo>
                <a:lnTo>
                  <a:pt x="5263200" y="43200"/>
                </a:lnTo>
                <a:lnTo>
                  <a:pt x="5263200" y="43200"/>
                </a:lnTo>
                <a:lnTo>
                  <a:pt x="5285700" y="26668"/>
                </a:lnTo>
                <a:lnTo>
                  <a:pt x="5308200" y="12652"/>
                </a:lnTo>
                <a:lnTo>
                  <a:pt x="5330700" y="3288"/>
                </a:lnTo>
                <a:lnTo>
                  <a:pt x="5353200" y="0"/>
                </a:lnTo>
                <a:lnTo>
                  <a:pt x="5375700" y="3288"/>
                </a:lnTo>
                <a:lnTo>
                  <a:pt x="5398200" y="12652"/>
                </a:lnTo>
                <a:lnTo>
                  <a:pt x="5420700" y="26668"/>
                </a:lnTo>
                <a:lnTo>
                  <a:pt x="5443200" y="43200"/>
                </a:lnTo>
                <a:lnTo>
                  <a:pt x="5443200" y="43200"/>
                </a:lnTo>
                <a:lnTo>
                  <a:pt x="5465700" y="26668"/>
                </a:lnTo>
                <a:lnTo>
                  <a:pt x="5488200" y="12652"/>
                </a:lnTo>
                <a:lnTo>
                  <a:pt x="5510700" y="3288"/>
                </a:lnTo>
                <a:lnTo>
                  <a:pt x="5533200" y="0"/>
                </a:lnTo>
                <a:lnTo>
                  <a:pt x="5555700" y="3288"/>
                </a:lnTo>
                <a:lnTo>
                  <a:pt x="5578200" y="12652"/>
                </a:lnTo>
                <a:lnTo>
                  <a:pt x="5600700" y="26668"/>
                </a:lnTo>
                <a:lnTo>
                  <a:pt x="5623200" y="43200"/>
                </a:lnTo>
                <a:lnTo>
                  <a:pt x="5623200" y="43200"/>
                </a:lnTo>
                <a:lnTo>
                  <a:pt x="5645700" y="26668"/>
                </a:lnTo>
                <a:lnTo>
                  <a:pt x="5668200" y="12652"/>
                </a:lnTo>
                <a:lnTo>
                  <a:pt x="5690700" y="3288"/>
                </a:lnTo>
                <a:lnTo>
                  <a:pt x="5713200" y="0"/>
                </a:lnTo>
                <a:lnTo>
                  <a:pt x="5735700" y="3288"/>
                </a:lnTo>
                <a:lnTo>
                  <a:pt x="5758200" y="12652"/>
                </a:lnTo>
                <a:lnTo>
                  <a:pt x="5780700" y="26668"/>
                </a:lnTo>
                <a:lnTo>
                  <a:pt x="5803200" y="43200"/>
                </a:lnTo>
                <a:lnTo>
                  <a:pt x="5803200" y="43200"/>
                </a:lnTo>
                <a:lnTo>
                  <a:pt x="5825700" y="26668"/>
                </a:lnTo>
                <a:lnTo>
                  <a:pt x="5848200" y="12652"/>
                </a:lnTo>
                <a:lnTo>
                  <a:pt x="5870700" y="3288"/>
                </a:lnTo>
                <a:lnTo>
                  <a:pt x="5893200" y="0"/>
                </a:lnTo>
                <a:lnTo>
                  <a:pt x="5915700" y="3288"/>
                </a:lnTo>
                <a:lnTo>
                  <a:pt x="5938200" y="12652"/>
                </a:lnTo>
                <a:lnTo>
                  <a:pt x="5960700" y="26668"/>
                </a:lnTo>
                <a:lnTo>
                  <a:pt x="5983200" y="43200"/>
                </a:lnTo>
                <a:lnTo>
                  <a:pt x="5983200" y="43200"/>
                </a:lnTo>
                <a:lnTo>
                  <a:pt x="6005700" y="26668"/>
                </a:lnTo>
                <a:lnTo>
                  <a:pt x="6028200" y="12652"/>
                </a:lnTo>
                <a:lnTo>
                  <a:pt x="6050700" y="3288"/>
                </a:lnTo>
                <a:lnTo>
                  <a:pt x="6073200" y="0"/>
                </a:lnTo>
                <a:lnTo>
                  <a:pt x="6095700" y="3288"/>
                </a:lnTo>
                <a:lnTo>
                  <a:pt x="6118200" y="12652"/>
                </a:lnTo>
                <a:lnTo>
                  <a:pt x="6140700" y="26668"/>
                </a:lnTo>
                <a:lnTo>
                  <a:pt x="6163200" y="43200"/>
                </a:lnTo>
                <a:lnTo>
                  <a:pt x="6163200" y="43200"/>
                </a:lnTo>
                <a:lnTo>
                  <a:pt x="6185700" y="26668"/>
                </a:lnTo>
                <a:lnTo>
                  <a:pt x="6208200" y="12652"/>
                </a:lnTo>
                <a:lnTo>
                  <a:pt x="6230700" y="3288"/>
                </a:lnTo>
                <a:lnTo>
                  <a:pt x="6253200" y="0"/>
                </a:lnTo>
                <a:lnTo>
                  <a:pt x="6275700" y="3288"/>
                </a:lnTo>
                <a:lnTo>
                  <a:pt x="6298200" y="12652"/>
                </a:lnTo>
                <a:lnTo>
                  <a:pt x="6320700" y="26668"/>
                </a:lnTo>
                <a:lnTo>
                  <a:pt x="6343200" y="43200"/>
                </a:lnTo>
                <a:lnTo>
                  <a:pt x="6343200" y="43200"/>
                </a:lnTo>
                <a:lnTo>
                  <a:pt x="6365700" y="26668"/>
                </a:lnTo>
                <a:lnTo>
                  <a:pt x="6388200" y="12652"/>
                </a:lnTo>
                <a:lnTo>
                  <a:pt x="6410700" y="3288"/>
                </a:lnTo>
                <a:lnTo>
                  <a:pt x="6433200" y="0"/>
                </a:lnTo>
                <a:lnTo>
                  <a:pt x="6455700" y="3288"/>
                </a:lnTo>
                <a:lnTo>
                  <a:pt x="6478200" y="12652"/>
                </a:lnTo>
                <a:lnTo>
                  <a:pt x="6500700" y="26668"/>
                </a:lnTo>
                <a:lnTo>
                  <a:pt x="6523200" y="43200"/>
                </a:lnTo>
                <a:lnTo>
                  <a:pt x="6523200" y="43200"/>
                </a:lnTo>
                <a:lnTo>
                  <a:pt x="6545700" y="26668"/>
                </a:lnTo>
                <a:lnTo>
                  <a:pt x="6568200" y="12652"/>
                </a:lnTo>
                <a:lnTo>
                  <a:pt x="6590700" y="3288"/>
                </a:lnTo>
                <a:lnTo>
                  <a:pt x="6613200" y="0"/>
                </a:lnTo>
                <a:lnTo>
                  <a:pt x="6635700" y="3288"/>
                </a:lnTo>
                <a:lnTo>
                  <a:pt x="6658200" y="12652"/>
                </a:lnTo>
                <a:lnTo>
                  <a:pt x="6680700" y="26668"/>
                </a:lnTo>
                <a:lnTo>
                  <a:pt x="6703200" y="43200"/>
                </a:lnTo>
                <a:lnTo>
                  <a:pt x="6703200" y="43200"/>
                </a:lnTo>
                <a:lnTo>
                  <a:pt x="6725700" y="26668"/>
                </a:lnTo>
                <a:lnTo>
                  <a:pt x="6748200" y="12652"/>
                </a:lnTo>
                <a:lnTo>
                  <a:pt x="6770700" y="3288"/>
                </a:lnTo>
                <a:lnTo>
                  <a:pt x="6793200" y="0"/>
                </a:lnTo>
                <a:lnTo>
                  <a:pt x="6815700" y="3288"/>
                </a:lnTo>
                <a:lnTo>
                  <a:pt x="6838200" y="12652"/>
                </a:lnTo>
                <a:lnTo>
                  <a:pt x="6860700" y="26668"/>
                </a:lnTo>
                <a:lnTo>
                  <a:pt x="6883200" y="43200"/>
                </a:lnTo>
                <a:lnTo>
                  <a:pt x="6883200" y="43200"/>
                </a:lnTo>
                <a:lnTo>
                  <a:pt x="6905700" y="26668"/>
                </a:lnTo>
                <a:lnTo>
                  <a:pt x="6928200" y="12652"/>
                </a:lnTo>
                <a:lnTo>
                  <a:pt x="6950700" y="3288"/>
                </a:lnTo>
                <a:lnTo>
                  <a:pt x="6973200" y="0"/>
                </a:lnTo>
                <a:lnTo>
                  <a:pt x="6995700" y="3288"/>
                </a:lnTo>
                <a:lnTo>
                  <a:pt x="7018200" y="12652"/>
                </a:lnTo>
                <a:lnTo>
                  <a:pt x="7040700" y="26668"/>
                </a:lnTo>
                <a:lnTo>
                  <a:pt x="7063200" y="43200"/>
                </a:lnTo>
                <a:lnTo>
                  <a:pt x="7063200" y="43200"/>
                </a:lnTo>
                <a:lnTo>
                  <a:pt x="7085700" y="26668"/>
                </a:lnTo>
                <a:lnTo>
                  <a:pt x="7108200" y="12652"/>
                </a:lnTo>
                <a:lnTo>
                  <a:pt x="7130700" y="3288"/>
                </a:lnTo>
                <a:lnTo>
                  <a:pt x="7153200" y="0"/>
                </a:lnTo>
                <a:lnTo>
                  <a:pt x="7175700" y="3288"/>
                </a:lnTo>
                <a:lnTo>
                  <a:pt x="7198200" y="12652"/>
                </a:lnTo>
                <a:lnTo>
                  <a:pt x="7220700" y="26668"/>
                </a:lnTo>
                <a:lnTo>
                  <a:pt x="7243200" y="43200"/>
                </a:lnTo>
                <a:lnTo>
                  <a:pt x="7243200" y="43200"/>
                </a:lnTo>
                <a:lnTo>
                  <a:pt x="7265700" y="26668"/>
                </a:lnTo>
                <a:lnTo>
                  <a:pt x="7288200" y="12652"/>
                </a:lnTo>
                <a:lnTo>
                  <a:pt x="7310700" y="3288"/>
                </a:lnTo>
                <a:lnTo>
                  <a:pt x="7333200" y="0"/>
                </a:lnTo>
                <a:lnTo>
                  <a:pt x="7355700" y="3288"/>
                </a:lnTo>
                <a:lnTo>
                  <a:pt x="7378200" y="12652"/>
                </a:lnTo>
                <a:lnTo>
                  <a:pt x="7400700" y="26668"/>
                </a:lnTo>
                <a:lnTo>
                  <a:pt x="7423200" y="43200"/>
                </a:lnTo>
                <a:lnTo>
                  <a:pt x="7423200" y="43200"/>
                </a:lnTo>
                <a:lnTo>
                  <a:pt x="7445700" y="26668"/>
                </a:lnTo>
                <a:lnTo>
                  <a:pt x="7468200" y="12652"/>
                </a:lnTo>
                <a:lnTo>
                  <a:pt x="7490700" y="3288"/>
                </a:lnTo>
                <a:lnTo>
                  <a:pt x="7513200" y="0"/>
                </a:lnTo>
                <a:lnTo>
                  <a:pt x="7535700" y="3288"/>
                </a:lnTo>
                <a:lnTo>
                  <a:pt x="7558200" y="12652"/>
                </a:lnTo>
                <a:lnTo>
                  <a:pt x="7580700" y="26668"/>
                </a:lnTo>
                <a:lnTo>
                  <a:pt x="7603200" y="43200"/>
                </a:lnTo>
                <a:lnTo>
                  <a:pt x="7603200" y="43200"/>
                </a:lnTo>
                <a:lnTo>
                  <a:pt x="7625700" y="26668"/>
                </a:lnTo>
                <a:lnTo>
                  <a:pt x="7648200" y="12652"/>
                </a:lnTo>
                <a:lnTo>
                  <a:pt x="7670700" y="3288"/>
                </a:lnTo>
                <a:lnTo>
                  <a:pt x="7693200" y="0"/>
                </a:lnTo>
                <a:lnTo>
                  <a:pt x="7715700" y="3288"/>
                </a:lnTo>
                <a:lnTo>
                  <a:pt x="7738200" y="12652"/>
                </a:lnTo>
                <a:lnTo>
                  <a:pt x="7760700" y="26668"/>
                </a:lnTo>
                <a:lnTo>
                  <a:pt x="7783200" y="43200"/>
                </a:lnTo>
                <a:lnTo>
                  <a:pt x="7783200" y="43200"/>
                </a:lnTo>
                <a:lnTo>
                  <a:pt x="7805700" y="26668"/>
                </a:lnTo>
                <a:lnTo>
                  <a:pt x="7828200" y="12652"/>
                </a:lnTo>
                <a:lnTo>
                  <a:pt x="7850700" y="3288"/>
                </a:lnTo>
                <a:lnTo>
                  <a:pt x="7873200" y="0"/>
                </a:lnTo>
                <a:lnTo>
                  <a:pt x="7895700" y="3288"/>
                </a:lnTo>
                <a:lnTo>
                  <a:pt x="7918200" y="12652"/>
                </a:lnTo>
                <a:lnTo>
                  <a:pt x="7940700" y="26668"/>
                </a:lnTo>
                <a:lnTo>
                  <a:pt x="7963200" y="43200"/>
                </a:lnTo>
                <a:lnTo>
                  <a:pt x="7963200" y="43200"/>
                </a:lnTo>
                <a:lnTo>
                  <a:pt x="7985700" y="26668"/>
                </a:lnTo>
                <a:lnTo>
                  <a:pt x="8008200" y="12652"/>
                </a:lnTo>
                <a:lnTo>
                  <a:pt x="8030700" y="3288"/>
                </a:lnTo>
                <a:lnTo>
                  <a:pt x="8053200" y="0"/>
                </a:lnTo>
                <a:lnTo>
                  <a:pt x="8075700" y="3288"/>
                </a:lnTo>
                <a:lnTo>
                  <a:pt x="8098200" y="12652"/>
                </a:lnTo>
                <a:lnTo>
                  <a:pt x="8120700" y="26668"/>
                </a:lnTo>
                <a:lnTo>
                  <a:pt x="8143200" y="43200"/>
                </a:lnTo>
                <a:lnTo>
                  <a:pt x="8143200" y="43200"/>
                </a:lnTo>
                <a:lnTo>
                  <a:pt x="8165700" y="26668"/>
                </a:lnTo>
                <a:lnTo>
                  <a:pt x="8188200" y="12652"/>
                </a:lnTo>
                <a:lnTo>
                  <a:pt x="8210700" y="3288"/>
                </a:lnTo>
                <a:lnTo>
                  <a:pt x="8233200" y="0"/>
                </a:lnTo>
                <a:lnTo>
                  <a:pt x="8255700" y="3288"/>
                </a:lnTo>
                <a:lnTo>
                  <a:pt x="8278200" y="12652"/>
                </a:lnTo>
                <a:lnTo>
                  <a:pt x="8300700" y="26668"/>
                </a:lnTo>
                <a:lnTo>
                  <a:pt x="8323200" y="43200"/>
                </a:lnTo>
                <a:lnTo>
                  <a:pt x="8323200" y="43200"/>
                </a:lnTo>
                <a:lnTo>
                  <a:pt x="8345700" y="26668"/>
                </a:lnTo>
                <a:lnTo>
                  <a:pt x="8368200" y="12652"/>
                </a:lnTo>
                <a:lnTo>
                  <a:pt x="8390700" y="3288"/>
                </a:lnTo>
                <a:lnTo>
                  <a:pt x="8413200" y="0"/>
                </a:lnTo>
                <a:lnTo>
                  <a:pt x="8435700" y="3288"/>
                </a:lnTo>
                <a:lnTo>
                  <a:pt x="8458200" y="12652"/>
                </a:lnTo>
                <a:lnTo>
                  <a:pt x="8480700" y="26668"/>
                </a:lnTo>
                <a:lnTo>
                  <a:pt x="8503200" y="43200"/>
                </a:lnTo>
                <a:lnTo>
                  <a:pt x="8503200" y="43200"/>
                </a:lnTo>
                <a:lnTo>
                  <a:pt x="8525700" y="26668"/>
                </a:lnTo>
                <a:lnTo>
                  <a:pt x="8548200" y="12652"/>
                </a:lnTo>
                <a:lnTo>
                  <a:pt x="8570700" y="3288"/>
                </a:lnTo>
                <a:lnTo>
                  <a:pt x="8593200" y="0"/>
                </a:lnTo>
                <a:lnTo>
                  <a:pt x="8615700" y="3288"/>
                </a:lnTo>
                <a:lnTo>
                  <a:pt x="8638200" y="12652"/>
                </a:lnTo>
                <a:lnTo>
                  <a:pt x="8660700" y="26668"/>
                </a:lnTo>
                <a:lnTo>
                  <a:pt x="8683200" y="43200"/>
                </a:lnTo>
                <a:lnTo>
                  <a:pt x="8683200" y="43200"/>
                </a:lnTo>
                <a:lnTo>
                  <a:pt x="8705700" y="26668"/>
                </a:lnTo>
                <a:lnTo>
                  <a:pt x="8728200" y="12652"/>
                </a:lnTo>
                <a:lnTo>
                  <a:pt x="8750700" y="3288"/>
                </a:lnTo>
                <a:lnTo>
                  <a:pt x="8773200" y="0"/>
                </a:lnTo>
                <a:lnTo>
                  <a:pt x="8795700" y="3288"/>
                </a:lnTo>
                <a:lnTo>
                  <a:pt x="8818200" y="12652"/>
                </a:lnTo>
                <a:lnTo>
                  <a:pt x="8840700" y="26668"/>
                </a:lnTo>
                <a:lnTo>
                  <a:pt x="8863200" y="43200"/>
                </a:lnTo>
                <a:lnTo>
                  <a:pt x="8863200" y="43200"/>
                </a:lnTo>
                <a:lnTo>
                  <a:pt x="8885700" y="26668"/>
                </a:lnTo>
                <a:lnTo>
                  <a:pt x="8908200" y="12652"/>
                </a:lnTo>
                <a:lnTo>
                  <a:pt x="8930700" y="3288"/>
                </a:lnTo>
                <a:lnTo>
                  <a:pt x="8953200" y="0"/>
                </a:lnTo>
                <a:lnTo>
                  <a:pt x="8975700" y="3288"/>
                </a:lnTo>
                <a:lnTo>
                  <a:pt x="8998200" y="12652"/>
                </a:lnTo>
                <a:lnTo>
                  <a:pt x="9020700" y="26668"/>
                </a:lnTo>
                <a:lnTo>
                  <a:pt x="9043200" y="43200"/>
                </a:lnTo>
                <a:lnTo>
                  <a:pt x="9043200" y="43200"/>
                </a:lnTo>
                <a:lnTo>
                  <a:pt x="9059731" y="65700"/>
                </a:lnTo>
                <a:lnTo>
                  <a:pt x="9073747" y="88200"/>
                </a:lnTo>
                <a:lnTo>
                  <a:pt x="9083111" y="110700"/>
                </a:lnTo>
                <a:lnTo>
                  <a:pt x="9086400" y="133200"/>
                </a:lnTo>
                <a:lnTo>
                  <a:pt x="9083111" y="155700"/>
                </a:lnTo>
                <a:lnTo>
                  <a:pt x="9073747" y="178200"/>
                </a:lnTo>
                <a:lnTo>
                  <a:pt x="9059731" y="200700"/>
                </a:lnTo>
                <a:lnTo>
                  <a:pt x="9043200" y="223200"/>
                </a:lnTo>
                <a:lnTo>
                  <a:pt x="9043200" y="223200"/>
                </a:lnTo>
                <a:lnTo>
                  <a:pt x="9059731" y="245700"/>
                </a:lnTo>
                <a:lnTo>
                  <a:pt x="9073747" y="268200"/>
                </a:lnTo>
                <a:lnTo>
                  <a:pt x="9083111" y="290700"/>
                </a:lnTo>
                <a:lnTo>
                  <a:pt x="9086400" y="313200"/>
                </a:lnTo>
                <a:lnTo>
                  <a:pt x="9083111" y="335700"/>
                </a:lnTo>
                <a:lnTo>
                  <a:pt x="9073747" y="358200"/>
                </a:lnTo>
                <a:lnTo>
                  <a:pt x="9059731" y="380700"/>
                </a:lnTo>
                <a:lnTo>
                  <a:pt x="9043200" y="403200"/>
                </a:lnTo>
                <a:lnTo>
                  <a:pt x="9043200" y="403200"/>
                </a:lnTo>
                <a:lnTo>
                  <a:pt x="9059731" y="425700"/>
                </a:lnTo>
                <a:lnTo>
                  <a:pt x="9073747" y="448200"/>
                </a:lnTo>
                <a:lnTo>
                  <a:pt x="9083111" y="470700"/>
                </a:lnTo>
                <a:lnTo>
                  <a:pt x="9086400" y="493200"/>
                </a:lnTo>
                <a:lnTo>
                  <a:pt x="9083111" y="515700"/>
                </a:lnTo>
                <a:lnTo>
                  <a:pt x="9073747" y="538200"/>
                </a:lnTo>
                <a:lnTo>
                  <a:pt x="9059731" y="560700"/>
                </a:lnTo>
                <a:lnTo>
                  <a:pt x="9043200" y="583200"/>
                </a:lnTo>
                <a:lnTo>
                  <a:pt x="9043200" y="583200"/>
                </a:lnTo>
                <a:lnTo>
                  <a:pt x="9059731" y="605700"/>
                </a:lnTo>
                <a:lnTo>
                  <a:pt x="9073747" y="628200"/>
                </a:lnTo>
                <a:lnTo>
                  <a:pt x="9083111" y="650700"/>
                </a:lnTo>
                <a:lnTo>
                  <a:pt x="9086400" y="673200"/>
                </a:lnTo>
                <a:lnTo>
                  <a:pt x="9083111" y="695700"/>
                </a:lnTo>
                <a:lnTo>
                  <a:pt x="9073747" y="718200"/>
                </a:lnTo>
                <a:lnTo>
                  <a:pt x="9059731" y="740700"/>
                </a:lnTo>
                <a:lnTo>
                  <a:pt x="9043200" y="763200"/>
                </a:lnTo>
                <a:lnTo>
                  <a:pt x="9043200" y="763200"/>
                </a:lnTo>
                <a:lnTo>
                  <a:pt x="9059731" y="785700"/>
                </a:lnTo>
                <a:lnTo>
                  <a:pt x="9073747" y="808200"/>
                </a:lnTo>
                <a:lnTo>
                  <a:pt x="9083111" y="830700"/>
                </a:lnTo>
                <a:lnTo>
                  <a:pt x="9086400" y="853200"/>
                </a:lnTo>
                <a:lnTo>
                  <a:pt x="9083111" y="875700"/>
                </a:lnTo>
                <a:lnTo>
                  <a:pt x="9073747" y="898200"/>
                </a:lnTo>
                <a:lnTo>
                  <a:pt x="9059731" y="920700"/>
                </a:lnTo>
                <a:lnTo>
                  <a:pt x="9043200" y="943200"/>
                </a:lnTo>
                <a:lnTo>
                  <a:pt x="9043200" y="943200"/>
                </a:lnTo>
                <a:lnTo>
                  <a:pt x="9059731" y="965700"/>
                </a:lnTo>
                <a:lnTo>
                  <a:pt x="9073747" y="988200"/>
                </a:lnTo>
                <a:lnTo>
                  <a:pt x="9083111" y="1010700"/>
                </a:lnTo>
                <a:lnTo>
                  <a:pt x="9086400" y="1033200"/>
                </a:lnTo>
                <a:lnTo>
                  <a:pt x="9083111" y="1055700"/>
                </a:lnTo>
                <a:lnTo>
                  <a:pt x="9073747" y="1078200"/>
                </a:lnTo>
                <a:lnTo>
                  <a:pt x="9059731" y="1100700"/>
                </a:lnTo>
                <a:lnTo>
                  <a:pt x="9043200" y="1123200"/>
                </a:lnTo>
                <a:lnTo>
                  <a:pt x="9043200" y="1123200"/>
                </a:lnTo>
                <a:lnTo>
                  <a:pt x="9020700" y="1139731"/>
                </a:lnTo>
                <a:lnTo>
                  <a:pt x="8998200" y="1153747"/>
                </a:lnTo>
                <a:lnTo>
                  <a:pt x="8975700" y="1163111"/>
                </a:lnTo>
                <a:lnTo>
                  <a:pt x="8953200" y="1166400"/>
                </a:lnTo>
                <a:lnTo>
                  <a:pt x="8930700" y="1163111"/>
                </a:lnTo>
                <a:lnTo>
                  <a:pt x="8908200" y="1153747"/>
                </a:lnTo>
                <a:lnTo>
                  <a:pt x="8885700" y="1139731"/>
                </a:lnTo>
                <a:lnTo>
                  <a:pt x="8863200" y="1123200"/>
                </a:lnTo>
                <a:lnTo>
                  <a:pt x="8863200" y="1123200"/>
                </a:lnTo>
                <a:lnTo>
                  <a:pt x="8840700" y="1139731"/>
                </a:lnTo>
                <a:lnTo>
                  <a:pt x="8818200" y="1153747"/>
                </a:lnTo>
                <a:lnTo>
                  <a:pt x="8795700" y="1163111"/>
                </a:lnTo>
                <a:lnTo>
                  <a:pt x="8773200" y="1166400"/>
                </a:lnTo>
                <a:lnTo>
                  <a:pt x="8750700" y="1163111"/>
                </a:lnTo>
                <a:lnTo>
                  <a:pt x="8728200" y="1153747"/>
                </a:lnTo>
                <a:lnTo>
                  <a:pt x="8705700" y="1139731"/>
                </a:lnTo>
                <a:lnTo>
                  <a:pt x="8683200" y="1123200"/>
                </a:lnTo>
                <a:lnTo>
                  <a:pt x="8683200" y="1123200"/>
                </a:lnTo>
                <a:lnTo>
                  <a:pt x="8660700" y="1139731"/>
                </a:lnTo>
                <a:lnTo>
                  <a:pt x="8638200" y="1153747"/>
                </a:lnTo>
                <a:lnTo>
                  <a:pt x="8615700" y="1163111"/>
                </a:lnTo>
                <a:lnTo>
                  <a:pt x="8593200" y="1166400"/>
                </a:lnTo>
                <a:lnTo>
                  <a:pt x="8570700" y="1163111"/>
                </a:lnTo>
                <a:lnTo>
                  <a:pt x="8548200" y="1153747"/>
                </a:lnTo>
                <a:lnTo>
                  <a:pt x="8525700" y="1139731"/>
                </a:lnTo>
                <a:lnTo>
                  <a:pt x="8503200" y="1123200"/>
                </a:lnTo>
                <a:lnTo>
                  <a:pt x="8503200" y="1123200"/>
                </a:lnTo>
                <a:lnTo>
                  <a:pt x="8480700" y="1139731"/>
                </a:lnTo>
                <a:lnTo>
                  <a:pt x="8458200" y="1153747"/>
                </a:lnTo>
                <a:lnTo>
                  <a:pt x="8435700" y="1163111"/>
                </a:lnTo>
                <a:lnTo>
                  <a:pt x="8413200" y="1166400"/>
                </a:lnTo>
                <a:lnTo>
                  <a:pt x="8390700" y="1163111"/>
                </a:lnTo>
                <a:lnTo>
                  <a:pt x="8368200" y="1153747"/>
                </a:lnTo>
                <a:lnTo>
                  <a:pt x="8345700" y="1139731"/>
                </a:lnTo>
                <a:lnTo>
                  <a:pt x="8323200" y="1123200"/>
                </a:lnTo>
                <a:lnTo>
                  <a:pt x="8323200" y="1123200"/>
                </a:lnTo>
                <a:lnTo>
                  <a:pt x="8300700" y="1139731"/>
                </a:lnTo>
                <a:lnTo>
                  <a:pt x="8278200" y="1153747"/>
                </a:lnTo>
                <a:lnTo>
                  <a:pt x="8255700" y="1163111"/>
                </a:lnTo>
                <a:lnTo>
                  <a:pt x="8233200" y="1166400"/>
                </a:lnTo>
                <a:lnTo>
                  <a:pt x="8210700" y="1163111"/>
                </a:lnTo>
                <a:lnTo>
                  <a:pt x="8188200" y="1153747"/>
                </a:lnTo>
                <a:lnTo>
                  <a:pt x="8165700" y="1139731"/>
                </a:lnTo>
                <a:lnTo>
                  <a:pt x="8143200" y="1123200"/>
                </a:lnTo>
                <a:lnTo>
                  <a:pt x="8143200" y="1123200"/>
                </a:lnTo>
                <a:lnTo>
                  <a:pt x="8120700" y="1139731"/>
                </a:lnTo>
                <a:lnTo>
                  <a:pt x="8098200" y="1153747"/>
                </a:lnTo>
                <a:lnTo>
                  <a:pt x="8075700" y="1163111"/>
                </a:lnTo>
                <a:lnTo>
                  <a:pt x="8053200" y="1166400"/>
                </a:lnTo>
                <a:lnTo>
                  <a:pt x="8030700" y="1163111"/>
                </a:lnTo>
                <a:lnTo>
                  <a:pt x="8008200" y="1153747"/>
                </a:lnTo>
                <a:lnTo>
                  <a:pt x="7985700" y="1139731"/>
                </a:lnTo>
                <a:lnTo>
                  <a:pt x="7963200" y="1123200"/>
                </a:lnTo>
                <a:lnTo>
                  <a:pt x="7963200" y="1123200"/>
                </a:lnTo>
                <a:lnTo>
                  <a:pt x="7940700" y="1139731"/>
                </a:lnTo>
                <a:lnTo>
                  <a:pt x="7918200" y="1153747"/>
                </a:lnTo>
                <a:lnTo>
                  <a:pt x="7895700" y="1163111"/>
                </a:lnTo>
                <a:lnTo>
                  <a:pt x="7873200" y="1166400"/>
                </a:lnTo>
                <a:lnTo>
                  <a:pt x="7850700" y="1163111"/>
                </a:lnTo>
                <a:lnTo>
                  <a:pt x="7828200" y="1153747"/>
                </a:lnTo>
                <a:lnTo>
                  <a:pt x="7805700" y="1139731"/>
                </a:lnTo>
                <a:lnTo>
                  <a:pt x="7783200" y="1123200"/>
                </a:lnTo>
                <a:lnTo>
                  <a:pt x="7783200" y="1123200"/>
                </a:lnTo>
                <a:lnTo>
                  <a:pt x="7760700" y="1139731"/>
                </a:lnTo>
                <a:lnTo>
                  <a:pt x="7738200" y="1153747"/>
                </a:lnTo>
                <a:lnTo>
                  <a:pt x="7715700" y="1163111"/>
                </a:lnTo>
                <a:lnTo>
                  <a:pt x="7693200" y="1166400"/>
                </a:lnTo>
                <a:lnTo>
                  <a:pt x="7670700" y="1163111"/>
                </a:lnTo>
                <a:lnTo>
                  <a:pt x="7648200" y="1153747"/>
                </a:lnTo>
                <a:lnTo>
                  <a:pt x="7625700" y="1139731"/>
                </a:lnTo>
                <a:lnTo>
                  <a:pt x="7603200" y="1123200"/>
                </a:lnTo>
                <a:lnTo>
                  <a:pt x="7603200" y="1123200"/>
                </a:lnTo>
                <a:lnTo>
                  <a:pt x="7580700" y="1139731"/>
                </a:lnTo>
                <a:lnTo>
                  <a:pt x="7558200" y="1153747"/>
                </a:lnTo>
                <a:lnTo>
                  <a:pt x="7535700" y="1163111"/>
                </a:lnTo>
                <a:lnTo>
                  <a:pt x="7513200" y="1166400"/>
                </a:lnTo>
                <a:lnTo>
                  <a:pt x="7490700" y="1163111"/>
                </a:lnTo>
                <a:lnTo>
                  <a:pt x="7468200" y="1153747"/>
                </a:lnTo>
                <a:lnTo>
                  <a:pt x="7445700" y="1139731"/>
                </a:lnTo>
                <a:lnTo>
                  <a:pt x="7423200" y="1123200"/>
                </a:lnTo>
                <a:lnTo>
                  <a:pt x="7423200" y="1123200"/>
                </a:lnTo>
                <a:lnTo>
                  <a:pt x="7400700" y="1139731"/>
                </a:lnTo>
                <a:lnTo>
                  <a:pt x="7378200" y="1153747"/>
                </a:lnTo>
                <a:lnTo>
                  <a:pt x="7355700" y="1163111"/>
                </a:lnTo>
                <a:lnTo>
                  <a:pt x="7333200" y="1166400"/>
                </a:lnTo>
                <a:lnTo>
                  <a:pt x="7310700" y="1163111"/>
                </a:lnTo>
                <a:lnTo>
                  <a:pt x="7288200" y="1153747"/>
                </a:lnTo>
                <a:lnTo>
                  <a:pt x="7265700" y="1139731"/>
                </a:lnTo>
                <a:lnTo>
                  <a:pt x="7243200" y="1123200"/>
                </a:lnTo>
                <a:lnTo>
                  <a:pt x="7243200" y="1123200"/>
                </a:lnTo>
                <a:lnTo>
                  <a:pt x="7220700" y="1139731"/>
                </a:lnTo>
                <a:lnTo>
                  <a:pt x="7198200" y="1153747"/>
                </a:lnTo>
                <a:lnTo>
                  <a:pt x="7175700" y="1163111"/>
                </a:lnTo>
                <a:lnTo>
                  <a:pt x="7153200" y="1166400"/>
                </a:lnTo>
                <a:lnTo>
                  <a:pt x="7130700" y="1163111"/>
                </a:lnTo>
                <a:lnTo>
                  <a:pt x="7108200" y="1153747"/>
                </a:lnTo>
                <a:lnTo>
                  <a:pt x="7085700" y="1139731"/>
                </a:lnTo>
                <a:lnTo>
                  <a:pt x="7063200" y="1123200"/>
                </a:lnTo>
                <a:lnTo>
                  <a:pt x="7063200" y="1123200"/>
                </a:lnTo>
                <a:lnTo>
                  <a:pt x="7040700" y="1139731"/>
                </a:lnTo>
                <a:lnTo>
                  <a:pt x="7018200" y="1153747"/>
                </a:lnTo>
                <a:lnTo>
                  <a:pt x="6995700" y="1163111"/>
                </a:lnTo>
                <a:lnTo>
                  <a:pt x="6973200" y="1166400"/>
                </a:lnTo>
                <a:lnTo>
                  <a:pt x="6950700" y="1163111"/>
                </a:lnTo>
                <a:lnTo>
                  <a:pt x="6928200" y="1153747"/>
                </a:lnTo>
                <a:lnTo>
                  <a:pt x="6905700" y="1139731"/>
                </a:lnTo>
                <a:lnTo>
                  <a:pt x="6883200" y="1123200"/>
                </a:lnTo>
                <a:lnTo>
                  <a:pt x="6883200" y="1123200"/>
                </a:lnTo>
                <a:lnTo>
                  <a:pt x="6860700" y="1139731"/>
                </a:lnTo>
                <a:lnTo>
                  <a:pt x="6838200" y="1153747"/>
                </a:lnTo>
                <a:lnTo>
                  <a:pt x="6815700" y="1163111"/>
                </a:lnTo>
                <a:lnTo>
                  <a:pt x="6793200" y="1166400"/>
                </a:lnTo>
                <a:lnTo>
                  <a:pt x="6770700" y="1163111"/>
                </a:lnTo>
                <a:lnTo>
                  <a:pt x="6748200" y="1153747"/>
                </a:lnTo>
                <a:lnTo>
                  <a:pt x="6725700" y="1139731"/>
                </a:lnTo>
                <a:lnTo>
                  <a:pt x="6703200" y="1123200"/>
                </a:lnTo>
                <a:lnTo>
                  <a:pt x="6703200" y="1123200"/>
                </a:lnTo>
                <a:lnTo>
                  <a:pt x="6680700" y="1139731"/>
                </a:lnTo>
                <a:lnTo>
                  <a:pt x="6658200" y="1153747"/>
                </a:lnTo>
                <a:lnTo>
                  <a:pt x="6635700" y="1163111"/>
                </a:lnTo>
                <a:lnTo>
                  <a:pt x="6613200" y="1166400"/>
                </a:lnTo>
                <a:lnTo>
                  <a:pt x="6590700" y="1163111"/>
                </a:lnTo>
                <a:lnTo>
                  <a:pt x="6568200" y="1153747"/>
                </a:lnTo>
                <a:lnTo>
                  <a:pt x="6545700" y="1139731"/>
                </a:lnTo>
                <a:lnTo>
                  <a:pt x="6523200" y="1123200"/>
                </a:lnTo>
                <a:lnTo>
                  <a:pt x="6523200" y="1123200"/>
                </a:lnTo>
                <a:lnTo>
                  <a:pt x="6500700" y="1139731"/>
                </a:lnTo>
                <a:lnTo>
                  <a:pt x="6478200" y="1153747"/>
                </a:lnTo>
                <a:lnTo>
                  <a:pt x="6455700" y="1163111"/>
                </a:lnTo>
                <a:lnTo>
                  <a:pt x="6433200" y="1166400"/>
                </a:lnTo>
                <a:lnTo>
                  <a:pt x="6410700" y="1163111"/>
                </a:lnTo>
                <a:lnTo>
                  <a:pt x="6388200" y="1153747"/>
                </a:lnTo>
                <a:lnTo>
                  <a:pt x="6365700" y="1139731"/>
                </a:lnTo>
                <a:lnTo>
                  <a:pt x="6343200" y="1123200"/>
                </a:lnTo>
                <a:lnTo>
                  <a:pt x="6343200" y="1123200"/>
                </a:lnTo>
                <a:lnTo>
                  <a:pt x="6320700" y="1139731"/>
                </a:lnTo>
                <a:lnTo>
                  <a:pt x="6298200" y="1153747"/>
                </a:lnTo>
                <a:lnTo>
                  <a:pt x="6275700" y="1163111"/>
                </a:lnTo>
                <a:lnTo>
                  <a:pt x="6253200" y="1166400"/>
                </a:lnTo>
                <a:lnTo>
                  <a:pt x="6230700" y="1163111"/>
                </a:lnTo>
                <a:lnTo>
                  <a:pt x="6208200" y="1153747"/>
                </a:lnTo>
                <a:lnTo>
                  <a:pt x="6185700" y="1139731"/>
                </a:lnTo>
                <a:lnTo>
                  <a:pt x="6163200" y="1123200"/>
                </a:lnTo>
                <a:lnTo>
                  <a:pt x="6163200" y="1123200"/>
                </a:lnTo>
                <a:lnTo>
                  <a:pt x="6140700" y="1139731"/>
                </a:lnTo>
                <a:lnTo>
                  <a:pt x="6118200" y="1153747"/>
                </a:lnTo>
                <a:lnTo>
                  <a:pt x="6095700" y="1163111"/>
                </a:lnTo>
                <a:lnTo>
                  <a:pt x="6073200" y="1166400"/>
                </a:lnTo>
                <a:lnTo>
                  <a:pt x="6050700" y="1163111"/>
                </a:lnTo>
                <a:lnTo>
                  <a:pt x="6028200" y="1153747"/>
                </a:lnTo>
                <a:lnTo>
                  <a:pt x="6005700" y="1139731"/>
                </a:lnTo>
                <a:lnTo>
                  <a:pt x="5983200" y="1123200"/>
                </a:lnTo>
                <a:lnTo>
                  <a:pt x="5983200" y="1123200"/>
                </a:lnTo>
                <a:lnTo>
                  <a:pt x="5960700" y="1139731"/>
                </a:lnTo>
                <a:lnTo>
                  <a:pt x="5938200" y="1153747"/>
                </a:lnTo>
                <a:lnTo>
                  <a:pt x="5915700" y="1163111"/>
                </a:lnTo>
                <a:lnTo>
                  <a:pt x="5893200" y="1166400"/>
                </a:lnTo>
                <a:lnTo>
                  <a:pt x="5870700" y="1163111"/>
                </a:lnTo>
                <a:lnTo>
                  <a:pt x="5848200" y="1153747"/>
                </a:lnTo>
                <a:lnTo>
                  <a:pt x="5825700" y="1139731"/>
                </a:lnTo>
                <a:lnTo>
                  <a:pt x="5803200" y="1123200"/>
                </a:lnTo>
                <a:lnTo>
                  <a:pt x="5803200" y="1123200"/>
                </a:lnTo>
                <a:lnTo>
                  <a:pt x="5780700" y="1139731"/>
                </a:lnTo>
                <a:lnTo>
                  <a:pt x="5758200" y="1153747"/>
                </a:lnTo>
                <a:lnTo>
                  <a:pt x="5735700" y="1163111"/>
                </a:lnTo>
                <a:lnTo>
                  <a:pt x="5713200" y="1166400"/>
                </a:lnTo>
                <a:lnTo>
                  <a:pt x="5690700" y="1163111"/>
                </a:lnTo>
                <a:lnTo>
                  <a:pt x="5668200" y="1153747"/>
                </a:lnTo>
                <a:lnTo>
                  <a:pt x="5645700" y="1139731"/>
                </a:lnTo>
                <a:lnTo>
                  <a:pt x="5623200" y="1123200"/>
                </a:lnTo>
                <a:lnTo>
                  <a:pt x="5623200" y="1123200"/>
                </a:lnTo>
                <a:lnTo>
                  <a:pt x="5600700" y="1139731"/>
                </a:lnTo>
                <a:lnTo>
                  <a:pt x="5578200" y="1153747"/>
                </a:lnTo>
                <a:lnTo>
                  <a:pt x="5555700" y="1163111"/>
                </a:lnTo>
                <a:lnTo>
                  <a:pt x="5533200" y="1166400"/>
                </a:lnTo>
                <a:lnTo>
                  <a:pt x="5510700" y="1163111"/>
                </a:lnTo>
                <a:lnTo>
                  <a:pt x="5488200" y="1153747"/>
                </a:lnTo>
                <a:lnTo>
                  <a:pt x="5465700" y="1139731"/>
                </a:lnTo>
                <a:lnTo>
                  <a:pt x="5443200" y="1123200"/>
                </a:lnTo>
                <a:lnTo>
                  <a:pt x="5443200" y="1123200"/>
                </a:lnTo>
                <a:lnTo>
                  <a:pt x="5420700" y="1139731"/>
                </a:lnTo>
                <a:lnTo>
                  <a:pt x="5398200" y="1153747"/>
                </a:lnTo>
                <a:lnTo>
                  <a:pt x="5375700" y="1163111"/>
                </a:lnTo>
                <a:lnTo>
                  <a:pt x="5353200" y="1166400"/>
                </a:lnTo>
                <a:lnTo>
                  <a:pt x="5330700" y="1163111"/>
                </a:lnTo>
                <a:lnTo>
                  <a:pt x="5308200" y="1153747"/>
                </a:lnTo>
                <a:lnTo>
                  <a:pt x="5285700" y="1139731"/>
                </a:lnTo>
                <a:lnTo>
                  <a:pt x="5263200" y="1123200"/>
                </a:lnTo>
                <a:lnTo>
                  <a:pt x="5263200" y="1123200"/>
                </a:lnTo>
                <a:lnTo>
                  <a:pt x="5240700" y="1139731"/>
                </a:lnTo>
                <a:lnTo>
                  <a:pt x="5218200" y="1153747"/>
                </a:lnTo>
                <a:lnTo>
                  <a:pt x="5195700" y="1163111"/>
                </a:lnTo>
                <a:lnTo>
                  <a:pt x="5173200" y="1166400"/>
                </a:lnTo>
                <a:lnTo>
                  <a:pt x="5150700" y="1163111"/>
                </a:lnTo>
                <a:lnTo>
                  <a:pt x="5128200" y="1153747"/>
                </a:lnTo>
                <a:lnTo>
                  <a:pt x="5105700" y="1139731"/>
                </a:lnTo>
                <a:lnTo>
                  <a:pt x="5083200" y="1123200"/>
                </a:lnTo>
                <a:lnTo>
                  <a:pt x="5083200" y="1123200"/>
                </a:lnTo>
                <a:lnTo>
                  <a:pt x="5060700" y="1139731"/>
                </a:lnTo>
                <a:lnTo>
                  <a:pt x="5038200" y="1153747"/>
                </a:lnTo>
                <a:lnTo>
                  <a:pt x="5015700" y="1163111"/>
                </a:lnTo>
                <a:lnTo>
                  <a:pt x="4993200" y="1166400"/>
                </a:lnTo>
                <a:lnTo>
                  <a:pt x="4970700" y="1163111"/>
                </a:lnTo>
                <a:lnTo>
                  <a:pt x="4948200" y="1153747"/>
                </a:lnTo>
                <a:lnTo>
                  <a:pt x="4925700" y="1139731"/>
                </a:lnTo>
                <a:lnTo>
                  <a:pt x="4903200" y="1123200"/>
                </a:lnTo>
                <a:lnTo>
                  <a:pt x="4903200" y="1123200"/>
                </a:lnTo>
                <a:lnTo>
                  <a:pt x="4880700" y="1139731"/>
                </a:lnTo>
                <a:lnTo>
                  <a:pt x="4858200" y="1153747"/>
                </a:lnTo>
                <a:lnTo>
                  <a:pt x="4835700" y="1163111"/>
                </a:lnTo>
                <a:lnTo>
                  <a:pt x="4813200" y="1166400"/>
                </a:lnTo>
                <a:lnTo>
                  <a:pt x="4790700" y="1163111"/>
                </a:lnTo>
                <a:lnTo>
                  <a:pt x="4768200" y="1153747"/>
                </a:lnTo>
                <a:lnTo>
                  <a:pt x="4745700" y="1139731"/>
                </a:lnTo>
                <a:lnTo>
                  <a:pt x="4723200" y="1123200"/>
                </a:lnTo>
                <a:lnTo>
                  <a:pt x="4723200" y="1123200"/>
                </a:lnTo>
                <a:lnTo>
                  <a:pt x="4700700" y="1139731"/>
                </a:lnTo>
                <a:lnTo>
                  <a:pt x="4678200" y="1153747"/>
                </a:lnTo>
                <a:lnTo>
                  <a:pt x="4655700" y="1163111"/>
                </a:lnTo>
                <a:lnTo>
                  <a:pt x="4633200" y="1166400"/>
                </a:lnTo>
                <a:lnTo>
                  <a:pt x="4610700" y="1163111"/>
                </a:lnTo>
                <a:lnTo>
                  <a:pt x="4588200" y="1153747"/>
                </a:lnTo>
                <a:lnTo>
                  <a:pt x="4565700" y="1139731"/>
                </a:lnTo>
                <a:lnTo>
                  <a:pt x="4543200" y="1123200"/>
                </a:lnTo>
                <a:lnTo>
                  <a:pt x="4543200" y="1123200"/>
                </a:lnTo>
                <a:lnTo>
                  <a:pt x="4520700" y="1139731"/>
                </a:lnTo>
                <a:lnTo>
                  <a:pt x="4498200" y="1153747"/>
                </a:lnTo>
                <a:lnTo>
                  <a:pt x="4475700" y="1163111"/>
                </a:lnTo>
                <a:lnTo>
                  <a:pt x="4453200" y="1166400"/>
                </a:lnTo>
                <a:lnTo>
                  <a:pt x="4430700" y="1163111"/>
                </a:lnTo>
                <a:lnTo>
                  <a:pt x="4408200" y="1153747"/>
                </a:lnTo>
                <a:lnTo>
                  <a:pt x="4385700" y="1139731"/>
                </a:lnTo>
                <a:lnTo>
                  <a:pt x="4363200" y="1123200"/>
                </a:lnTo>
                <a:lnTo>
                  <a:pt x="4363200" y="1123200"/>
                </a:lnTo>
                <a:lnTo>
                  <a:pt x="4340700" y="1139731"/>
                </a:lnTo>
                <a:lnTo>
                  <a:pt x="4318200" y="1153747"/>
                </a:lnTo>
                <a:lnTo>
                  <a:pt x="4295700" y="1163111"/>
                </a:lnTo>
                <a:lnTo>
                  <a:pt x="4273200" y="1166400"/>
                </a:lnTo>
                <a:lnTo>
                  <a:pt x="4250700" y="1163111"/>
                </a:lnTo>
                <a:lnTo>
                  <a:pt x="4228200" y="1153747"/>
                </a:lnTo>
                <a:lnTo>
                  <a:pt x="4205700" y="1139731"/>
                </a:lnTo>
                <a:lnTo>
                  <a:pt x="4183200" y="1123200"/>
                </a:lnTo>
                <a:lnTo>
                  <a:pt x="4183200" y="1123200"/>
                </a:lnTo>
                <a:lnTo>
                  <a:pt x="4160700" y="1139731"/>
                </a:lnTo>
                <a:lnTo>
                  <a:pt x="4138200" y="1153747"/>
                </a:lnTo>
                <a:lnTo>
                  <a:pt x="4115700" y="1163111"/>
                </a:lnTo>
                <a:lnTo>
                  <a:pt x="4093200" y="1166400"/>
                </a:lnTo>
                <a:lnTo>
                  <a:pt x="4070700" y="1163111"/>
                </a:lnTo>
                <a:lnTo>
                  <a:pt x="4048200" y="1153747"/>
                </a:lnTo>
                <a:lnTo>
                  <a:pt x="4025700" y="1139731"/>
                </a:lnTo>
                <a:lnTo>
                  <a:pt x="4003200" y="1123200"/>
                </a:lnTo>
                <a:lnTo>
                  <a:pt x="4003200" y="1123200"/>
                </a:lnTo>
                <a:lnTo>
                  <a:pt x="3980700" y="1139731"/>
                </a:lnTo>
                <a:lnTo>
                  <a:pt x="3958200" y="1153747"/>
                </a:lnTo>
                <a:lnTo>
                  <a:pt x="3935700" y="1163111"/>
                </a:lnTo>
                <a:lnTo>
                  <a:pt x="3913200" y="1166400"/>
                </a:lnTo>
                <a:lnTo>
                  <a:pt x="3890700" y="1163111"/>
                </a:lnTo>
                <a:lnTo>
                  <a:pt x="3868200" y="1153747"/>
                </a:lnTo>
                <a:lnTo>
                  <a:pt x="3845700" y="1139731"/>
                </a:lnTo>
                <a:lnTo>
                  <a:pt x="3823200" y="1123200"/>
                </a:lnTo>
                <a:lnTo>
                  <a:pt x="3823200" y="1123200"/>
                </a:lnTo>
                <a:lnTo>
                  <a:pt x="3800700" y="1139731"/>
                </a:lnTo>
                <a:lnTo>
                  <a:pt x="3778200" y="1153747"/>
                </a:lnTo>
                <a:lnTo>
                  <a:pt x="3755700" y="1163111"/>
                </a:lnTo>
                <a:lnTo>
                  <a:pt x="3733200" y="1166400"/>
                </a:lnTo>
                <a:lnTo>
                  <a:pt x="3710700" y="1163111"/>
                </a:lnTo>
                <a:lnTo>
                  <a:pt x="3688200" y="1153747"/>
                </a:lnTo>
                <a:lnTo>
                  <a:pt x="3665700" y="1139731"/>
                </a:lnTo>
                <a:lnTo>
                  <a:pt x="3643200" y="1123200"/>
                </a:lnTo>
                <a:lnTo>
                  <a:pt x="3643200" y="1123200"/>
                </a:lnTo>
                <a:lnTo>
                  <a:pt x="3620700" y="1139731"/>
                </a:lnTo>
                <a:lnTo>
                  <a:pt x="3598200" y="1153747"/>
                </a:lnTo>
                <a:lnTo>
                  <a:pt x="3575700" y="1163111"/>
                </a:lnTo>
                <a:lnTo>
                  <a:pt x="3553200" y="1166400"/>
                </a:lnTo>
                <a:lnTo>
                  <a:pt x="3530700" y="1163111"/>
                </a:lnTo>
                <a:lnTo>
                  <a:pt x="3508200" y="1153747"/>
                </a:lnTo>
                <a:lnTo>
                  <a:pt x="3485700" y="1139731"/>
                </a:lnTo>
                <a:lnTo>
                  <a:pt x="3463200" y="1123200"/>
                </a:lnTo>
                <a:lnTo>
                  <a:pt x="3463200" y="1123200"/>
                </a:lnTo>
                <a:lnTo>
                  <a:pt x="3440700" y="1139731"/>
                </a:lnTo>
                <a:lnTo>
                  <a:pt x="3418200" y="1153747"/>
                </a:lnTo>
                <a:lnTo>
                  <a:pt x="3395700" y="1163111"/>
                </a:lnTo>
                <a:lnTo>
                  <a:pt x="3373200" y="1166400"/>
                </a:lnTo>
                <a:lnTo>
                  <a:pt x="3350700" y="1163111"/>
                </a:lnTo>
                <a:lnTo>
                  <a:pt x="3328200" y="1153747"/>
                </a:lnTo>
                <a:lnTo>
                  <a:pt x="3305700" y="1139731"/>
                </a:lnTo>
                <a:lnTo>
                  <a:pt x="3283200" y="1123200"/>
                </a:lnTo>
                <a:lnTo>
                  <a:pt x="3283200" y="1123200"/>
                </a:lnTo>
                <a:lnTo>
                  <a:pt x="3260700" y="1139731"/>
                </a:lnTo>
                <a:lnTo>
                  <a:pt x="3238200" y="1153747"/>
                </a:lnTo>
                <a:lnTo>
                  <a:pt x="3215700" y="1163111"/>
                </a:lnTo>
                <a:lnTo>
                  <a:pt x="3193200" y="1166400"/>
                </a:lnTo>
                <a:lnTo>
                  <a:pt x="3170700" y="1163111"/>
                </a:lnTo>
                <a:lnTo>
                  <a:pt x="3148200" y="1153747"/>
                </a:lnTo>
                <a:lnTo>
                  <a:pt x="3125700" y="1139731"/>
                </a:lnTo>
                <a:lnTo>
                  <a:pt x="3103200" y="1123200"/>
                </a:lnTo>
                <a:lnTo>
                  <a:pt x="3103200" y="1123200"/>
                </a:lnTo>
                <a:lnTo>
                  <a:pt x="3080700" y="1139731"/>
                </a:lnTo>
                <a:lnTo>
                  <a:pt x="3058200" y="1153747"/>
                </a:lnTo>
                <a:lnTo>
                  <a:pt x="3035700" y="1163111"/>
                </a:lnTo>
                <a:lnTo>
                  <a:pt x="3013200" y="1166400"/>
                </a:lnTo>
                <a:lnTo>
                  <a:pt x="2990700" y="1163111"/>
                </a:lnTo>
                <a:lnTo>
                  <a:pt x="2968200" y="1153747"/>
                </a:lnTo>
                <a:lnTo>
                  <a:pt x="2945700" y="1139731"/>
                </a:lnTo>
                <a:lnTo>
                  <a:pt x="2923200" y="1123200"/>
                </a:lnTo>
                <a:lnTo>
                  <a:pt x="2923200" y="1123200"/>
                </a:lnTo>
                <a:lnTo>
                  <a:pt x="2900700" y="1139731"/>
                </a:lnTo>
                <a:lnTo>
                  <a:pt x="2878200" y="1153747"/>
                </a:lnTo>
                <a:lnTo>
                  <a:pt x="2855700" y="1163111"/>
                </a:lnTo>
                <a:lnTo>
                  <a:pt x="2833200" y="1166400"/>
                </a:lnTo>
                <a:lnTo>
                  <a:pt x="2810700" y="1163111"/>
                </a:lnTo>
                <a:lnTo>
                  <a:pt x="2788200" y="1153747"/>
                </a:lnTo>
                <a:lnTo>
                  <a:pt x="2765700" y="1139731"/>
                </a:lnTo>
                <a:lnTo>
                  <a:pt x="2743200" y="1123200"/>
                </a:lnTo>
                <a:lnTo>
                  <a:pt x="2743200" y="1123200"/>
                </a:lnTo>
                <a:lnTo>
                  <a:pt x="2720700" y="1139731"/>
                </a:lnTo>
                <a:lnTo>
                  <a:pt x="2698200" y="1153747"/>
                </a:lnTo>
                <a:lnTo>
                  <a:pt x="2675700" y="1163111"/>
                </a:lnTo>
                <a:lnTo>
                  <a:pt x="2653200" y="1166400"/>
                </a:lnTo>
                <a:lnTo>
                  <a:pt x="2630700" y="1163111"/>
                </a:lnTo>
                <a:lnTo>
                  <a:pt x="2608200" y="1153747"/>
                </a:lnTo>
                <a:lnTo>
                  <a:pt x="2585700" y="1139731"/>
                </a:lnTo>
                <a:lnTo>
                  <a:pt x="2563200" y="1123200"/>
                </a:lnTo>
                <a:lnTo>
                  <a:pt x="2563200" y="1123200"/>
                </a:lnTo>
                <a:lnTo>
                  <a:pt x="2540700" y="1139731"/>
                </a:lnTo>
                <a:lnTo>
                  <a:pt x="2518200" y="1153747"/>
                </a:lnTo>
                <a:lnTo>
                  <a:pt x="2495700" y="1163111"/>
                </a:lnTo>
                <a:lnTo>
                  <a:pt x="2473200" y="1166400"/>
                </a:lnTo>
                <a:lnTo>
                  <a:pt x="2450700" y="1163111"/>
                </a:lnTo>
                <a:lnTo>
                  <a:pt x="2428200" y="1153747"/>
                </a:lnTo>
                <a:lnTo>
                  <a:pt x="2405700" y="1139731"/>
                </a:lnTo>
                <a:lnTo>
                  <a:pt x="2383200" y="1123200"/>
                </a:lnTo>
                <a:lnTo>
                  <a:pt x="2383200" y="1123200"/>
                </a:lnTo>
                <a:lnTo>
                  <a:pt x="2360700" y="1139731"/>
                </a:lnTo>
                <a:lnTo>
                  <a:pt x="2338200" y="1153747"/>
                </a:lnTo>
                <a:lnTo>
                  <a:pt x="2315700" y="1163111"/>
                </a:lnTo>
                <a:lnTo>
                  <a:pt x="2293200" y="1166400"/>
                </a:lnTo>
                <a:lnTo>
                  <a:pt x="2270700" y="1163111"/>
                </a:lnTo>
                <a:lnTo>
                  <a:pt x="2248200" y="1153747"/>
                </a:lnTo>
                <a:lnTo>
                  <a:pt x="2225700" y="1139731"/>
                </a:lnTo>
                <a:lnTo>
                  <a:pt x="2203200" y="1123200"/>
                </a:lnTo>
                <a:lnTo>
                  <a:pt x="2203200" y="1123200"/>
                </a:lnTo>
                <a:lnTo>
                  <a:pt x="2180700" y="1139731"/>
                </a:lnTo>
                <a:lnTo>
                  <a:pt x="2158200" y="1153747"/>
                </a:lnTo>
                <a:lnTo>
                  <a:pt x="2135700" y="1163111"/>
                </a:lnTo>
                <a:lnTo>
                  <a:pt x="2113200" y="1166400"/>
                </a:lnTo>
                <a:lnTo>
                  <a:pt x="2090700" y="1163111"/>
                </a:lnTo>
                <a:lnTo>
                  <a:pt x="2068200" y="1153747"/>
                </a:lnTo>
                <a:lnTo>
                  <a:pt x="2045700" y="1139731"/>
                </a:lnTo>
                <a:lnTo>
                  <a:pt x="2023200" y="1123200"/>
                </a:lnTo>
                <a:lnTo>
                  <a:pt x="2023200" y="1123200"/>
                </a:lnTo>
                <a:lnTo>
                  <a:pt x="2000700" y="1139731"/>
                </a:lnTo>
                <a:lnTo>
                  <a:pt x="1978200" y="1153747"/>
                </a:lnTo>
                <a:lnTo>
                  <a:pt x="1955700" y="1163111"/>
                </a:lnTo>
                <a:lnTo>
                  <a:pt x="1933200" y="1166400"/>
                </a:lnTo>
                <a:lnTo>
                  <a:pt x="1910700" y="1163111"/>
                </a:lnTo>
                <a:lnTo>
                  <a:pt x="1888200" y="1153747"/>
                </a:lnTo>
                <a:lnTo>
                  <a:pt x="1865700" y="1139731"/>
                </a:lnTo>
                <a:lnTo>
                  <a:pt x="1843200" y="1123200"/>
                </a:lnTo>
                <a:lnTo>
                  <a:pt x="1843200" y="1123200"/>
                </a:lnTo>
                <a:lnTo>
                  <a:pt x="1820700" y="1139731"/>
                </a:lnTo>
                <a:lnTo>
                  <a:pt x="1798200" y="1153747"/>
                </a:lnTo>
                <a:lnTo>
                  <a:pt x="1775700" y="1163111"/>
                </a:lnTo>
                <a:lnTo>
                  <a:pt x="1753200" y="1166400"/>
                </a:lnTo>
                <a:lnTo>
                  <a:pt x="1730700" y="1163111"/>
                </a:lnTo>
                <a:lnTo>
                  <a:pt x="1708200" y="1153747"/>
                </a:lnTo>
                <a:lnTo>
                  <a:pt x="1685700" y="1139731"/>
                </a:lnTo>
                <a:lnTo>
                  <a:pt x="1663200" y="1123200"/>
                </a:lnTo>
                <a:lnTo>
                  <a:pt x="1663200" y="1123200"/>
                </a:lnTo>
                <a:lnTo>
                  <a:pt x="1640700" y="1139731"/>
                </a:lnTo>
                <a:lnTo>
                  <a:pt x="1618200" y="1153747"/>
                </a:lnTo>
                <a:lnTo>
                  <a:pt x="1595700" y="1163111"/>
                </a:lnTo>
                <a:lnTo>
                  <a:pt x="1573200" y="1166400"/>
                </a:lnTo>
                <a:lnTo>
                  <a:pt x="1550700" y="1163111"/>
                </a:lnTo>
                <a:lnTo>
                  <a:pt x="1528200" y="1153747"/>
                </a:lnTo>
                <a:lnTo>
                  <a:pt x="1505700" y="1139731"/>
                </a:lnTo>
                <a:lnTo>
                  <a:pt x="1483200" y="1123200"/>
                </a:lnTo>
                <a:lnTo>
                  <a:pt x="1483200" y="1123200"/>
                </a:lnTo>
                <a:lnTo>
                  <a:pt x="1460700" y="1139731"/>
                </a:lnTo>
                <a:lnTo>
                  <a:pt x="1438200" y="1153747"/>
                </a:lnTo>
                <a:lnTo>
                  <a:pt x="1415700" y="1163111"/>
                </a:lnTo>
                <a:lnTo>
                  <a:pt x="1393200" y="1166400"/>
                </a:lnTo>
                <a:lnTo>
                  <a:pt x="1370700" y="1163111"/>
                </a:lnTo>
                <a:lnTo>
                  <a:pt x="1348200" y="1153747"/>
                </a:lnTo>
                <a:lnTo>
                  <a:pt x="1325700" y="1139731"/>
                </a:lnTo>
                <a:lnTo>
                  <a:pt x="1303200" y="1123200"/>
                </a:lnTo>
                <a:lnTo>
                  <a:pt x="1303200" y="1123200"/>
                </a:lnTo>
                <a:lnTo>
                  <a:pt x="1280700" y="1139731"/>
                </a:lnTo>
                <a:lnTo>
                  <a:pt x="1258200" y="1153747"/>
                </a:lnTo>
                <a:lnTo>
                  <a:pt x="1235700" y="1163111"/>
                </a:lnTo>
                <a:lnTo>
                  <a:pt x="1213200" y="1166400"/>
                </a:lnTo>
                <a:lnTo>
                  <a:pt x="1190700" y="1163111"/>
                </a:lnTo>
                <a:lnTo>
                  <a:pt x="1168200" y="1153747"/>
                </a:lnTo>
                <a:lnTo>
                  <a:pt x="1145700" y="1139731"/>
                </a:lnTo>
                <a:lnTo>
                  <a:pt x="1123200" y="1123200"/>
                </a:lnTo>
                <a:lnTo>
                  <a:pt x="1123200" y="1123200"/>
                </a:lnTo>
                <a:lnTo>
                  <a:pt x="1100700" y="1139731"/>
                </a:lnTo>
                <a:lnTo>
                  <a:pt x="1078200" y="1153747"/>
                </a:lnTo>
                <a:lnTo>
                  <a:pt x="1055700" y="1163111"/>
                </a:lnTo>
                <a:lnTo>
                  <a:pt x="1033200" y="1166400"/>
                </a:lnTo>
                <a:lnTo>
                  <a:pt x="1010700" y="1163111"/>
                </a:lnTo>
                <a:lnTo>
                  <a:pt x="988200" y="1153747"/>
                </a:lnTo>
                <a:lnTo>
                  <a:pt x="965700" y="1139731"/>
                </a:lnTo>
                <a:lnTo>
                  <a:pt x="943200" y="1123200"/>
                </a:lnTo>
                <a:lnTo>
                  <a:pt x="943200" y="1123200"/>
                </a:lnTo>
                <a:lnTo>
                  <a:pt x="920700" y="1139731"/>
                </a:lnTo>
                <a:lnTo>
                  <a:pt x="898200" y="1153747"/>
                </a:lnTo>
                <a:lnTo>
                  <a:pt x="875700" y="1163111"/>
                </a:lnTo>
                <a:lnTo>
                  <a:pt x="853200" y="1166400"/>
                </a:lnTo>
                <a:lnTo>
                  <a:pt x="830700" y="1163111"/>
                </a:lnTo>
                <a:lnTo>
                  <a:pt x="808200" y="1153747"/>
                </a:lnTo>
                <a:lnTo>
                  <a:pt x="785700" y="1139731"/>
                </a:lnTo>
                <a:lnTo>
                  <a:pt x="763200" y="1123200"/>
                </a:lnTo>
                <a:lnTo>
                  <a:pt x="763200" y="1123200"/>
                </a:lnTo>
                <a:lnTo>
                  <a:pt x="740700" y="1139731"/>
                </a:lnTo>
                <a:lnTo>
                  <a:pt x="718200" y="1153747"/>
                </a:lnTo>
                <a:lnTo>
                  <a:pt x="695700" y="1163111"/>
                </a:lnTo>
                <a:lnTo>
                  <a:pt x="673200" y="1166400"/>
                </a:lnTo>
                <a:lnTo>
                  <a:pt x="650700" y="1163111"/>
                </a:lnTo>
                <a:lnTo>
                  <a:pt x="628200" y="1153747"/>
                </a:lnTo>
                <a:lnTo>
                  <a:pt x="605700" y="1139731"/>
                </a:lnTo>
                <a:lnTo>
                  <a:pt x="583200" y="1123200"/>
                </a:lnTo>
                <a:lnTo>
                  <a:pt x="583200" y="1123200"/>
                </a:lnTo>
                <a:lnTo>
                  <a:pt x="560700" y="1139731"/>
                </a:lnTo>
                <a:lnTo>
                  <a:pt x="538200" y="1153747"/>
                </a:lnTo>
                <a:lnTo>
                  <a:pt x="515700" y="1163111"/>
                </a:lnTo>
                <a:lnTo>
                  <a:pt x="493200" y="1166400"/>
                </a:lnTo>
                <a:lnTo>
                  <a:pt x="470700" y="1163111"/>
                </a:lnTo>
                <a:lnTo>
                  <a:pt x="448200" y="1153747"/>
                </a:lnTo>
                <a:lnTo>
                  <a:pt x="425700" y="1139731"/>
                </a:lnTo>
                <a:lnTo>
                  <a:pt x="403200" y="1123200"/>
                </a:lnTo>
                <a:lnTo>
                  <a:pt x="403200" y="1123200"/>
                </a:lnTo>
                <a:lnTo>
                  <a:pt x="380700" y="1139731"/>
                </a:lnTo>
                <a:lnTo>
                  <a:pt x="358200" y="1153747"/>
                </a:lnTo>
                <a:lnTo>
                  <a:pt x="335700" y="1163111"/>
                </a:lnTo>
                <a:lnTo>
                  <a:pt x="313200" y="1166400"/>
                </a:lnTo>
                <a:lnTo>
                  <a:pt x="290700" y="1163111"/>
                </a:lnTo>
                <a:lnTo>
                  <a:pt x="268200" y="1153747"/>
                </a:lnTo>
                <a:lnTo>
                  <a:pt x="245700" y="1139731"/>
                </a:lnTo>
                <a:lnTo>
                  <a:pt x="223200" y="1123200"/>
                </a:lnTo>
                <a:lnTo>
                  <a:pt x="223200" y="1123200"/>
                </a:lnTo>
                <a:lnTo>
                  <a:pt x="200700" y="1139731"/>
                </a:lnTo>
                <a:lnTo>
                  <a:pt x="178200" y="1153747"/>
                </a:lnTo>
                <a:lnTo>
                  <a:pt x="155700" y="1163111"/>
                </a:lnTo>
                <a:lnTo>
                  <a:pt x="133200" y="1166400"/>
                </a:lnTo>
                <a:lnTo>
                  <a:pt x="110700" y="1163111"/>
                </a:lnTo>
                <a:lnTo>
                  <a:pt x="88200" y="1153747"/>
                </a:lnTo>
                <a:lnTo>
                  <a:pt x="65700" y="1139731"/>
                </a:lnTo>
                <a:lnTo>
                  <a:pt x="43200" y="1123200"/>
                </a:lnTo>
                <a:lnTo>
                  <a:pt x="43200" y="1123200"/>
                </a:lnTo>
                <a:lnTo>
                  <a:pt x="26668" y="1100700"/>
                </a:lnTo>
                <a:lnTo>
                  <a:pt x="12652" y="1078200"/>
                </a:lnTo>
                <a:lnTo>
                  <a:pt x="3288" y="1055700"/>
                </a:lnTo>
                <a:lnTo>
                  <a:pt x="0" y="1033200"/>
                </a:lnTo>
                <a:lnTo>
                  <a:pt x="3288" y="1010700"/>
                </a:lnTo>
                <a:lnTo>
                  <a:pt x="12652" y="988200"/>
                </a:lnTo>
                <a:lnTo>
                  <a:pt x="26668" y="965700"/>
                </a:lnTo>
                <a:lnTo>
                  <a:pt x="43200" y="943200"/>
                </a:lnTo>
                <a:lnTo>
                  <a:pt x="43200" y="943200"/>
                </a:lnTo>
                <a:lnTo>
                  <a:pt x="26668" y="920700"/>
                </a:lnTo>
                <a:lnTo>
                  <a:pt x="12652" y="898200"/>
                </a:lnTo>
                <a:lnTo>
                  <a:pt x="3288" y="875700"/>
                </a:lnTo>
                <a:lnTo>
                  <a:pt x="0" y="853200"/>
                </a:lnTo>
                <a:lnTo>
                  <a:pt x="3288" y="830700"/>
                </a:lnTo>
                <a:lnTo>
                  <a:pt x="12652" y="808200"/>
                </a:lnTo>
                <a:lnTo>
                  <a:pt x="26668" y="785700"/>
                </a:lnTo>
                <a:lnTo>
                  <a:pt x="43200" y="763200"/>
                </a:lnTo>
                <a:lnTo>
                  <a:pt x="43200" y="763200"/>
                </a:lnTo>
                <a:lnTo>
                  <a:pt x="26668" y="740700"/>
                </a:lnTo>
                <a:lnTo>
                  <a:pt x="12652" y="718200"/>
                </a:lnTo>
                <a:lnTo>
                  <a:pt x="3288" y="695700"/>
                </a:lnTo>
                <a:lnTo>
                  <a:pt x="0" y="673200"/>
                </a:lnTo>
                <a:lnTo>
                  <a:pt x="3288" y="650700"/>
                </a:lnTo>
                <a:lnTo>
                  <a:pt x="12652" y="628200"/>
                </a:lnTo>
                <a:lnTo>
                  <a:pt x="26668" y="605700"/>
                </a:lnTo>
                <a:lnTo>
                  <a:pt x="43200" y="583200"/>
                </a:lnTo>
                <a:lnTo>
                  <a:pt x="43200" y="583200"/>
                </a:lnTo>
                <a:lnTo>
                  <a:pt x="26668" y="560700"/>
                </a:lnTo>
                <a:lnTo>
                  <a:pt x="12652" y="538200"/>
                </a:lnTo>
                <a:lnTo>
                  <a:pt x="3288" y="515700"/>
                </a:lnTo>
                <a:lnTo>
                  <a:pt x="0" y="493200"/>
                </a:lnTo>
                <a:lnTo>
                  <a:pt x="3288" y="470700"/>
                </a:lnTo>
                <a:lnTo>
                  <a:pt x="12652" y="448200"/>
                </a:lnTo>
                <a:lnTo>
                  <a:pt x="26668" y="425700"/>
                </a:lnTo>
                <a:lnTo>
                  <a:pt x="43200" y="403200"/>
                </a:lnTo>
                <a:lnTo>
                  <a:pt x="43200" y="403200"/>
                </a:lnTo>
                <a:lnTo>
                  <a:pt x="26668" y="380700"/>
                </a:lnTo>
                <a:lnTo>
                  <a:pt x="12652" y="358200"/>
                </a:lnTo>
                <a:lnTo>
                  <a:pt x="3288" y="335700"/>
                </a:lnTo>
                <a:lnTo>
                  <a:pt x="0" y="313200"/>
                </a:lnTo>
                <a:lnTo>
                  <a:pt x="3288" y="290700"/>
                </a:lnTo>
                <a:lnTo>
                  <a:pt x="12652" y="268200"/>
                </a:lnTo>
                <a:lnTo>
                  <a:pt x="26668" y="245700"/>
                </a:lnTo>
                <a:lnTo>
                  <a:pt x="43200" y="223200"/>
                </a:lnTo>
                <a:lnTo>
                  <a:pt x="43200" y="223200"/>
                </a:lnTo>
                <a:lnTo>
                  <a:pt x="26668" y="200700"/>
                </a:lnTo>
                <a:lnTo>
                  <a:pt x="12652" y="178200"/>
                </a:lnTo>
                <a:lnTo>
                  <a:pt x="3288" y="155700"/>
                </a:lnTo>
                <a:lnTo>
                  <a:pt x="0" y="133200"/>
                </a:lnTo>
                <a:lnTo>
                  <a:pt x="3288" y="110700"/>
                </a:lnTo>
                <a:lnTo>
                  <a:pt x="12652" y="88200"/>
                </a:lnTo>
                <a:lnTo>
                  <a:pt x="26668" y="65700"/>
                </a:lnTo>
                <a:lnTo>
                  <a:pt x="43200" y="43200"/>
                </a:lnTo>
                <a:close/>
              </a:path>
            </a:pathLst>
          </a:custGeom>
          <a:noFill/>
          <a:ln w="7620">
            <a:solidFill>
              <a:srgbClr val="A4433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80000" y="8100000"/>
            <a:ext cx="8784000" cy="90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  <a:r>
              <a:t>TBC #16 / #26 — tile/adhesive/slab thicknesses and hardware pocket are indicative. Preserve the flush finished level; coordinate seals and maintenance access.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Halo-lit sign / demountable backing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AP-18 · external logo section and maintenance access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540000" y="9792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540000" y="10008000"/>
            <a:ext cx="7128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FOR COORDINATION  ·  SITE ITEMS OPEN  ·  REV B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06 OCT 2026  /  SOURCE REV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4000" y="10008000"/>
            <a:ext cx="522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1:2 — indicative assembly @ A3  ·  DIMENSIONS mm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SPEC SNAPSHOT eeccbde1cd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92000" y="10008000"/>
            <a:ext cx="1152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AP-18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548000" y="2052000"/>
            <a:ext cx="0" cy="7308000"/>
          </a:xfrm>
          <a:prstGeom prst="line">
            <a:avLst/>
          </a:prstGeom>
          <a:ln w="7620">
            <a:solidFill>
              <a:srgbClr val="E8E1D5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10908000" y="2088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BRAND / FINISH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08000" y="2448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1000 W black logo; uniform native SVG geometry. Halo-lit, 3000 K visual intent. No brass elements.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08000" y="3852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STAND-OFF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08000" y="4212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25 stand-off behind logo. Concealed threaded spacers to engineered backing; fastener size and count remain #16.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08000" y="5616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POWER / 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08000" y="5976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Protected cable penetration to accessible driver on removable internal backing panel. Strain relief and isolation accessible.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08000" y="7380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FABRICATION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08000" y="7740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Confirm return depth, LED spacing, weather exposure, fixing template, driver enclosure and backing capacity with sign specialist.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48000" y="2772000"/>
            <a:ext cx="144000" cy="3960000"/>
          </a:xfrm>
          <a:prstGeom prst="rect">
            <a:avLst/>
          </a:prstGeom>
          <a:solidFill>
            <a:srgbClr val="E8E1D5"/>
          </a:solidFill>
          <a:ln w="8890">
            <a:solidFill>
              <a:srgbClr val="A44338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942000" y="3672000"/>
            <a:ext cx="216000" cy="180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3492000" y="5112000"/>
            <a:ext cx="450000" cy="0"/>
          </a:xfrm>
          <a:prstGeom prst="line">
            <a:avLst/>
          </a:prstGeom>
          <a:ln w="19050">
            <a:solidFill>
              <a:srgbClr val="252725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3492000" y="4032000"/>
            <a:ext cx="450000" cy="0"/>
          </a:xfrm>
          <a:prstGeom prst="line">
            <a:avLst/>
          </a:prstGeom>
          <a:ln w="19050">
            <a:solidFill>
              <a:srgbClr val="252725"/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3492000" y="4572000"/>
            <a:ext cx="450000" cy="0"/>
          </a:xfrm>
          <a:prstGeom prst="line">
            <a:avLst/>
          </a:prstGeom>
          <a:ln w="12700">
            <a:solidFill>
              <a:srgbClr val="9A825A"/>
            </a:solidFill>
            <a:prstDash val="dash"/>
          </a:ln>
          <a:effectLst/>
        </p:spPr>
      </p:cxnSp>
      <p:cxnSp>
        <p:nvCxnSpPr>
          <p:cNvPr id="25" name="Connector 24"/>
          <p:cNvCxnSpPr/>
          <p:nvPr/>
        </p:nvCxnSpPr>
        <p:spPr>
          <a:xfrm flipV="1">
            <a:off x="3492000" y="3312000"/>
            <a:ext cx="0" cy="360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 flipV="1">
            <a:off x="3942000" y="3312000"/>
            <a:ext cx="0" cy="360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>
            <a:off x="3492000" y="3312000"/>
            <a:ext cx="45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 flipV="1">
            <a:off x="3456000" y="32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 flipV="1">
            <a:off x="3906000" y="32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0" name="TextBox 29"/>
          <p:cNvSpPr txBox="1"/>
          <p:nvPr/>
        </p:nvSpPr>
        <p:spPr>
          <a:xfrm>
            <a:off x="3177000" y="3132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 stand-off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48000" y="2142000"/>
            <a:ext cx="5760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A44338"/>
                </a:solidFill>
                <a:latin typeface="Liberation Sans"/>
              </a:defRPr>
            </a:pPr>
            <a:r>
              <a:t>STRUCTURAL BACKING / ACCESS PANEL TBC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3924000" y="3888000"/>
            <a:ext cx="1584000" cy="720000"/>
          </a:xfrm>
          <a:prstGeom prst="line">
            <a:avLst/>
          </a:prstGeom>
          <a:ln w="5715">
            <a:solidFill>
              <a:srgbClr val="737871"/>
            </a:solidFill>
          </a:ln>
          <a:effectLst/>
        </p:spPr>
      </p:cxnSp>
      <p:sp>
        <p:nvSpPr>
          <p:cNvPr id="33" name="Oval 32"/>
          <p:cNvSpPr/>
          <p:nvPr/>
        </p:nvSpPr>
        <p:spPr>
          <a:xfrm>
            <a:off x="3900600" y="4584600"/>
            <a:ext cx="46800" cy="468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80000" y="3744000"/>
            <a:ext cx="4500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Threaded spacer / concealed stud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672000" y="4572000"/>
            <a:ext cx="1836000" cy="684000"/>
          </a:xfrm>
          <a:prstGeom prst="line">
            <a:avLst/>
          </a:prstGeom>
          <a:ln w="5715">
            <a:solidFill>
              <a:srgbClr val="737871"/>
            </a:solidFill>
          </a:ln>
          <a:effectLst/>
        </p:spPr>
      </p:cxnSp>
      <p:sp>
        <p:nvSpPr>
          <p:cNvPr id="36" name="Oval 35"/>
          <p:cNvSpPr/>
          <p:nvPr/>
        </p:nvSpPr>
        <p:spPr>
          <a:xfrm>
            <a:off x="3648600" y="4548600"/>
            <a:ext cx="46800" cy="468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80000" y="5112000"/>
            <a:ext cx="4500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Protected wire to accessible driver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456000" y="5940000"/>
            <a:ext cx="2052000" cy="720000"/>
          </a:xfrm>
          <a:prstGeom prst="line">
            <a:avLst/>
          </a:prstGeom>
          <a:ln w="5715">
            <a:solidFill>
              <a:srgbClr val="737871"/>
            </a:solidFill>
          </a:ln>
          <a:effectLst/>
        </p:spPr>
      </p:cxnSp>
      <p:sp>
        <p:nvSpPr>
          <p:cNvPr id="39" name="Oval 38"/>
          <p:cNvSpPr/>
          <p:nvPr/>
        </p:nvSpPr>
        <p:spPr>
          <a:xfrm>
            <a:off x="3432600" y="5916600"/>
            <a:ext cx="46800" cy="468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580000" y="6516000"/>
            <a:ext cx="4500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Removable backing panel</a:t>
            </a:r>
          </a:p>
        </p:txBody>
      </p:sp>
      <p:sp>
        <p:nvSpPr>
          <p:cNvPr id="41" name="Freeform 40"/>
          <p:cNvSpPr/>
          <p:nvPr/>
        </p:nvSpPr>
        <p:spPr>
          <a:xfrm>
            <a:off x="1072800" y="7840800"/>
            <a:ext cx="8942400" cy="1166400"/>
          </a:xfrm>
          <a:custGeom>
            <a:avLst/>
            <a:gdLst/>
            <a:ahLst/>
            <a:cxnLst/>
            <a:rect l="l" t="t" r="r" b="b"/>
            <a:pathLst>
              <a:path w="8942400" h="1166400">
                <a:moveTo>
                  <a:pt x="43200" y="43200"/>
                </a:moveTo>
                <a:lnTo>
                  <a:pt x="65791" y="26668"/>
                </a:lnTo>
                <a:lnTo>
                  <a:pt x="88383" y="12652"/>
                </a:lnTo>
                <a:lnTo>
                  <a:pt x="110975" y="3288"/>
                </a:lnTo>
                <a:lnTo>
                  <a:pt x="133567" y="0"/>
                </a:lnTo>
                <a:lnTo>
                  <a:pt x="156159" y="3288"/>
                </a:lnTo>
                <a:lnTo>
                  <a:pt x="178751" y="12652"/>
                </a:lnTo>
                <a:lnTo>
                  <a:pt x="201342" y="26668"/>
                </a:lnTo>
                <a:lnTo>
                  <a:pt x="223934" y="43200"/>
                </a:lnTo>
                <a:lnTo>
                  <a:pt x="223934" y="43200"/>
                </a:lnTo>
                <a:lnTo>
                  <a:pt x="246526" y="26668"/>
                </a:lnTo>
                <a:lnTo>
                  <a:pt x="269118" y="12652"/>
                </a:lnTo>
                <a:lnTo>
                  <a:pt x="291710" y="3288"/>
                </a:lnTo>
                <a:lnTo>
                  <a:pt x="314302" y="0"/>
                </a:lnTo>
                <a:lnTo>
                  <a:pt x="336893" y="3288"/>
                </a:lnTo>
                <a:lnTo>
                  <a:pt x="359485" y="12652"/>
                </a:lnTo>
                <a:lnTo>
                  <a:pt x="382077" y="26668"/>
                </a:lnTo>
                <a:lnTo>
                  <a:pt x="404669" y="43200"/>
                </a:lnTo>
                <a:lnTo>
                  <a:pt x="404669" y="43200"/>
                </a:lnTo>
                <a:lnTo>
                  <a:pt x="427261" y="26668"/>
                </a:lnTo>
                <a:lnTo>
                  <a:pt x="449853" y="12652"/>
                </a:lnTo>
                <a:lnTo>
                  <a:pt x="472444" y="3288"/>
                </a:lnTo>
                <a:lnTo>
                  <a:pt x="495036" y="0"/>
                </a:lnTo>
                <a:lnTo>
                  <a:pt x="517628" y="3288"/>
                </a:lnTo>
                <a:lnTo>
                  <a:pt x="540220" y="12652"/>
                </a:lnTo>
                <a:lnTo>
                  <a:pt x="562812" y="26668"/>
                </a:lnTo>
                <a:lnTo>
                  <a:pt x="585404" y="43200"/>
                </a:lnTo>
                <a:lnTo>
                  <a:pt x="585404" y="43200"/>
                </a:lnTo>
                <a:lnTo>
                  <a:pt x="607995" y="26668"/>
                </a:lnTo>
                <a:lnTo>
                  <a:pt x="630587" y="12652"/>
                </a:lnTo>
                <a:lnTo>
                  <a:pt x="653179" y="3288"/>
                </a:lnTo>
                <a:lnTo>
                  <a:pt x="675771" y="0"/>
                </a:lnTo>
                <a:lnTo>
                  <a:pt x="698363" y="3288"/>
                </a:lnTo>
                <a:lnTo>
                  <a:pt x="720955" y="12652"/>
                </a:lnTo>
                <a:lnTo>
                  <a:pt x="743546" y="26668"/>
                </a:lnTo>
                <a:lnTo>
                  <a:pt x="766138" y="43200"/>
                </a:lnTo>
                <a:lnTo>
                  <a:pt x="766138" y="43200"/>
                </a:lnTo>
                <a:lnTo>
                  <a:pt x="788730" y="26668"/>
                </a:lnTo>
                <a:lnTo>
                  <a:pt x="811322" y="12652"/>
                </a:lnTo>
                <a:lnTo>
                  <a:pt x="833914" y="3288"/>
                </a:lnTo>
                <a:lnTo>
                  <a:pt x="856506" y="0"/>
                </a:lnTo>
                <a:lnTo>
                  <a:pt x="879097" y="3288"/>
                </a:lnTo>
                <a:lnTo>
                  <a:pt x="901689" y="12652"/>
                </a:lnTo>
                <a:lnTo>
                  <a:pt x="924281" y="26668"/>
                </a:lnTo>
                <a:lnTo>
                  <a:pt x="946873" y="43200"/>
                </a:lnTo>
                <a:lnTo>
                  <a:pt x="946873" y="43200"/>
                </a:lnTo>
                <a:lnTo>
                  <a:pt x="969465" y="26668"/>
                </a:lnTo>
                <a:lnTo>
                  <a:pt x="992057" y="12652"/>
                </a:lnTo>
                <a:lnTo>
                  <a:pt x="1014648" y="3288"/>
                </a:lnTo>
                <a:lnTo>
                  <a:pt x="1037240" y="0"/>
                </a:lnTo>
                <a:lnTo>
                  <a:pt x="1059832" y="3288"/>
                </a:lnTo>
                <a:lnTo>
                  <a:pt x="1082424" y="12652"/>
                </a:lnTo>
                <a:lnTo>
                  <a:pt x="1105016" y="26668"/>
                </a:lnTo>
                <a:lnTo>
                  <a:pt x="1127608" y="43200"/>
                </a:lnTo>
                <a:lnTo>
                  <a:pt x="1127608" y="43200"/>
                </a:lnTo>
                <a:lnTo>
                  <a:pt x="1150200" y="26668"/>
                </a:lnTo>
                <a:lnTo>
                  <a:pt x="1172791" y="12652"/>
                </a:lnTo>
                <a:lnTo>
                  <a:pt x="1195383" y="3288"/>
                </a:lnTo>
                <a:lnTo>
                  <a:pt x="1217975" y="0"/>
                </a:lnTo>
                <a:lnTo>
                  <a:pt x="1240567" y="3288"/>
                </a:lnTo>
                <a:lnTo>
                  <a:pt x="1263159" y="12652"/>
                </a:lnTo>
                <a:lnTo>
                  <a:pt x="1285751" y="26668"/>
                </a:lnTo>
                <a:lnTo>
                  <a:pt x="1308342" y="43200"/>
                </a:lnTo>
                <a:lnTo>
                  <a:pt x="1308342" y="43200"/>
                </a:lnTo>
                <a:lnTo>
                  <a:pt x="1330934" y="26668"/>
                </a:lnTo>
                <a:lnTo>
                  <a:pt x="1353526" y="12652"/>
                </a:lnTo>
                <a:lnTo>
                  <a:pt x="1376118" y="3288"/>
                </a:lnTo>
                <a:lnTo>
                  <a:pt x="1398710" y="0"/>
                </a:lnTo>
                <a:lnTo>
                  <a:pt x="1421302" y="3288"/>
                </a:lnTo>
                <a:lnTo>
                  <a:pt x="1443893" y="12652"/>
                </a:lnTo>
                <a:lnTo>
                  <a:pt x="1466485" y="26668"/>
                </a:lnTo>
                <a:lnTo>
                  <a:pt x="1489077" y="43200"/>
                </a:lnTo>
                <a:lnTo>
                  <a:pt x="1489077" y="43200"/>
                </a:lnTo>
                <a:lnTo>
                  <a:pt x="1511669" y="26668"/>
                </a:lnTo>
                <a:lnTo>
                  <a:pt x="1534261" y="12652"/>
                </a:lnTo>
                <a:lnTo>
                  <a:pt x="1556853" y="3288"/>
                </a:lnTo>
                <a:lnTo>
                  <a:pt x="1579444" y="0"/>
                </a:lnTo>
                <a:lnTo>
                  <a:pt x="1602036" y="3288"/>
                </a:lnTo>
                <a:lnTo>
                  <a:pt x="1624628" y="12652"/>
                </a:lnTo>
                <a:lnTo>
                  <a:pt x="1647220" y="26668"/>
                </a:lnTo>
                <a:lnTo>
                  <a:pt x="1669812" y="43200"/>
                </a:lnTo>
                <a:lnTo>
                  <a:pt x="1669812" y="43200"/>
                </a:lnTo>
                <a:lnTo>
                  <a:pt x="1692404" y="26668"/>
                </a:lnTo>
                <a:lnTo>
                  <a:pt x="1714995" y="12652"/>
                </a:lnTo>
                <a:lnTo>
                  <a:pt x="1737587" y="3288"/>
                </a:lnTo>
                <a:lnTo>
                  <a:pt x="1760179" y="0"/>
                </a:lnTo>
                <a:lnTo>
                  <a:pt x="1782771" y="3288"/>
                </a:lnTo>
                <a:lnTo>
                  <a:pt x="1805363" y="12652"/>
                </a:lnTo>
                <a:lnTo>
                  <a:pt x="1827955" y="26668"/>
                </a:lnTo>
                <a:lnTo>
                  <a:pt x="1850546" y="43200"/>
                </a:lnTo>
                <a:lnTo>
                  <a:pt x="1850546" y="43200"/>
                </a:lnTo>
                <a:lnTo>
                  <a:pt x="1873138" y="26668"/>
                </a:lnTo>
                <a:lnTo>
                  <a:pt x="1895730" y="12652"/>
                </a:lnTo>
                <a:lnTo>
                  <a:pt x="1918322" y="3288"/>
                </a:lnTo>
                <a:lnTo>
                  <a:pt x="1940914" y="0"/>
                </a:lnTo>
                <a:lnTo>
                  <a:pt x="1963506" y="3288"/>
                </a:lnTo>
                <a:lnTo>
                  <a:pt x="1986097" y="12652"/>
                </a:lnTo>
                <a:lnTo>
                  <a:pt x="2008689" y="26668"/>
                </a:lnTo>
                <a:lnTo>
                  <a:pt x="2031281" y="43200"/>
                </a:lnTo>
                <a:lnTo>
                  <a:pt x="2031281" y="43200"/>
                </a:lnTo>
                <a:lnTo>
                  <a:pt x="2053873" y="26668"/>
                </a:lnTo>
                <a:lnTo>
                  <a:pt x="2076465" y="12652"/>
                </a:lnTo>
                <a:lnTo>
                  <a:pt x="2099057" y="3288"/>
                </a:lnTo>
                <a:lnTo>
                  <a:pt x="2121648" y="0"/>
                </a:lnTo>
                <a:lnTo>
                  <a:pt x="2144240" y="3288"/>
                </a:lnTo>
                <a:lnTo>
                  <a:pt x="2166832" y="12652"/>
                </a:lnTo>
                <a:lnTo>
                  <a:pt x="2189424" y="26668"/>
                </a:lnTo>
                <a:lnTo>
                  <a:pt x="2212016" y="43200"/>
                </a:lnTo>
                <a:lnTo>
                  <a:pt x="2212016" y="43200"/>
                </a:lnTo>
                <a:lnTo>
                  <a:pt x="2234608" y="26668"/>
                </a:lnTo>
                <a:lnTo>
                  <a:pt x="2257200" y="12652"/>
                </a:lnTo>
                <a:lnTo>
                  <a:pt x="2279791" y="3288"/>
                </a:lnTo>
                <a:lnTo>
                  <a:pt x="2302383" y="0"/>
                </a:lnTo>
                <a:lnTo>
                  <a:pt x="2324975" y="3288"/>
                </a:lnTo>
                <a:lnTo>
                  <a:pt x="2347567" y="12652"/>
                </a:lnTo>
                <a:lnTo>
                  <a:pt x="2370159" y="26668"/>
                </a:lnTo>
                <a:lnTo>
                  <a:pt x="2392751" y="43200"/>
                </a:lnTo>
                <a:lnTo>
                  <a:pt x="2392751" y="43200"/>
                </a:lnTo>
                <a:lnTo>
                  <a:pt x="2415342" y="26668"/>
                </a:lnTo>
                <a:lnTo>
                  <a:pt x="2437934" y="12652"/>
                </a:lnTo>
                <a:lnTo>
                  <a:pt x="2460526" y="3288"/>
                </a:lnTo>
                <a:lnTo>
                  <a:pt x="2483118" y="0"/>
                </a:lnTo>
                <a:lnTo>
                  <a:pt x="2505710" y="3288"/>
                </a:lnTo>
                <a:lnTo>
                  <a:pt x="2528302" y="12652"/>
                </a:lnTo>
                <a:lnTo>
                  <a:pt x="2550893" y="26668"/>
                </a:lnTo>
                <a:lnTo>
                  <a:pt x="2573485" y="43200"/>
                </a:lnTo>
                <a:lnTo>
                  <a:pt x="2573485" y="43200"/>
                </a:lnTo>
                <a:lnTo>
                  <a:pt x="2596077" y="26668"/>
                </a:lnTo>
                <a:lnTo>
                  <a:pt x="2618669" y="12652"/>
                </a:lnTo>
                <a:lnTo>
                  <a:pt x="2641261" y="3288"/>
                </a:lnTo>
                <a:lnTo>
                  <a:pt x="2663853" y="0"/>
                </a:lnTo>
                <a:lnTo>
                  <a:pt x="2686444" y="3288"/>
                </a:lnTo>
                <a:lnTo>
                  <a:pt x="2709036" y="12652"/>
                </a:lnTo>
                <a:lnTo>
                  <a:pt x="2731628" y="26668"/>
                </a:lnTo>
                <a:lnTo>
                  <a:pt x="2754220" y="43200"/>
                </a:lnTo>
                <a:lnTo>
                  <a:pt x="2754220" y="43200"/>
                </a:lnTo>
                <a:lnTo>
                  <a:pt x="2776812" y="26668"/>
                </a:lnTo>
                <a:lnTo>
                  <a:pt x="2799404" y="12652"/>
                </a:lnTo>
                <a:lnTo>
                  <a:pt x="2821995" y="3288"/>
                </a:lnTo>
                <a:lnTo>
                  <a:pt x="2844587" y="0"/>
                </a:lnTo>
                <a:lnTo>
                  <a:pt x="2867179" y="3288"/>
                </a:lnTo>
                <a:lnTo>
                  <a:pt x="2889771" y="12652"/>
                </a:lnTo>
                <a:lnTo>
                  <a:pt x="2912363" y="26668"/>
                </a:lnTo>
                <a:lnTo>
                  <a:pt x="2934955" y="43200"/>
                </a:lnTo>
                <a:lnTo>
                  <a:pt x="2934955" y="43200"/>
                </a:lnTo>
                <a:lnTo>
                  <a:pt x="2957546" y="26668"/>
                </a:lnTo>
                <a:lnTo>
                  <a:pt x="2980138" y="12652"/>
                </a:lnTo>
                <a:lnTo>
                  <a:pt x="3002730" y="3288"/>
                </a:lnTo>
                <a:lnTo>
                  <a:pt x="3025322" y="0"/>
                </a:lnTo>
                <a:lnTo>
                  <a:pt x="3047914" y="3288"/>
                </a:lnTo>
                <a:lnTo>
                  <a:pt x="3070506" y="12652"/>
                </a:lnTo>
                <a:lnTo>
                  <a:pt x="3093097" y="26668"/>
                </a:lnTo>
                <a:lnTo>
                  <a:pt x="3115689" y="43200"/>
                </a:lnTo>
                <a:lnTo>
                  <a:pt x="3115689" y="43200"/>
                </a:lnTo>
                <a:lnTo>
                  <a:pt x="3138281" y="26668"/>
                </a:lnTo>
                <a:lnTo>
                  <a:pt x="3160873" y="12652"/>
                </a:lnTo>
                <a:lnTo>
                  <a:pt x="3183465" y="3288"/>
                </a:lnTo>
                <a:lnTo>
                  <a:pt x="3206057" y="0"/>
                </a:lnTo>
                <a:lnTo>
                  <a:pt x="3228648" y="3288"/>
                </a:lnTo>
                <a:lnTo>
                  <a:pt x="3251240" y="12652"/>
                </a:lnTo>
                <a:lnTo>
                  <a:pt x="3273832" y="26668"/>
                </a:lnTo>
                <a:lnTo>
                  <a:pt x="3296424" y="43200"/>
                </a:lnTo>
                <a:lnTo>
                  <a:pt x="3296424" y="43200"/>
                </a:lnTo>
                <a:lnTo>
                  <a:pt x="3319016" y="26668"/>
                </a:lnTo>
                <a:lnTo>
                  <a:pt x="3341608" y="12652"/>
                </a:lnTo>
                <a:lnTo>
                  <a:pt x="3364200" y="3288"/>
                </a:lnTo>
                <a:lnTo>
                  <a:pt x="3386791" y="0"/>
                </a:lnTo>
                <a:lnTo>
                  <a:pt x="3409383" y="3288"/>
                </a:lnTo>
                <a:lnTo>
                  <a:pt x="3431975" y="12652"/>
                </a:lnTo>
                <a:lnTo>
                  <a:pt x="3454567" y="26668"/>
                </a:lnTo>
                <a:lnTo>
                  <a:pt x="3477159" y="43200"/>
                </a:lnTo>
                <a:lnTo>
                  <a:pt x="3477159" y="43200"/>
                </a:lnTo>
                <a:lnTo>
                  <a:pt x="3499751" y="26668"/>
                </a:lnTo>
                <a:lnTo>
                  <a:pt x="3522342" y="12652"/>
                </a:lnTo>
                <a:lnTo>
                  <a:pt x="3544934" y="3288"/>
                </a:lnTo>
                <a:lnTo>
                  <a:pt x="3567526" y="0"/>
                </a:lnTo>
                <a:lnTo>
                  <a:pt x="3590118" y="3288"/>
                </a:lnTo>
                <a:lnTo>
                  <a:pt x="3612710" y="12652"/>
                </a:lnTo>
                <a:lnTo>
                  <a:pt x="3635302" y="26668"/>
                </a:lnTo>
                <a:lnTo>
                  <a:pt x="3657893" y="43200"/>
                </a:lnTo>
                <a:lnTo>
                  <a:pt x="3657893" y="43200"/>
                </a:lnTo>
                <a:lnTo>
                  <a:pt x="3680485" y="26668"/>
                </a:lnTo>
                <a:lnTo>
                  <a:pt x="3703077" y="12652"/>
                </a:lnTo>
                <a:lnTo>
                  <a:pt x="3725669" y="3288"/>
                </a:lnTo>
                <a:lnTo>
                  <a:pt x="3748261" y="0"/>
                </a:lnTo>
                <a:lnTo>
                  <a:pt x="3770853" y="3288"/>
                </a:lnTo>
                <a:lnTo>
                  <a:pt x="3793444" y="12652"/>
                </a:lnTo>
                <a:lnTo>
                  <a:pt x="3816036" y="26668"/>
                </a:lnTo>
                <a:lnTo>
                  <a:pt x="3838628" y="43200"/>
                </a:lnTo>
                <a:lnTo>
                  <a:pt x="3838628" y="43200"/>
                </a:lnTo>
                <a:lnTo>
                  <a:pt x="3861220" y="26668"/>
                </a:lnTo>
                <a:lnTo>
                  <a:pt x="3883812" y="12652"/>
                </a:lnTo>
                <a:lnTo>
                  <a:pt x="3906404" y="3288"/>
                </a:lnTo>
                <a:lnTo>
                  <a:pt x="3928995" y="0"/>
                </a:lnTo>
                <a:lnTo>
                  <a:pt x="3951587" y="3288"/>
                </a:lnTo>
                <a:lnTo>
                  <a:pt x="3974179" y="12652"/>
                </a:lnTo>
                <a:lnTo>
                  <a:pt x="3996771" y="26668"/>
                </a:lnTo>
                <a:lnTo>
                  <a:pt x="4019363" y="43200"/>
                </a:lnTo>
                <a:lnTo>
                  <a:pt x="4019363" y="43200"/>
                </a:lnTo>
                <a:lnTo>
                  <a:pt x="4041955" y="26668"/>
                </a:lnTo>
                <a:lnTo>
                  <a:pt x="4064546" y="12652"/>
                </a:lnTo>
                <a:lnTo>
                  <a:pt x="4087138" y="3288"/>
                </a:lnTo>
                <a:lnTo>
                  <a:pt x="4109730" y="0"/>
                </a:lnTo>
                <a:lnTo>
                  <a:pt x="4132322" y="3288"/>
                </a:lnTo>
                <a:lnTo>
                  <a:pt x="4154914" y="12652"/>
                </a:lnTo>
                <a:lnTo>
                  <a:pt x="4177506" y="26668"/>
                </a:lnTo>
                <a:lnTo>
                  <a:pt x="4200097" y="43200"/>
                </a:lnTo>
                <a:lnTo>
                  <a:pt x="4200097" y="43200"/>
                </a:lnTo>
                <a:lnTo>
                  <a:pt x="4222689" y="26668"/>
                </a:lnTo>
                <a:lnTo>
                  <a:pt x="4245281" y="12652"/>
                </a:lnTo>
                <a:lnTo>
                  <a:pt x="4267873" y="3288"/>
                </a:lnTo>
                <a:lnTo>
                  <a:pt x="4290465" y="0"/>
                </a:lnTo>
                <a:lnTo>
                  <a:pt x="4313057" y="3288"/>
                </a:lnTo>
                <a:lnTo>
                  <a:pt x="4335648" y="12652"/>
                </a:lnTo>
                <a:lnTo>
                  <a:pt x="4358240" y="26668"/>
                </a:lnTo>
                <a:lnTo>
                  <a:pt x="4380832" y="43200"/>
                </a:lnTo>
                <a:lnTo>
                  <a:pt x="4380832" y="43200"/>
                </a:lnTo>
                <a:lnTo>
                  <a:pt x="4403424" y="26668"/>
                </a:lnTo>
                <a:lnTo>
                  <a:pt x="4426016" y="12652"/>
                </a:lnTo>
                <a:lnTo>
                  <a:pt x="4448608" y="3288"/>
                </a:lnTo>
                <a:lnTo>
                  <a:pt x="4471200" y="0"/>
                </a:lnTo>
                <a:lnTo>
                  <a:pt x="4493791" y="3288"/>
                </a:lnTo>
                <a:lnTo>
                  <a:pt x="4516383" y="12652"/>
                </a:lnTo>
                <a:lnTo>
                  <a:pt x="4538975" y="26668"/>
                </a:lnTo>
                <a:lnTo>
                  <a:pt x="4561567" y="43200"/>
                </a:lnTo>
                <a:lnTo>
                  <a:pt x="4561567" y="43200"/>
                </a:lnTo>
                <a:lnTo>
                  <a:pt x="4584159" y="26668"/>
                </a:lnTo>
                <a:lnTo>
                  <a:pt x="4606751" y="12652"/>
                </a:lnTo>
                <a:lnTo>
                  <a:pt x="4629342" y="3288"/>
                </a:lnTo>
                <a:lnTo>
                  <a:pt x="4651934" y="0"/>
                </a:lnTo>
                <a:lnTo>
                  <a:pt x="4674526" y="3288"/>
                </a:lnTo>
                <a:lnTo>
                  <a:pt x="4697118" y="12652"/>
                </a:lnTo>
                <a:lnTo>
                  <a:pt x="4719710" y="26668"/>
                </a:lnTo>
                <a:lnTo>
                  <a:pt x="4742302" y="43200"/>
                </a:lnTo>
                <a:lnTo>
                  <a:pt x="4742302" y="43200"/>
                </a:lnTo>
                <a:lnTo>
                  <a:pt x="4764893" y="26668"/>
                </a:lnTo>
                <a:lnTo>
                  <a:pt x="4787485" y="12652"/>
                </a:lnTo>
                <a:lnTo>
                  <a:pt x="4810077" y="3288"/>
                </a:lnTo>
                <a:lnTo>
                  <a:pt x="4832669" y="0"/>
                </a:lnTo>
                <a:lnTo>
                  <a:pt x="4855261" y="3288"/>
                </a:lnTo>
                <a:lnTo>
                  <a:pt x="4877853" y="12652"/>
                </a:lnTo>
                <a:lnTo>
                  <a:pt x="4900444" y="26668"/>
                </a:lnTo>
                <a:lnTo>
                  <a:pt x="4923036" y="43200"/>
                </a:lnTo>
                <a:lnTo>
                  <a:pt x="4923036" y="43200"/>
                </a:lnTo>
                <a:lnTo>
                  <a:pt x="4945628" y="26668"/>
                </a:lnTo>
                <a:lnTo>
                  <a:pt x="4968220" y="12652"/>
                </a:lnTo>
                <a:lnTo>
                  <a:pt x="4990812" y="3288"/>
                </a:lnTo>
                <a:lnTo>
                  <a:pt x="5013404" y="0"/>
                </a:lnTo>
                <a:lnTo>
                  <a:pt x="5035995" y="3288"/>
                </a:lnTo>
                <a:lnTo>
                  <a:pt x="5058587" y="12652"/>
                </a:lnTo>
                <a:lnTo>
                  <a:pt x="5081179" y="26668"/>
                </a:lnTo>
                <a:lnTo>
                  <a:pt x="5103771" y="43200"/>
                </a:lnTo>
                <a:lnTo>
                  <a:pt x="5103771" y="43200"/>
                </a:lnTo>
                <a:lnTo>
                  <a:pt x="5126363" y="26668"/>
                </a:lnTo>
                <a:lnTo>
                  <a:pt x="5148955" y="12652"/>
                </a:lnTo>
                <a:lnTo>
                  <a:pt x="5171546" y="3288"/>
                </a:lnTo>
                <a:lnTo>
                  <a:pt x="5194138" y="0"/>
                </a:lnTo>
                <a:lnTo>
                  <a:pt x="5216730" y="3288"/>
                </a:lnTo>
                <a:lnTo>
                  <a:pt x="5239322" y="12652"/>
                </a:lnTo>
                <a:lnTo>
                  <a:pt x="5261914" y="26668"/>
                </a:lnTo>
                <a:lnTo>
                  <a:pt x="5284506" y="43200"/>
                </a:lnTo>
                <a:lnTo>
                  <a:pt x="5284506" y="43200"/>
                </a:lnTo>
                <a:lnTo>
                  <a:pt x="5307097" y="26668"/>
                </a:lnTo>
                <a:lnTo>
                  <a:pt x="5329689" y="12652"/>
                </a:lnTo>
                <a:lnTo>
                  <a:pt x="5352281" y="3288"/>
                </a:lnTo>
                <a:lnTo>
                  <a:pt x="5374873" y="0"/>
                </a:lnTo>
                <a:lnTo>
                  <a:pt x="5397465" y="3288"/>
                </a:lnTo>
                <a:lnTo>
                  <a:pt x="5420057" y="12652"/>
                </a:lnTo>
                <a:lnTo>
                  <a:pt x="5442648" y="26668"/>
                </a:lnTo>
                <a:lnTo>
                  <a:pt x="5465240" y="43200"/>
                </a:lnTo>
                <a:lnTo>
                  <a:pt x="5465240" y="43200"/>
                </a:lnTo>
                <a:lnTo>
                  <a:pt x="5487832" y="26668"/>
                </a:lnTo>
                <a:lnTo>
                  <a:pt x="5510424" y="12652"/>
                </a:lnTo>
                <a:lnTo>
                  <a:pt x="5533016" y="3288"/>
                </a:lnTo>
                <a:lnTo>
                  <a:pt x="5555608" y="0"/>
                </a:lnTo>
                <a:lnTo>
                  <a:pt x="5578200" y="3288"/>
                </a:lnTo>
                <a:lnTo>
                  <a:pt x="5600791" y="12652"/>
                </a:lnTo>
                <a:lnTo>
                  <a:pt x="5623383" y="26668"/>
                </a:lnTo>
                <a:lnTo>
                  <a:pt x="5645975" y="43200"/>
                </a:lnTo>
                <a:lnTo>
                  <a:pt x="5645975" y="43200"/>
                </a:lnTo>
                <a:lnTo>
                  <a:pt x="5668567" y="26668"/>
                </a:lnTo>
                <a:lnTo>
                  <a:pt x="5691159" y="12652"/>
                </a:lnTo>
                <a:lnTo>
                  <a:pt x="5713751" y="3288"/>
                </a:lnTo>
                <a:lnTo>
                  <a:pt x="5736342" y="0"/>
                </a:lnTo>
                <a:lnTo>
                  <a:pt x="5758934" y="3288"/>
                </a:lnTo>
                <a:lnTo>
                  <a:pt x="5781526" y="12652"/>
                </a:lnTo>
                <a:lnTo>
                  <a:pt x="5804118" y="26668"/>
                </a:lnTo>
                <a:lnTo>
                  <a:pt x="5826710" y="43200"/>
                </a:lnTo>
                <a:lnTo>
                  <a:pt x="5826710" y="43200"/>
                </a:lnTo>
                <a:lnTo>
                  <a:pt x="5849302" y="26668"/>
                </a:lnTo>
                <a:lnTo>
                  <a:pt x="5871893" y="12652"/>
                </a:lnTo>
                <a:lnTo>
                  <a:pt x="5894485" y="3288"/>
                </a:lnTo>
                <a:lnTo>
                  <a:pt x="5917077" y="0"/>
                </a:lnTo>
                <a:lnTo>
                  <a:pt x="5939669" y="3288"/>
                </a:lnTo>
                <a:lnTo>
                  <a:pt x="5962261" y="12652"/>
                </a:lnTo>
                <a:lnTo>
                  <a:pt x="5984853" y="26668"/>
                </a:lnTo>
                <a:lnTo>
                  <a:pt x="6007444" y="43200"/>
                </a:lnTo>
                <a:lnTo>
                  <a:pt x="6007444" y="43200"/>
                </a:lnTo>
                <a:lnTo>
                  <a:pt x="6030036" y="26668"/>
                </a:lnTo>
                <a:lnTo>
                  <a:pt x="6052628" y="12652"/>
                </a:lnTo>
                <a:lnTo>
                  <a:pt x="6075220" y="3288"/>
                </a:lnTo>
                <a:lnTo>
                  <a:pt x="6097812" y="0"/>
                </a:lnTo>
                <a:lnTo>
                  <a:pt x="6120404" y="3288"/>
                </a:lnTo>
                <a:lnTo>
                  <a:pt x="6142995" y="12652"/>
                </a:lnTo>
                <a:lnTo>
                  <a:pt x="6165587" y="26668"/>
                </a:lnTo>
                <a:lnTo>
                  <a:pt x="6188179" y="43200"/>
                </a:lnTo>
                <a:lnTo>
                  <a:pt x="6188179" y="43200"/>
                </a:lnTo>
                <a:lnTo>
                  <a:pt x="6210771" y="26668"/>
                </a:lnTo>
                <a:lnTo>
                  <a:pt x="6233363" y="12652"/>
                </a:lnTo>
                <a:lnTo>
                  <a:pt x="6255955" y="3288"/>
                </a:lnTo>
                <a:lnTo>
                  <a:pt x="6278546" y="0"/>
                </a:lnTo>
                <a:lnTo>
                  <a:pt x="6301138" y="3288"/>
                </a:lnTo>
                <a:lnTo>
                  <a:pt x="6323730" y="12652"/>
                </a:lnTo>
                <a:lnTo>
                  <a:pt x="6346322" y="26668"/>
                </a:lnTo>
                <a:lnTo>
                  <a:pt x="6368914" y="43200"/>
                </a:lnTo>
                <a:lnTo>
                  <a:pt x="6368914" y="43200"/>
                </a:lnTo>
                <a:lnTo>
                  <a:pt x="6391506" y="26668"/>
                </a:lnTo>
                <a:lnTo>
                  <a:pt x="6414097" y="12652"/>
                </a:lnTo>
                <a:lnTo>
                  <a:pt x="6436689" y="3288"/>
                </a:lnTo>
                <a:lnTo>
                  <a:pt x="6459281" y="0"/>
                </a:lnTo>
                <a:lnTo>
                  <a:pt x="6481873" y="3288"/>
                </a:lnTo>
                <a:lnTo>
                  <a:pt x="6504465" y="12652"/>
                </a:lnTo>
                <a:lnTo>
                  <a:pt x="6527057" y="26668"/>
                </a:lnTo>
                <a:lnTo>
                  <a:pt x="6549648" y="43200"/>
                </a:lnTo>
                <a:lnTo>
                  <a:pt x="6549648" y="43200"/>
                </a:lnTo>
                <a:lnTo>
                  <a:pt x="6572240" y="26668"/>
                </a:lnTo>
                <a:lnTo>
                  <a:pt x="6594832" y="12652"/>
                </a:lnTo>
                <a:lnTo>
                  <a:pt x="6617424" y="3288"/>
                </a:lnTo>
                <a:lnTo>
                  <a:pt x="6640016" y="0"/>
                </a:lnTo>
                <a:lnTo>
                  <a:pt x="6662608" y="3288"/>
                </a:lnTo>
                <a:lnTo>
                  <a:pt x="6685200" y="12652"/>
                </a:lnTo>
                <a:lnTo>
                  <a:pt x="6707791" y="26668"/>
                </a:lnTo>
                <a:lnTo>
                  <a:pt x="6730383" y="43200"/>
                </a:lnTo>
                <a:lnTo>
                  <a:pt x="6730383" y="43200"/>
                </a:lnTo>
                <a:lnTo>
                  <a:pt x="6752975" y="26668"/>
                </a:lnTo>
                <a:lnTo>
                  <a:pt x="6775567" y="12652"/>
                </a:lnTo>
                <a:lnTo>
                  <a:pt x="6798159" y="3288"/>
                </a:lnTo>
                <a:lnTo>
                  <a:pt x="6820751" y="0"/>
                </a:lnTo>
                <a:lnTo>
                  <a:pt x="6843342" y="3288"/>
                </a:lnTo>
                <a:lnTo>
                  <a:pt x="6865934" y="12652"/>
                </a:lnTo>
                <a:lnTo>
                  <a:pt x="6888526" y="26668"/>
                </a:lnTo>
                <a:lnTo>
                  <a:pt x="6911118" y="43200"/>
                </a:lnTo>
                <a:lnTo>
                  <a:pt x="6911118" y="43200"/>
                </a:lnTo>
                <a:lnTo>
                  <a:pt x="6933710" y="26668"/>
                </a:lnTo>
                <a:lnTo>
                  <a:pt x="6956302" y="12652"/>
                </a:lnTo>
                <a:lnTo>
                  <a:pt x="6978893" y="3288"/>
                </a:lnTo>
                <a:lnTo>
                  <a:pt x="7001485" y="0"/>
                </a:lnTo>
                <a:lnTo>
                  <a:pt x="7024077" y="3288"/>
                </a:lnTo>
                <a:lnTo>
                  <a:pt x="7046669" y="12652"/>
                </a:lnTo>
                <a:lnTo>
                  <a:pt x="7069261" y="26668"/>
                </a:lnTo>
                <a:lnTo>
                  <a:pt x="7091853" y="43200"/>
                </a:lnTo>
                <a:lnTo>
                  <a:pt x="7091853" y="43200"/>
                </a:lnTo>
                <a:lnTo>
                  <a:pt x="7114444" y="26668"/>
                </a:lnTo>
                <a:lnTo>
                  <a:pt x="7137036" y="12652"/>
                </a:lnTo>
                <a:lnTo>
                  <a:pt x="7159628" y="3288"/>
                </a:lnTo>
                <a:lnTo>
                  <a:pt x="7182220" y="0"/>
                </a:lnTo>
                <a:lnTo>
                  <a:pt x="7204812" y="3288"/>
                </a:lnTo>
                <a:lnTo>
                  <a:pt x="7227404" y="12652"/>
                </a:lnTo>
                <a:lnTo>
                  <a:pt x="7249995" y="26668"/>
                </a:lnTo>
                <a:lnTo>
                  <a:pt x="7272587" y="43200"/>
                </a:lnTo>
                <a:lnTo>
                  <a:pt x="7272587" y="43200"/>
                </a:lnTo>
                <a:lnTo>
                  <a:pt x="7295179" y="26668"/>
                </a:lnTo>
                <a:lnTo>
                  <a:pt x="7317771" y="12652"/>
                </a:lnTo>
                <a:lnTo>
                  <a:pt x="7340363" y="3288"/>
                </a:lnTo>
                <a:lnTo>
                  <a:pt x="7362955" y="0"/>
                </a:lnTo>
                <a:lnTo>
                  <a:pt x="7385546" y="3288"/>
                </a:lnTo>
                <a:lnTo>
                  <a:pt x="7408138" y="12652"/>
                </a:lnTo>
                <a:lnTo>
                  <a:pt x="7430730" y="26668"/>
                </a:lnTo>
                <a:lnTo>
                  <a:pt x="7453322" y="43200"/>
                </a:lnTo>
                <a:lnTo>
                  <a:pt x="7453322" y="43200"/>
                </a:lnTo>
                <a:lnTo>
                  <a:pt x="7475914" y="26668"/>
                </a:lnTo>
                <a:lnTo>
                  <a:pt x="7498506" y="12652"/>
                </a:lnTo>
                <a:lnTo>
                  <a:pt x="7521097" y="3288"/>
                </a:lnTo>
                <a:lnTo>
                  <a:pt x="7543689" y="0"/>
                </a:lnTo>
                <a:lnTo>
                  <a:pt x="7566281" y="3288"/>
                </a:lnTo>
                <a:lnTo>
                  <a:pt x="7588873" y="12652"/>
                </a:lnTo>
                <a:lnTo>
                  <a:pt x="7611465" y="26668"/>
                </a:lnTo>
                <a:lnTo>
                  <a:pt x="7634057" y="43200"/>
                </a:lnTo>
                <a:lnTo>
                  <a:pt x="7634057" y="43200"/>
                </a:lnTo>
                <a:lnTo>
                  <a:pt x="7656648" y="26668"/>
                </a:lnTo>
                <a:lnTo>
                  <a:pt x="7679240" y="12652"/>
                </a:lnTo>
                <a:lnTo>
                  <a:pt x="7701832" y="3288"/>
                </a:lnTo>
                <a:lnTo>
                  <a:pt x="7724424" y="0"/>
                </a:lnTo>
                <a:lnTo>
                  <a:pt x="7747016" y="3288"/>
                </a:lnTo>
                <a:lnTo>
                  <a:pt x="7769608" y="12652"/>
                </a:lnTo>
                <a:lnTo>
                  <a:pt x="7792200" y="26668"/>
                </a:lnTo>
                <a:lnTo>
                  <a:pt x="7814791" y="43200"/>
                </a:lnTo>
                <a:lnTo>
                  <a:pt x="7814791" y="43200"/>
                </a:lnTo>
                <a:lnTo>
                  <a:pt x="7837383" y="26668"/>
                </a:lnTo>
                <a:lnTo>
                  <a:pt x="7859975" y="12652"/>
                </a:lnTo>
                <a:lnTo>
                  <a:pt x="7882567" y="3288"/>
                </a:lnTo>
                <a:lnTo>
                  <a:pt x="7905159" y="0"/>
                </a:lnTo>
                <a:lnTo>
                  <a:pt x="7927751" y="3288"/>
                </a:lnTo>
                <a:lnTo>
                  <a:pt x="7950342" y="12652"/>
                </a:lnTo>
                <a:lnTo>
                  <a:pt x="7972934" y="26668"/>
                </a:lnTo>
                <a:lnTo>
                  <a:pt x="7995526" y="43200"/>
                </a:lnTo>
                <a:lnTo>
                  <a:pt x="7995526" y="43200"/>
                </a:lnTo>
                <a:lnTo>
                  <a:pt x="8018118" y="26668"/>
                </a:lnTo>
                <a:lnTo>
                  <a:pt x="8040710" y="12652"/>
                </a:lnTo>
                <a:lnTo>
                  <a:pt x="8063302" y="3288"/>
                </a:lnTo>
                <a:lnTo>
                  <a:pt x="8085893" y="0"/>
                </a:lnTo>
                <a:lnTo>
                  <a:pt x="8108485" y="3288"/>
                </a:lnTo>
                <a:lnTo>
                  <a:pt x="8131077" y="12652"/>
                </a:lnTo>
                <a:lnTo>
                  <a:pt x="8153669" y="26668"/>
                </a:lnTo>
                <a:lnTo>
                  <a:pt x="8176261" y="43200"/>
                </a:lnTo>
                <a:lnTo>
                  <a:pt x="8176261" y="43200"/>
                </a:lnTo>
                <a:lnTo>
                  <a:pt x="8198853" y="26668"/>
                </a:lnTo>
                <a:lnTo>
                  <a:pt x="8221444" y="12652"/>
                </a:lnTo>
                <a:lnTo>
                  <a:pt x="8244036" y="3288"/>
                </a:lnTo>
                <a:lnTo>
                  <a:pt x="8266628" y="0"/>
                </a:lnTo>
                <a:lnTo>
                  <a:pt x="8289220" y="3288"/>
                </a:lnTo>
                <a:lnTo>
                  <a:pt x="8311812" y="12652"/>
                </a:lnTo>
                <a:lnTo>
                  <a:pt x="8334404" y="26668"/>
                </a:lnTo>
                <a:lnTo>
                  <a:pt x="8356995" y="43200"/>
                </a:lnTo>
                <a:lnTo>
                  <a:pt x="8356995" y="43200"/>
                </a:lnTo>
                <a:lnTo>
                  <a:pt x="8379587" y="26668"/>
                </a:lnTo>
                <a:lnTo>
                  <a:pt x="8402179" y="12652"/>
                </a:lnTo>
                <a:lnTo>
                  <a:pt x="8424771" y="3288"/>
                </a:lnTo>
                <a:lnTo>
                  <a:pt x="8447363" y="0"/>
                </a:lnTo>
                <a:lnTo>
                  <a:pt x="8469955" y="3288"/>
                </a:lnTo>
                <a:lnTo>
                  <a:pt x="8492546" y="12652"/>
                </a:lnTo>
                <a:lnTo>
                  <a:pt x="8515138" y="26668"/>
                </a:lnTo>
                <a:lnTo>
                  <a:pt x="8537730" y="43200"/>
                </a:lnTo>
                <a:lnTo>
                  <a:pt x="8537730" y="43200"/>
                </a:lnTo>
                <a:lnTo>
                  <a:pt x="8560322" y="26668"/>
                </a:lnTo>
                <a:lnTo>
                  <a:pt x="8582914" y="12652"/>
                </a:lnTo>
                <a:lnTo>
                  <a:pt x="8605506" y="3288"/>
                </a:lnTo>
                <a:lnTo>
                  <a:pt x="8628097" y="0"/>
                </a:lnTo>
                <a:lnTo>
                  <a:pt x="8650689" y="3288"/>
                </a:lnTo>
                <a:lnTo>
                  <a:pt x="8673281" y="12652"/>
                </a:lnTo>
                <a:lnTo>
                  <a:pt x="8695873" y="26668"/>
                </a:lnTo>
                <a:lnTo>
                  <a:pt x="8718465" y="43200"/>
                </a:lnTo>
                <a:lnTo>
                  <a:pt x="8718465" y="43200"/>
                </a:lnTo>
                <a:lnTo>
                  <a:pt x="8741057" y="26668"/>
                </a:lnTo>
                <a:lnTo>
                  <a:pt x="8763648" y="12652"/>
                </a:lnTo>
                <a:lnTo>
                  <a:pt x="8786240" y="3288"/>
                </a:lnTo>
                <a:lnTo>
                  <a:pt x="8808832" y="0"/>
                </a:lnTo>
                <a:lnTo>
                  <a:pt x="8831424" y="3288"/>
                </a:lnTo>
                <a:lnTo>
                  <a:pt x="8854016" y="12652"/>
                </a:lnTo>
                <a:lnTo>
                  <a:pt x="8876608" y="26668"/>
                </a:lnTo>
                <a:lnTo>
                  <a:pt x="8899200" y="43200"/>
                </a:lnTo>
                <a:lnTo>
                  <a:pt x="8899200" y="43200"/>
                </a:lnTo>
                <a:lnTo>
                  <a:pt x="8915731" y="65700"/>
                </a:lnTo>
                <a:lnTo>
                  <a:pt x="8929747" y="88200"/>
                </a:lnTo>
                <a:lnTo>
                  <a:pt x="8939111" y="110700"/>
                </a:lnTo>
                <a:lnTo>
                  <a:pt x="8942400" y="133200"/>
                </a:lnTo>
                <a:lnTo>
                  <a:pt x="8939111" y="155700"/>
                </a:lnTo>
                <a:lnTo>
                  <a:pt x="8929747" y="178200"/>
                </a:lnTo>
                <a:lnTo>
                  <a:pt x="8915731" y="200700"/>
                </a:lnTo>
                <a:lnTo>
                  <a:pt x="8899200" y="223200"/>
                </a:lnTo>
                <a:lnTo>
                  <a:pt x="8899200" y="223200"/>
                </a:lnTo>
                <a:lnTo>
                  <a:pt x="8915731" y="245700"/>
                </a:lnTo>
                <a:lnTo>
                  <a:pt x="8929747" y="268200"/>
                </a:lnTo>
                <a:lnTo>
                  <a:pt x="8939111" y="290700"/>
                </a:lnTo>
                <a:lnTo>
                  <a:pt x="8942400" y="313200"/>
                </a:lnTo>
                <a:lnTo>
                  <a:pt x="8939111" y="335700"/>
                </a:lnTo>
                <a:lnTo>
                  <a:pt x="8929747" y="358200"/>
                </a:lnTo>
                <a:lnTo>
                  <a:pt x="8915731" y="380700"/>
                </a:lnTo>
                <a:lnTo>
                  <a:pt x="8899200" y="403200"/>
                </a:lnTo>
                <a:lnTo>
                  <a:pt x="8899200" y="403200"/>
                </a:lnTo>
                <a:lnTo>
                  <a:pt x="8915731" y="425700"/>
                </a:lnTo>
                <a:lnTo>
                  <a:pt x="8929747" y="448200"/>
                </a:lnTo>
                <a:lnTo>
                  <a:pt x="8939111" y="470700"/>
                </a:lnTo>
                <a:lnTo>
                  <a:pt x="8942400" y="493200"/>
                </a:lnTo>
                <a:lnTo>
                  <a:pt x="8939111" y="515700"/>
                </a:lnTo>
                <a:lnTo>
                  <a:pt x="8929747" y="538200"/>
                </a:lnTo>
                <a:lnTo>
                  <a:pt x="8915731" y="560700"/>
                </a:lnTo>
                <a:lnTo>
                  <a:pt x="8899200" y="583200"/>
                </a:lnTo>
                <a:lnTo>
                  <a:pt x="8899200" y="583200"/>
                </a:lnTo>
                <a:lnTo>
                  <a:pt x="8915731" y="605700"/>
                </a:lnTo>
                <a:lnTo>
                  <a:pt x="8929747" y="628200"/>
                </a:lnTo>
                <a:lnTo>
                  <a:pt x="8939111" y="650700"/>
                </a:lnTo>
                <a:lnTo>
                  <a:pt x="8942400" y="673200"/>
                </a:lnTo>
                <a:lnTo>
                  <a:pt x="8939111" y="695700"/>
                </a:lnTo>
                <a:lnTo>
                  <a:pt x="8929747" y="718200"/>
                </a:lnTo>
                <a:lnTo>
                  <a:pt x="8915731" y="740700"/>
                </a:lnTo>
                <a:lnTo>
                  <a:pt x="8899200" y="763200"/>
                </a:lnTo>
                <a:lnTo>
                  <a:pt x="8899200" y="763200"/>
                </a:lnTo>
                <a:lnTo>
                  <a:pt x="8915731" y="785700"/>
                </a:lnTo>
                <a:lnTo>
                  <a:pt x="8929747" y="808200"/>
                </a:lnTo>
                <a:lnTo>
                  <a:pt x="8939111" y="830700"/>
                </a:lnTo>
                <a:lnTo>
                  <a:pt x="8942400" y="853200"/>
                </a:lnTo>
                <a:lnTo>
                  <a:pt x="8939111" y="875700"/>
                </a:lnTo>
                <a:lnTo>
                  <a:pt x="8929747" y="898200"/>
                </a:lnTo>
                <a:lnTo>
                  <a:pt x="8915731" y="920700"/>
                </a:lnTo>
                <a:lnTo>
                  <a:pt x="8899200" y="943200"/>
                </a:lnTo>
                <a:lnTo>
                  <a:pt x="8899200" y="943200"/>
                </a:lnTo>
                <a:lnTo>
                  <a:pt x="8915731" y="965700"/>
                </a:lnTo>
                <a:lnTo>
                  <a:pt x="8929747" y="988200"/>
                </a:lnTo>
                <a:lnTo>
                  <a:pt x="8939111" y="1010700"/>
                </a:lnTo>
                <a:lnTo>
                  <a:pt x="8942400" y="1033200"/>
                </a:lnTo>
                <a:lnTo>
                  <a:pt x="8939111" y="1055700"/>
                </a:lnTo>
                <a:lnTo>
                  <a:pt x="8929747" y="1078200"/>
                </a:lnTo>
                <a:lnTo>
                  <a:pt x="8915731" y="1100700"/>
                </a:lnTo>
                <a:lnTo>
                  <a:pt x="8899200" y="1123200"/>
                </a:lnTo>
                <a:lnTo>
                  <a:pt x="8899200" y="1123200"/>
                </a:lnTo>
                <a:lnTo>
                  <a:pt x="8876608" y="1139731"/>
                </a:lnTo>
                <a:lnTo>
                  <a:pt x="8854016" y="1153747"/>
                </a:lnTo>
                <a:lnTo>
                  <a:pt x="8831424" y="1163111"/>
                </a:lnTo>
                <a:lnTo>
                  <a:pt x="8808832" y="1166400"/>
                </a:lnTo>
                <a:lnTo>
                  <a:pt x="8786240" y="1163111"/>
                </a:lnTo>
                <a:lnTo>
                  <a:pt x="8763648" y="1153747"/>
                </a:lnTo>
                <a:lnTo>
                  <a:pt x="8741057" y="1139731"/>
                </a:lnTo>
                <a:lnTo>
                  <a:pt x="8718465" y="1123200"/>
                </a:lnTo>
                <a:lnTo>
                  <a:pt x="8718465" y="1123200"/>
                </a:lnTo>
                <a:lnTo>
                  <a:pt x="8695873" y="1139731"/>
                </a:lnTo>
                <a:lnTo>
                  <a:pt x="8673281" y="1153747"/>
                </a:lnTo>
                <a:lnTo>
                  <a:pt x="8650689" y="1163111"/>
                </a:lnTo>
                <a:lnTo>
                  <a:pt x="8628097" y="1166400"/>
                </a:lnTo>
                <a:lnTo>
                  <a:pt x="8605506" y="1163111"/>
                </a:lnTo>
                <a:lnTo>
                  <a:pt x="8582914" y="1153747"/>
                </a:lnTo>
                <a:lnTo>
                  <a:pt x="8560322" y="1139731"/>
                </a:lnTo>
                <a:lnTo>
                  <a:pt x="8537730" y="1123200"/>
                </a:lnTo>
                <a:lnTo>
                  <a:pt x="8537730" y="1123200"/>
                </a:lnTo>
                <a:lnTo>
                  <a:pt x="8515138" y="1139731"/>
                </a:lnTo>
                <a:lnTo>
                  <a:pt x="8492546" y="1153747"/>
                </a:lnTo>
                <a:lnTo>
                  <a:pt x="8469955" y="1163111"/>
                </a:lnTo>
                <a:lnTo>
                  <a:pt x="8447363" y="1166400"/>
                </a:lnTo>
                <a:lnTo>
                  <a:pt x="8424771" y="1163111"/>
                </a:lnTo>
                <a:lnTo>
                  <a:pt x="8402179" y="1153747"/>
                </a:lnTo>
                <a:lnTo>
                  <a:pt x="8379587" y="1139731"/>
                </a:lnTo>
                <a:lnTo>
                  <a:pt x="8356995" y="1123200"/>
                </a:lnTo>
                <a:lnTo>
                  <a:pt x="8356995" y="1123200"/>
                </a:lnTo>
                <a:lnTo>
                  <a:pt x="8334404" y="1139731"/>
                </a:lnTo>
                <a:lnTo>
                  <a:pt x="8311812" y="1153747"/>
                </a:lnTo>
                <a:lnTo>
                  <a:pt x="8289220" y="1163111"/>
                </a:lnTo>
                <a:lnTo>
                  <a:pt x="8266628" y="1166400"/>
                </a:lnTo>
                <a:lnTo>
                  <a:pt x="8244036" y="1163111"/>
                </a:lnTo>
                <a:lnTo>
                  <a:pt x="8221444" y="1153747"/>
                </a:lnTo>
                <a:lnTo>
                  <a:pt x="8198853" y="1139731"/>
                </a:lnTo>
                <a:lnTo>
                  <a:pt x="8176261" y="1123200"/>
                </a:lnTo>
                <a:lnTo>
                  <a:pt x="8176261" y="1123200"/>
                </a:lnTo>
                <a:lnTo>
                  <a:pt x="8153669" y="1139731"/>
                </a:lnTo>
                <a:lnTo>
                  <a:pt x="8131077" y="1153747"/>
                </a:lnTo>
                <a:lnTo>
                  <a:pt x="8108485" y="1163111"/>
                </a:lnTo>
                <a:lnTo>
                  <a:pt x="8085893" y="1166400"/>
                </a:lnTo>
                <a:lnTo>
                  <a:pt x="8063302" y="1163111"/>
                </a:lnTo>
                <a:lnTo>
                  <a:pt x="8040710" y="1153747"/>
                </a:lnTo>
                <a:lnTo>
                  <a:pt x="8018118" y="1139731"/>
                </a:lnTo>
                <a:lnTo>
                  <a:pt x="7995526" y="1123200"/>
                </a:lnTo>
                <a:lnTo>
                  <a:pt x="7995526" y="1123200"/>
                </a:lnTo>
                <a:lnTo>
                  <a:pt x="7972934" y="1139731"/>
                </a:lnTo>
                <a:lnTo>
                  <a:pt x="7950342" y="1153747"/>
                </a:lnTo>
                <a:lnTo>
                  <a:pt x="7927751" y="1163111"/>
                </a:lnTo>
                <a:lnTo>
                  <a:pt x="7905159" y="1166400"/>
                </a:lnTo>
                <a:lnTo>
                  <a:pt x="7882567" y="1163111"/>
                </a:lnTo>
                <a:lnTo>
                  <a:pt x="7859975" y="1153747"/>
                </a:lnTo>
                <a:lnTo>
                  <a:pt x="7837383" y="1139731"/>
                </a:lnTo>
                <a:lnTo>
                  <a:pt x="7814791" y="1123200"/>
                </a:lnTo>
                <a:lnTo>
                  <a:pt x="7814791" y="1123200"/>
                </a:lnTo>
                <a:lnTo>
                  <a:pt x="7792200" y="1139731"/>
                </a:lnTo>
                <a:lnTo>
                  <a:pt x="7769608" y="1153747"/>
                </a:lnTo>
                <a:lnTo>
                  <a:pt x="7747016" y="1163111"/>
                </a:lnTo>
                <a:lnTo>
                  <a:pt x="7724424" y="1166400"/>
                </a:lnTo>
                <a:lnTo>
                  <a:pt x="7701832" y="1163111"/>
                </a:lnTo>
                <a:lnTo>
                  <a:pt x="7679240" y="1153747"/>
                </a:lnTo>
                <a:lnTo>
                  <a:pt x="7656648" y="1139731"/>
                </a:lnTo>
                <a:lnTo>
                  <a:pt x="7634057" y="1123200"/>
                </a:lnTo>
                <a:lnTo>
                  <a:pt x="7634057" y="1123200"/>
                </a:lnTo>
                <a:lnTo>
                  <a:pt x="7611465" y="1139731"/>
                </a:lnTo>
                <a:lnTo>
                  <a:pt x="7588873" y="1153747"/>
                </a:lnTo>
                <a:lnTo>
                  <a:pt x="7566281" y="1163111"/>
                </a:lnTo>
                <a:lnTo>
                  <a:pt x="7543689" y="1166400"/>
                </a:lnTo>
                <a:lnTo>
                  <a:pt x="7521097" y="1163111"/>
                </a:lnTo>
                <a:lnTo>
                  <a:pt x="7498506" y="1153747"/>
                </a:lnTo>
                <a:lnTo>
                  <a:pt x="7475914" y="1139731"/>
                </a:lnTo>
                <a:lnTo>
                  <a:pt x="7453322" y="1123200"/>
                </a:lnTo>
                <a:lnTo>
                  <a:pt x="7453322" y="1123200"/>
                </a:lnTo>
                <a:lnTo>
                  <a:pt x="7430730" y="1139731"/>
                </a:lnTo>
                <a:lnTo>
                  <a:pt x="7408138" y="1153747"/>
                </a:lnTo>
                <a:lnTo>
                  <a:pt x="7385546" y="1163111"/>
                </a:lnTo>
                <a:lnTo>
                  <a:pt x="7362955" y="1166400"/>
                </a:lnTo>
                <a:lnTo>
                  <a:pt x="7340363" y="1163111"/>
                </a:lnTo>
                <a:lnTo>
                  <a:pt x="7317771" y="1153747"/>
                </a:lnTo>
                <a:lnTo>
                  <a:pt x="7295179" y="1139731"/>
                </a:lnTo>
                <a:lnTo>
                  <a:pt x="7272587" y="1123200"/>
                </a:lnTo>
                <a:lnTo>
                  <a:pt x="7272587" y="1123200"/>
                </a:lnTo>
                <a:lnTo>
                  <a:pt x="7249995" y="1139731"/>
                </a:lnTo>
                <a:lnTo>
                  <a:pt x="7227404" y="1153747"/>
                </a:lnTo>
                <a:lnTo>
                  <a:pt x="7204812" y="1163111"/>
                </a:lnTo>
                <a:lnTo>
                  <a:pt x="7182220" y="1166400"/>
                </a:lnTo>
                <a:lnTo>
                  <a:pt x="7159628" y="1163111"/>
                </a:lnTo>
                <a:lnTo>
                  <a:pt x="7137036" y="1153747"/>
                </a:lnTo>
                <a:lnTo>
                  <a:pt x="7114444" y="1139731"/>
                </a:lnTo>
                <a:lnTo>
                  <a:pt x="7091853" y="1123200"/>
                </a:lnTo>
                <a:lnTo>
                  <a:pt x="7091853" y="1123200"/>
                </a:lnTo>
                <a:lnTo>
                  <a:pt x="7069261" y="1139731"/>
                </a:lnTo>
                <a:lnTo>
                  <a:pt x="7046669" y="1153747"/>
                </a:lnTo>
                <a:lnTo>
                  <a:pt x="7024077" y="1163111"/>
                </a:lnTo>
                <a:lnTo>
                  <a:pt x="7001485" y="1166400"/>
                </a:lnTo>
                <a:lnTo>
                  <a:pt x="6978893" y="1163111"/>
                </a:lnTo>
                <a:lnTo>
                  <a:pt x="6956302" y="1153747"/>
                </a:lnTo>
                <a:lnTo>
                  <a:pt x="6933710" y="1139731"/>
                </a:lnTo>
                <a:lnTo>
                  <a:pt x="6911118" y="1123200"/>
                </a:lnTo>
                <a:lnTo>
                  <a:pt x="6911118" y="1123200"/>
                </a:lnTo>
                <a:lnTo>
                  <a:pt x="6888526" y="1139731"/>
                </a:lnTo>
                <a:lnTo>
                  <a:pt x="6865934" y="1153747"/>
                </a:lnTo>
                <a:lnTo>
                  <a:pt x="6843342" y="1163111"/>
                </a:lnTo>
                <a:lnTo>
                  <a:pt x="6820751" y="1166400"/>
                </a:lnTo>
                <a:lnTo>
                  <a:pt x="6798159" y="1163111"/>
                </a:lnTo>
                <a:lnTo>
                  <a:pt x="6775567" y="1153747"/>
                </a:lnTo>
                <a:lnTo>
                  <a:pt x="6752975" y="1139731"/>
                </a:lnTo>
                <a:lnTo>
                  <a:pt x="6730383" y="1123200"/>
                </a:lnTo>
                <a:lnTo>
                  <a:pt x="6730383" y="1123200"/>
                </a:lnTo>
                <a:lnTo>
                  <a:pt x="6707791" y="1139731"/>
                </a:lnTo>
                <a:lnTo>
                  <a:pt x="6685200" y="1153747"/>
                </a:lnTo>
                <a:lnTo>
                  <a:pt x="6662608" y="1163111"/>
                </a:lnTo>
                <a:lnTo>
                  <a:pt x="6640016" y="1166400"/>
                </a:lnTo>
                <a:lnTo>
                  <a:pt x="6617424" y="1163111"/>
                </a:lnTo>
                <a:lnTo>
                  <a:pt x="6594832" y="1153747"/>
                </a:lnTo>
                <a:lnTo>
                  <a:pt x="6572240" y="1139731"/>
                </a:lnTo>
                <a:lnTo>
                  <a:pt x="6549648" y="1123200"/>
                </a:lnTo>
                <a:lnTo>
                  <a:pt x="6549648" y="1123200"/>
                </a:lnTo>
                <a:lnTo>
                  <a:pt x="6527057" y="1139731"/>
                </a:lnTo>
                <a:lnTo>
                  <a:pt x="6504465" y="1153747"/>
                </a:lnTo>
                <a:lnTo>
                  <a:pt x="6481873" y="1163111"/>
                </a:lnTo>
                <a:lnTo>
                  <a:pt x="6459281" y="1166400"/>
                </a:lnTo>
                <a:lnTo>
                  <a:pt x="6436689" y="1163111"/>
                </a:lnTo>
                <a:lnTo>
                  <a:pt x="6414097" y="1153747"/>
                </a:lnTo>
                <a:lnTo>
                  <a:pt x="6391506" y="1139731"/>
                </a:lnTo>
                <a:lnTo>
                  <a:pt x="6368914" y="1123200"/>
                </a:lnTo>
                <a:lnTo>
                  <a:pt x="6368914" y="1123200"/>
                </a:lnTo>
                <a:lnTo>
                  <a:pt x="6346322" y="1139731"/>
                </a:lnTo>
                <a:lnTo>
                  <a:pt x="6323730" y="1153747"/>
                </a:lnTo>
                <a:lnTo>
                  <a:pt x="6301138" y="1163111"/>
                </a:lnTo>
                <a:lnTo>
                  <a:pt x="6278546" y="1166400"/>
                </a:lnTo>
                <a:lnTo>
                  <a:pt x="6255955" y="1163111"/>
                </a:lnTo>
                <a:lnTo>
                  <a:pt x="6233363" y="1153747"/>
                </a:lnTo>
                <a:lnTo>
                  <a:pt x="6210771" y="1139731"/>
                </a:lnTo>
                <a:lnTo>
                  <a:pt x="6188179" y="1123200"/>
                </a:lnTo>
                <a:lnTo>
                  <a:pt x="6188179" y="1123200"/>
                </a:lnTo>
                <a:lnTo>
                  <a:pt x="6165587" y="1139731"/>
                </a:lnTo>
                <a:lnTo>
                  <a:pt x="6142995" y="1153747"/>
                </a:lnTo>
                <a:lnTo>
                  <a:pt x="6120404" y="1163111"/>
                </a:lnTo>
                <a:lnTo>
                  <a:pt x="6097812" y="1166400"/>
                </a:lnTo>
                <a:lnTo>
                  <a:pt x="6075220" y="1163111"/>
                </a:lnTo>
                <a:lnTo>
                  <a:pt x="6052628" y="1153747"/>
                </a:lnTo>
                <a:lnTo>
                  <a:pt x="6030036" y="1139731"/>
                </a:lnTo>
                <a:lnTo>
                  <a:pt x="6007444" y="1123200"/>
                </a:lnTo>
                <a:lnTo>
                  <a:pt x="6007444" y="1123200"/>
                </a:lnTo>
                <a:lnTo>
                  <a:pt x="5984853" y="1139731"/>
                </a:lnTo>
                <a:lnTo>
                  <a:pt x="5962261" y="1153747"/>
                </a:lnTo>
                <a:lnTo>
                  <a:pt x="5939669" y="1163111"/>
                </a:lnTo>
                <a:lnTo>
                  <a:pt x="5917077" y="1166400"/>
                </a:lnTo>
                <a:lnTo>
                  <a:pt x="5894485" y="1163111"/>
                </a:lnTo>
                <a:lnTo>
                  <a:pt x="5871893" y="1153747"/>
                </a:lnTo>
                <a:lnTo>
                  <a:pt x="5849302" y="1139731"/>
                </a:lnTo>
                <a:lnTo>
                  <a:pt x="5826710" y="1123200"/>
                </a:lnTo>
                <a:lnTo>
                  <a:pt x="5826710" y="1123200"/>
                </a:lnTo>
                <a:lnTo>
                  <a:pt x="5804118" y="1139731"/>
                </a:lnTo>
                <a:lnTo>
                  <a:pt x="5781526" y="1153747"/>
                </a:lnTo>
                <a:lnTo>
                  <a:pt x="5758934" y="1163111"/>
                </a:lnTo>
                <a:lnTo>
                  <a:pt x="5736342" y="1166400"/>
                </a:lnTo>
                <a:lnTo>
                  <a:pt x="5713751" y="1163111"/>
                </a:lnTo>
                <a:lnTo>
                  <a:pt x="5691159" y="1153747"/>
                </a:lnTo>
                <a:lnTo>
                  <a:pt x="5668567" y="1139731"/>
                </a:lnTo>
                <a:lnTo>
                  <a:pt x="5645975" y="1123200"/>
                </a:lnTo>
                <a:lnTo>
                  <a:pt x="5645975" y="1123200"/>
                </a:lnTo>
                <a:lnTo>
                  <a:pt x="5623383" y="1139731"/>
                </a:lnTo>
                <a:lnTo>
                  <a:pt x="5600791" y="1153747"/>
                </a:lnTo>
                <a:lnTo>
                  <a:pt x="5578200" y="1163111"/>
                </a:lnTo>
                <a:lnTo>
                  <a:pt x="5555608" y="1166400"/>
                </a:lnTo>
                <a:lnTo>
                  <a:pt x="5533016" y="1163111"/>
                </a:lnTo>
                <a:lnTo>
                  <a:pt x="5510424" y="1153747"/>
                </a:lnTo>
                <a:lnTo>
                  <a:pt x="5487832" y="1139731"/>
                </a:lnTo>
                <a:lnTo>
                  <a:pt x="5465240" y="1123200"/>
                </a:lnTo>
                <a:lnTo>
                  <a:pt x="5465240" y="1123200"/>
                </a:lnTo>
                <a:lnTo>
                  <a:pt x="5442648" y="1139731"/>
                </a:lnTo>
                <a:lnTo>
                  <a:pt x="5420057" y="1153747"/>
                </a:lnTo>
                <a:lnTo>
                  <a:pt x="5397465" y="1163111"/>
                </a:lnTo>
                <a:lnTo>
                  <a:pt x="5374873" y="1166400"/>
                </a:lnTo>
                <a:lnTo>
                  <a:pt x="5352281" y="1163111"/>
                </a:lnTo>
                <a:lnTo>
                  <a:pt x="5329689" y="1153747"/>
                </a:lnTo>
                <a:lnTo>
                  <a:pt x="5307097" y="1139731"/>
                </a:lnTo>
                <a:lnTo>
                  <a:pt x="5284506" y="1123200"/>
                </a:lnTo>
                <a:lnTo>
                  <a:pt x="5284506" y="1123200"/>
                </a:lnTo>
                <a:lnTo>
                  <a:pt x="5261914" y="1139731"/>
                </a:lnTo>
                <a:lnTo>
                  <a:pt x="5239322" y="1153747"/>
                </a:lnTo>
                <a:lnTo>
                  <a:pt x="5216730" y="1163111"/>
                </a:lnTo>
                <a:lnTo>
                  <a:pt x="5194138" y="1166400"/>
                </a:lnTo>
                <a:lnTo>
                  <a:pt x="5171546" y="1163111"/>
                </a:lnTo>
                <a:lnTo>
                  <a:pt x="5148955" y="1153747"/>
                </a:lnTo>
                <a:lnTo>
                  <a:pt x="5126363" y="1139731"/>
                </a:lnTo>
                <a:lnTo>
                  <a:pt x="5103771" y="1123200"/>
                </a:lnTo>
                <a:lnTo>
                  <a:pt x="5103771" y="1123200"/>
                </a:lnTo>
                <a:lnTo>
                  <a:pt x="5081179" y="1139731"/>
                </a:lnTo>
                <a:lnTo>
                  <a:pt x="5058587" y="1153747"/>
                </a:lnTo>
                <a:lnTo>
                  <a:pt x="5035995" y="1163111"/>
                </a:lnTo>
                <a:lnTo>
                  <a:pt x="5013404" y="1166400"/>
                </a:lnTo>
                <a:lnTo>
                  <a:pt x="4990812" y="1163111"/>
                </a:lnTo>
                <a:lnTo>
                  <a:pt x="4968220" y="1153747"/>
                </a:lnTo>
                <a:lnTo>
                  <a:pt x="4945628" y="1139731"/>
                </a:lnTo>
                <a:lnTo>
                  <a:pt x="4923036" y="1123200"/>
                </a:lnTo>
                <a:lnTo>
                  <a:pt x="4923036" y="1123200"/>
                </a:lnTo>
                <a:lnTo>
                  <a:pt x="4900444" y="1139731"/>
                </a:lnTo>
                <a:lnTo>
                  <a:pt x="4877853" y="1153747"/>
                </a:lnTo>
                <a:lnTo>
                  <a:pt x="4855261" y="1163111"/>
                </a:lnTo>
                <a:lnTo>
                  <a:pt x="4832669" y="1166400"/>
                </a:lnTo>
                <a:lnTo>
                  <a:pt x="4810077" y="1163111"/>
                </a:lnTo>
                <a:lnTo>
                  <a:pt x="4787485" y="1153747"/>
                </a:lnTo>
                <a:lnTo>
                  <a:pt x="4764893" y="1139731"/>
                </a:lnTo>
                <a:lnTo>
                  <a:pt x="4742302" y="1123200"/>
                </a:lnTo>
                <a:lnTo>
                  <a:pt x="4742302" y="1123200"/>
                </a:lnTo>
                <a:lnTo>
                  <a:pt x="4719710" y="1139731"/>
                </a:lnTo>
                <a:lnTo>
                  <a:pt x="4697118" y="1153747"/>
                </a:lnTo>
                <a:lnTo>
                  <a:pt x="4674526" y="1163111"/>
                </a:lnTo>
                <a:lnTo>
                  <a:pt x="4651934" y="1166400"/>
                </a:lnTo>
                <a:lnTo>
                  <a:pt x="4629342" y="1163111"/>
                </a:lnTo>
                <a:lnTo>
                  <a:pt x="4606751" y="1153747"/>
                </a:lnTo>
                <a:lnTo>
                  <a:pt x="4584159" y="1139731"/>
                </a:lnTo>
                <a:lnTo>
                  <a:pt x="4561567" y="1123200"/>
                </a:lnTo>
                <a:lnTo>
                  <a:pt x="4561567" y="1123200"/>
                </a:lnTo>
                <a:lnTo>
                  <a:pt x="4538975" y="1139731"/>
                </a:lnTo>
                <a:lnTo>
                  <a:pt x="4516383" y="1153747"/>
                </a:lnTo>
                <a:lnTo>
                  <a:pt x="4493791" y="1163111"/>
                </a:lnTo>
                <a:lnTo>
                  <a:pt x="4471200" y="1166400"/>
                </a:lnTo>
                <a:lnTo>
                  <a:pt x="4448608" y="1163111"/>
                </a:lnTo>
                <a:lnTo>
                  <a:pt x="4426016" y="1153747"/>
                </a:lnTo>
                <a:lnTo>
                  <a:pt x="4403424" y="1139731"/>
                </a:lnTo>
                <a:lnTo>
                  <a:pt x="4380832" y="1123200"/>
                </a:lnTo>
                <a:lnTo>
                  <a:pt x="4380832" y="1123200"/>
                </a:lnTo>
                <a:lnTo>
                  <a:pt x="4358240" y="1139731"/>
                </a:lnTo>
                <a:lnTo>
                  <a:pt x="4335648" y="1153747"/>
                </a:lnTo>
                <a:lnTo>
                  <a:pt x="4313057" y="1163111"/>
                </a:lnTo>
                <a:lnTo>
                  <a:pt x="4290465" y="1166400"/>
                </a:lnTo>
                <a:lnTo>
                  <a:pt x="4267873" y="1163111"/>
                </a:lnTo>
                <a:lnTo>
                  <a:pt x="4245281" y="1153747"/>
                </a:lnTo>
                <a:lnTo>
                  <a:pt x="4222689" y="1139731"/>
                </a:lnTo>
                <a:lnTo>
                  <a:pt x="4200097" y="1123200"/>
                </a:lnTo>
                <a:lnTo>
                  <a:pt x="4200097" y="1123200"/>
                </a:lnTo>
                <a:lnTo>
                  <a:pt x="4177506" y="1139731"/>
                </a:lnTo>
                <a:lnTo>
                  <a:pt x="4154914" y="1153747"/>
                </a:lnTo>
                <a:lnTo>
                  <a:pt x="4132322" y="1163111"/>
                </a:lnTo>
                <a:lnTo>
                  <a:pt x="4109730" y="1166400"/>
                </a:lnTo>
                <a:lnTo>
                  <a:pt x="4087138" y="1163111"/>
                </a:lnTo>
                <a:lnTo>
                  <a:pt x="4064546" y="1153747"/>
                </a:lnTo>
                <a:lnTo>
                  <a:pt x="4041955" y="1139731"/>
                </a:lnTo>
                <a:lnTo>
                  <a:pt x="4019363" y="1123200"/>
                </a:lnTo>
                <a:lnTo>
                  <a:pt x="4019363" y="1123200"/>
                </a:lnTo>
                <a:lnTo>
                  <a:pt x="3996771" y="1139731"/>
                </a:lnTo>
                <a:lnTo>
                  <a:pt x="3974179" y="1153747"/>
                </a:lnTo>
                <a:lnTo>
                  <a:pt x="3951587" y="1163111"/>
                </a:lnTo>
                <a:lnTo>
                  <a:pt x="3928995" y="1166400"/>
                </a:lnTo>
                <a:lnTo>
                  <a:pt x="3906404" y="1163111"/>
                </a:lnTo>
                <a:lnTo>
                  <a:pt x="3883812" y="1153747"/>
                </a:lnTo>
                <a:lnTo>
                  <a:pt x="3861220" y="1139731"/>
                </a:lnTo>
                <a:lnTo>
                  <a:pt x="3838628" y="1123200"/>
                </a:lnTo>
                <a:lnTo>
                  <a:pt x="3838628" y="1123200"/>
                </a:lnTo>
                <a:lnTo>
                  <a:pt x="3816036" y="1139731"/>
                </a:lnTo>
                <a:lnTo>
                  <a:pt x="3793444" y="1153747"/>
                </a:lnTo>
                <a:lnTo>
                  <a:pt x="3770853" y="1163111"/>
                </a:lnTo>
                <a:lnTo>
                  <a:pt x="3748261" y="1166400"/>
                </a:lnTo>
                <a:lnTo>
                  <a:pt x="3725669" y="1163111"/>
                </a:lnTo>
                <a:lnTo>
                  <a:pt x="3703077" y="1153747"/>
                </a:lnTo>
                <a:lnTo>
                  <a:pt x="3680485" y="1139731"/>
                </a:lnTo>
                <a:lnTo>
                  <a:pt x="3657893" y="1123200"/>
                </a:lnTo>
                <a:lnTo>
                  <a:pt x="3657893" y="1123200"/>
                </a:lnTo>
                <a:lnTo>
                  <a:pt x="3635302" y="1139731"/>
                </a:lnTo>
                <a:lnTo>
                  <a:pt x="3612710" y="1153747"/>
                </a:lnTo>
                <a:lnTo>
                  <a:pt x="3590118" y="1163111"/>
                </a:lnTo>
                <a:lnTo>
                  <a:pt x="3567526" y="1166400"/>
                </a:lnTo>
                <a:lnTo>
                  <a:pt x="3544934" y="1163111"/>
                </a:lnTo>
                <a:lnTo>
                  <a:pt x="3522342" y="1153747"/>
                </a:lnTo>
                <a:lnTo>
                  <a:pt x="3499751" y="1139731"/>
                </a:lnTo>
                <a:lnTo>
                  <a:pt x="3477159" y="1123200"/>
                </a:lnTo>
                <a:lnTo>
                  <a:pt x="3477159" y="1123200"/>
                </a:lnTo>
                <a:lnTo>
                  <a:pt x="3454567" y="1139731"/>
                </a:lnTo>
                <a:lnTo>
                  <a:pt x="3431975" y="1153747"/>
                </a:lnTo>
                <a:lnTo>
                  <a:pt x="3409383" y="1163111"/>
                </a:lnTo>
                <a:lnTo>
                  <a:pt x="3386791" y="1166400"/>
                </a:lnTo>
                <a:lnTo>
                  <a:pt x="3364200" y="1163111"/>
                </a:lnTo>
                <a:lnTo>
                  <a:pt x="3341608" y="1153747"/>
                </a:lnTo>
                <a:lnTo>
                  <a:pt x="3319016" y="1139731"/>
                </a:lnTo>
                <a:lnTo>
                  <a:pt x="3296424" y="1123200"/>
                </a:lnTo>
                <a:lnTo>
                  <a:pt x="3296424" y="1123200"/>
                </a:lnTo>
                <a:lnTo>
                  <a:pt x="3273832" y="1139731"/>
                </a:lnTo>
                <a:lnTo>
                  <a:pt x="3251240" y="1153747"/>
                </a:lnTo>
                <a:lnTo>
                  <a:pt x="3228648" y="1163111"/>
                </a:lnTo>
                <a:lnTo>
                  <a:pt x="3206057" y="1166400"/>
                </a:lnTo>
                <a:lnTo>
                  <a:pt x="3183465" y="1163111"/>
                </a:lnTo>
                <a:lnTo>
                  <a:pt x="3160873" y="1153747"/>
                </a:lnTo>
                <a:lnTo>
                  <a:pt x="3138281" y="1139731"/>
                </a:lnTo>
                <a:lnTo>
                  <a:pt x="3115689" y="1123200"/>
                </a:lnTo>
                <a:lnTo>
                  <a:pt x="3115689" y="1123200"/>
                </a:lnTo>
                <a:lnTo>
                  <a:pt x="3093097" y="1139731"/>
                </a:lnTo>
                <a:lnTo>
                  <a:pt x="3070506" y="1153747"/>
                </a:lnTo>
                <a:lnTo>
                  <a:pt x="3047914" y="1163111"/>
                </a:lnTo>
                <a:lnTo>
                  <a:pt x="3025322" y="1166400"/>
                </a:lnTo>
                <a:lnTo>
                  <a:pt x="3002730" y="1163111"/>
                </a:lnTo>
                <a:lnTo>
                  <a:pt x="2980138" y="1153747"/>
                </a:lnTo>
                <a:lnTo>
                  <a:pt x="2957546" y="1139731"/>
                </a:lnTo>
                <a:lnTo>
                  <a:pt x="2934955" y="1123200"/>
                </a:lnTo>
                <a:lnTo>
                  <a:pt x="2934955" y="1123200"/>
                </a:lnTo>
                <a:lnTo>
                  <a:pt x="2912363" y="1139731"/>
                </a:lnTo>
                <a:lnTo>
                  <a:pt x="2889771" y="1153747"/>
                </a:lnTo>
                <a:lnTo>
                  <a:pt x="2867179" y="1163111"/>
                </a:lnTo>
                <a:lnTo>
                  <a:pt x="2844587" y="1166400"/>
                </a:lnTo>
                <a:lnTo>
                  <a:pt x="2821995" y="1163111"/>
                </a:lnTo>
                <a:lnTo>
                  <a:pt x="2799404" y="1153747"/>
                </a:lnTo>
                <a:lnTo>
                  <a:pt x="2776812" y="1139731"/>
                </a:lnTo>
                <a:lnTo>
                  <a:pt x="2754220" y="1123200"/>
                </a:lnTo>
                <a:lnTo>
                  <a:pt x="2754220" y="1123200"/>
                </a:lnTo>
                <a:lnTo>
                  <a:pt x="2731628" y="1139731"/>
                </a:lnTo>
                <a:lnTo>
                  <a:pt x="2709036" y="1153747"/>
                </a:lnTo>
                <a:lnTo>
                  <a:pt x="2686444" y="1163111"/>
                </a:lnTo>
                <a:lnTo>
                  <a:pt x="2663853" y="1166400"/>
                </a:lnTo>
                <a:lnTo>
                  <a:pt x="2641261" y="1163111"/>
                </a:lnTo>
                <a:lnTo>
                  <a:pt x="2618669" y="1153747"/>
                </a:lnTo>
                <a:lnTo>
                  <a:pt x="2596077" y="1139731"/>
                </a:lnTo>
                <a:lnTo>
                  <a:pt x="2573485" y="1123200"/>
                </a:lnTo>
                <a:lnTo>
                  <a:pt x="2573485" y="1123200"/>
                </a:lnTo>
                <a:lnTo>
                  <a:pt x="2550893" y="1139731"/>
                </a:lnTo>
                <a:lnTo>
                  <a:pt x="2528302" y="1153747"/>
                </a:lnTo>
                <a:lnTo>
                  <a:pt x="2505710" y="1163111"/>
                </a:lnTo>
                <a:lnTo>
                  <a:pt x="2483118" y="1166400"/>
                </a:lnTo>
                <a:lnTo>
                  <a:pt x="2460526" y="1163111"/>
                </a:lnTo>
                <a:lnTo>
                  <a:pt x="2437934" y="1153747"/>
                </a:lnTo>
                <a:lnTo>
                  <a:pt x="2415342" y="1139731"/>
                </a:lnTo>
                <a:lnTo>
                  <a:pt x="2392751" y="1123200"/>
                </a:lnTo>
                <a:lnTo>
                  <a:pt x="2392751" y="1123200"/>
                </a:lnTo>
                <a:lnTo>
                  <a:pt x="2370159" y="1139731"/>
                </a:lnTo>
                <a:lnTo>
                  <a:pt x="2347567" y="1153747"/>
                </a:lnTo>
                <a:lnTo>
                  <a:pt x="2324975" y="1163111"/>
                </a:lnTo>
                <a:lnTo>
                  <a:pt x="2302383" y="1166400"/>
                </a:lnTo>
                <a:lnTo>
                  <a:pt x="2279791" y="1163111"/>
                </a:lnTo>
                <a:lnTo>
                  <a:pt x="2257200" y="1153747"/>
                </a:lnTo>
                <a:lnTo>
                  <a:pt x="2234608" y="1139731"/>
                </a:lnTo>
                <a:lnTo>
                  <a:pt x="2212016" y="1123200"/>
                </a:lnTo>
                <a:lnTo>
                  <a:pt x="2212016" y="1123200"/>
                </a:lnTo>
                <a:lnTo>
                  <a:pt x="2189424" y="1139731"/>
                </a:lnTo>
                <a:lnTo>
                  <a:pt x="2166832" y="1153747"/>
                </a:lnTo>
                <a:lnTo>
                  <a:pt x="2144240" y="1163111"/>
                </a:lnTo>
                <a:lnTo>
                  <a:pt x="2121648" y="1166400"/>
                </a:lnTo>
                <a:lnTo>
                  <a:pt x="2099057" y="1163111"/>
                </a:lnTo>
                <a:lnTo>
                  <a:pt x="2076465" y="1153747"/>
                </a:lnTo>
                <a:lnTo>
                  <a:pt x="2053873" y="1139731"/>
                </a:lnTo>
                <a:lnTo>
                  <a:pt x="2031281" y="1123200"/>
                </a:lnTo>
                <a:lnTo>
                  <a:pt x="2031281" y="1123200"/>
                </a:lnTo>
                <a:lnTo>
                  <a:pt x="2008689" y="1139731"/>
                </a:lnTo>
                <a:lnTo>
                  <a:pt x="1986097" y="1153747"/>
                </a:lnTo>
                <a:lnTo>
                  <a:pt x="1963506" y="1163111"/>
                </a:lnTo>
                <a:lnTo>
                  <a:pt x="1940914" y="1166400"/>
                </a:lnTo>
                <a:lnTo>
                  <a:pt x="1918322" y="1163111"/>
                </a:lnTo>
                <a:lnTo>
                  <a:pt x="1895730" y="1153747"/>
                </a:lnTo>
                <a:lnTo>
                  <a:pt x="1873138" y="1139731"/>
                </a:lnTo>
                <a:lnTo>
                  <a:pt x="1850546" y="1123200"/>
                </a:lnTo>
                <a:lnTo>
                  <a:pt x="1850546" y="1123200"/>
                </a:lnTo>
                <a:lnTo>
                  <a:pt x="1827955" y="1139731"/>
                </a:lnTo>
                <a:lnTo>
                  <a:pt x="1805363" y="1153747"/>
                </a:lnTo>
                <a:lnTo>
                  <a:pt x="1782771" y="1163111"/>
                </a:lnTo>
                <a:lnTo>
                  <a:pt x="1760179" y="1166400"/>
                </a:lnTo>
                <a:lnTo>
                  <a:pt x="1737587" y="1163111"/>
                </a:lnTo>
                <a:lnTo>
                  <a:pt x="1714995" y="1153747"/>
                </a:lnTo>
                <a:lnTo>
                  <a:pt x="1692404" y="1139731"/>
                </a:lnTo>
                <a:lnTo>
                  <a:pt x="1669812" y="1123200"/>
                </a:lnTo>
                <a:lnTo>
                  <a:pt x="1669812" y="1123200"/>
                </a:lnTo>
                <a:lnTo>
                  <a:pt x="1647220" y="1139731"/>
                </a:lnTo>
                <a:lnTo>
                  <a:pt x="1624628" y="1153747"/>
                </a:lnTo>
                <a:lnTo>
                  <a:pt x="1602036" y="1163111"/>
                </a:lnTo>
                <a:lnTo>
                  <a:pt x="1579444" y="1166400"/>
                </a:lnTo>
                <a:lnTo>
                  <a:pt x="1556853" y="1163111"/>
                </a:lnTo>
                <a:lnTo>
                  <a:pt x="1534261" y="1153747"/>
                </a:lnTo>
                <a:lnTo>
                  <a:pt x="1511669" y="1139731"/>
                </a:lnTo>
                <a:lnTo>
                  <a:pt x="1489077" y="1123200"/>
                </a:lnTo>
                <a:lnTo>
                  <a:pt x="1489077" y="1123200"/>
                </a:lnTo>
                <a:lnTo>
                  <a:pt x="1466485" y="1139731"/>
                </a:lnTo>
                <a:lnTo>
                  <a:pt x="1443893" y="1153747"/>
                </a:lnTo>
                <a:lnTo>
                  <a:pt x="1421302" y="1163111"/>
                </a:lnTo>
                <a:lnTo>
                  <a:pt x="1398710" y="1166400"/>
                </a:lnTo>
                <a:lnTo>
                  <a:pt x="1376118" y="1163111"/>
                </a:lnTo>
                <a:lnTo>
                  <a:pt x="1353526" y="1153747"/>
                </a:lnTo>
                <a:lnTo>
                  <a:pt x="1330934" y="1139731"/>
                </a:lnTo>
                <a:lnTo>
                  <a:pt x="1308342" y="1123200"/>
                </a:lnTo>
                <a:lnTo>
                  <a:pt x="1308342" y="1123200"/>
                </a:lnTo>
                <a:lnTo>
                  <a:pt x="1285751" y="1139731"/>
                </a:lnTo>
                <a:lnTo>
                  <a:pt x="1263159" y="1153747"/>
                </a:lnTo>
                <a:lnTo>
                  <a:pt x="1240567" y="1163111"/>
                </a:lnTo>
                <a:lnTo>
                  <a:pt x="1217975" y="1166400"/>
                </a:lnTo>
                <a:lnTo>
                  <a:pt x="1195383" y="1163111"/>
                </a:lnTo>
                <a:lnTo>
                  <a:pt x="1172791" y="1153747"/>
                </a:lnTo>
                <a:lnTo>
                  <a:pt x="1150200" y="1139731"/>
                </a:lnTo>
                <a:lnTo>
                  <a:pt x="1127608" y="1123200"/>
                </a:lnTo>
                <a:lnTo>
                  <a:pt x="1127608" y="1123200"/>
                </a:lnTo>
                <a:lnTo>
                  <a:pt x="1105016" y="1139731"/>
                </a:lnTo>
                <a:lnTo>
                  <a:pt x="1082424" y="1153747"/>
                </a:lnTo>
                <a:lnTo>
                  <a:pt x="1059832" y="1163111"/>
                </a:lnTo>
                <a:lnTo>
                  <a:pt x="1037240" y="1166400"/>
                </a:lnTo>
                <a:lnTo>
                  <a:pt x="1014648" y="1163111"/>
                </a:lnTo>
                <a:lnTo>
                  <a:pt x="992057" y="1153747"/>
                </a:lnTo>
                <a:lnTo>
                  <a:pt x="969465" y="1139731"/>
                </a:lnTo>
                <a:lnTo>
                  <a:pt x="946873" y="1123200"/>
                </a:lnTo>
                <a:lnTo>
                  <a:pt x="946873" y="1123200"/>
                </a:lnTo>
                <a:lnTo>
                  <a:pt x="924281" y="1139731"/>
                </a:lnTo>
                <a:lnTo>
                  <a:pt x="901689" y="1153747"/>
                </a:lnTo>
                <a:lnTo>
                  <a:pt x="879097" y="1163111"/>
                </a:lnTo>
                <a:lnTo>
                  <a:pt x="856506" y="1166400"/>
                </a:lnTo>
                <a:lnTo>
                  <a:pt x="833914" y="1163111"/>
                </a:lnTo>
                <a:lnTo>
                  <a:pt x="811322" y="1153747"/>
                </a:lnTo>
                <a:lnTo>
                  <a:pt x="788730" y="1139731"/>
                </a:lnTo>
                <a:lnTo>
                  <a:pt x="766138" y="1123200"/>
                </a:lnTo>
                <a:lnTo>
                  <a:pt x="766138" y="1123200"/>
                </a:lnTo>
                <a:lnTo>
                  <a:pt x="743546" y="1139731"/>
                </a:lnTo>
                <a:lnTo>
                  <a:pt x="720955" y="1153747"/>
                </a:lnTo>
                <a:lnTo>
                  <a:pt x="698363" y="1163111"/>
                </a:lnTo>
                <a:lnTo>
                  <a:pt x="675771" y="1166400"/>
                </a:lnTo>
                <a:lnTo>
                  <a:pt x="653179" y="1163111"/>
                </a:lnTo>
                <a:lnTo>
                  <a:pt x="630587" y="1153747"/>
                </a:lnTo>
                <a:lnTo>
                  <a:pt x="607995" y="1139731"/>
                </a:lnTo>
                <a:lnTo>
                  <a:pt x="585404" y="1123200"/>
                </a:lnTo>
                <a:lnTo>
                  <a:pt x="585404" y="1123200"/>
                </a:lnTo>
                <a:lnTo>
                  <a:pt x="562812" y="1139731"/>
                </a:lnTo>
                <a:lnTo>
                  <a:pt x="540220" y="1153747"/>
                </a:lnTo>
                <a:lnTo>
                  <a:pt x="517628" y="1163111"/>
                </a:lnTo>
                <a:lnTo>
                  <a:pt x="495036" y="1166400"/>
                </a:lnTo>
                <a:lnTo>
                  <a:pt x="472444" y="1163111"/>
                </a:lnTo>
                <a:lnTo>
                  <a:pt x="449853" y="1153747"/>
                </a:lnTo>
                <a:lnTo>
                  <a:pt x="427261" y="1139731"/>
                </a:lnTo>
                <a:lnTo>
                  <a:pt x="404669" y="1123200"/>
                </a:lnTo>
                <a:lnTo>
                  <a:pt x="404669" y="1123200"/>
                </a:lnTo>
                <a:lnTo>
                  <a:pt x="382077" y="1139731"/>
                </a:lnTo>
                <a:lnTo>
                  <a:pt x="359485" y="1153747"/>
                </a:lnTo>
                <a:lnTo>
                  <a:pt x="336893" y="1163111"/>
                </a:lnTo>
                <a:lnTo>
                  <a:pt x="314302" y="1166400"/>
                </a:lnTo>
                <a:lnTo>
                  <a:pt x="291710" y="1163111"/>
                </a:lnTo>
                <a:lnTo>
                  <a:pt x="269118" y="1153747"/>
                </a:lnTo>
                <a:lnTo>
                  <a:pt x="246526" y="1139731"/>
                </a:lnTo>
                <a:lnTo>
                  <a:pt x="223934" y="1123200"/>
                </a:lnTo>
                <a:lnTo>
                  <a:pt x="223934" y="1123200"/>
                </a:lnTo>
                <a:lnTo>
                  <a:pt x="201342" y="1139731"/>
                </a:lnTo>
                <a:lnTo>
                  <a:pt x="178751" y="1153747"/>
                </a:lnTo>
                <a:lnTo>
                  <a:pt x="156159" y="1163111"/>
                </a:lnTo>
                <a:lnTo>
                  <a:pt x="133567" y="1166400"/>
                </a:lnTo>
                <a:lnTo>
                  <a:pt x="110975" y="1163111"/>
                </a:lnTo>
                <a:lnTo>
                  <a:pt x="88383" y="1153747"/>
                </a:lnTo>
                <a:lnTo>
                  <a:pt x="65791" y="1139731"/>
                </a:lnTo>
                <a:lnTo>
                  <a:pt x="43200" y="1123200"/>
                </a:lnTo>
                <a:lnTo>
                  <a:pt x="43200" y="1123200"/>
                </a:lnTo>
                <a:lnTo>
                  <a:pt x="26668" y="1100700"/>
                </a:lnTo>
                <a:lnTo>
                  <a:pt x="12652" y="1078200"/>
                </a:lnTo>
                <a:lnTo>
                  <a:pt x="3288" y="1055700"/>
                </a:lnTo>
                <a:lnTo>
                  <a:pt x="0" y="1033200"/>
                </a:lnTo>
                <a:lnTo>
                  <a:pt x="3288" y="1010700"/>
                </a:lnTo>
                <a:lnTo>
                  <a:pt x="12652" y="988200"/>
                </a:lnTo>
                <a:lnTo>
                  <a:pt x="26668" y="965700"/>
                </a:lnTo>
                <a:lnTo>
                  <a:pt x="43200" y="943200"/>
                </a:lnTo>
                <a:lnTo>
                  <a:pt x="43200" y="943200"/>
                </a:lnTo>
                <a:lnTo>
                  <a:pt x="26668" y="920700"/>
                </a:lnTo>
                <a:lnTo>
                  <a:pt x="12652" y="898200"/>
                </a:lnTo>
                <a:lnTo>
                  <a:pt x="3288" y="875700"/>
                </a:lnTo>
                <a:lnTo>
                  <a:pt x="0" y="853200"/>
                </a:lnTo>
                <a:lnTo>
                  <a:pt x="3288" y="830700"/>
                </a:lnTo>
                <a:lnTo>
                  <a:pt x="12652" y="808200"/>
                </a:lnTo>
                <a:lnTo>
                  <a:pt x="26668" y="785700"/>
                </a:lnTo>
                <a:lnTo>
                  <a:pt x="43200" y="763200"/>
                </a:lnTo>
                <a:lnTo>
                  <a:pt x="43200" y="763200"/>
                </a:lnTo>
                <a:lnTo>
                  <a:pt x="26668" y="740700"/>
                </a:lnTo>
                <a:lnTo>
                  <a:pt x="12652" y="718200"/>
                </a:lnTo>
                <a:lnTo>
                  <a:pt x="3288" y="695700"/>
                </a:lnTo>
                <a:lnTo>
                  <a:pt x="0" y="673200"/>
                </a:lnTo>
                <a:lnTo>
                  <a:pt x="3288" y="650700"/>
                </a:lnTo>
                <a:lnTo>
                  <a:pt x="12652" y="628200"/>
                </a:lnTo>
                <a:lnTo>
                  <a:pt x="26668" y="605700"/>
                </a:lnTo>
                <a:lnTo>
                  <a:pt x="43200" y="583200"/>
                </a:lnTo>
                <a:lnTo>
                  <a:pt x="43200" y="583200"/>
                </a:lnTo>
                <a:lnTo>
                  <a:pt x="26668" y="560700"/>
                </a:lnTo>
                <a:lnTo>
                  <a:pt x="12652" y="538200"/>
                </a:lnTo>
                <a:lnTo>
                  <a:pt x="3288" y="515700"/>
                </a:lnTo>
                <a:lnTo>
                  <a:pt x="0" y="493200"/>
                </a:lnTo>
                <a:lnTo>
                  <a:pt x="3288" y="470700"/>
                </a:lnTo>
                <a:lnTo>
                  <a:pt x="12652" y="448200"/>
                </a:lnTo>
                <a:lnTo>
                  <a:pt x="26668" y="425700"/>
                </a:lnTo>
                <a:lnTo>
                  <a:pt x="43200" y="403200"/>
                </a:lnTo>
                <a:lnTo>
                  <a:pt x="43200" y="403200"/>
                </a:lnTo>
                <a:lnTo>
                  <a:pt x="26668" y="380700"/>
                </a:lnTo>
                <a:lnTo>
                  <a:pt x="12652" y="358200"/>
                </a:lnTo>
                <a:lnTo>
                  <a:pt x="3288" y="335700"/>
                </a:lnTo>
                <a:lnTo>
                  <a:pt x="0" y="313200"/>
                </a:lnTo>
                <a:lnTo>
                  <a:pt x="3288" y="290700"/>
                </a:lnTo>
                <a:lnTo>
                  <a:pt x="12652" y="268200"/>
                </a:lnTo>
                <a:lnTo>
                  <a:pt x="26668" y="245700"/>
                </a:lnTo>
                <a:lnTo>
                  <a:pt x="43200" y="223200"/>
                </a:lnTo>
                <a:lnTo>
                  <a:pt x="43200" y="223200"/>
                </a:lnTo>
                <a:lnTo>
                  <a:pt x="26668" y="200700"/>
                </a:lnTo>
                <a:lnTo>
                  <a:pt x="12652" y="178200"/>
                </a:lnTo>
                <a:lnTo>
                  <a:pt x="3288" y="155700"/>
                </a:lnTo>
                <a:lnTo>
                  <a:pt x="0" y="133200"/>
                </a:lnTo>
                <a:lnTo>
                  <a:pt x="3288" y="110700"/>
                </a:lnTo>
                <a:lnTo>
                  <a:pt x="12652" y="88200"/>
                </a:lnTo>
                <a:lnTo>
                  <a:pt x="26668" y="65700"/>
                </a:lnTo>
                <a:lnTo>
                  <a:pt x="43200" y="43200"/>
                </a:lnTo>
                <a:close/>
              </a:path>
            </a:pathLst>
          </a:custGeom>
          <a:noFill/>
          <a:ln w="7620">
            <a:solidFill>
              <a:srgbClr val="A4433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24000" y="7992000"/>
            <a:ext cx="8640000" cy="90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  <a:r>
              <a:t>TBC #16 / #26 — backing thickness and logo return depth are indicative. Show a removable driver-access panel; do not permanently seal the service compartment.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Rear wall / display-to-wall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AP-19 · maintainable back-panel and service junction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540000" y="9792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540000" y="10008000"/>
            <a:ext cx="7128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FOR COORDINATION  ·  SITE ITEMS OPEN  ·  REV B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06 OCT 2026  /  SOURCE REV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4000" y="10008000"/>
            <a:ext cx="522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1:5 — indicative assembly @ A3  ·  DIMENSIONS mm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SPEC SNAPSHOT eeccbde1cd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92000" y="10008000"/>
            <a:ext cx="1152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AP-19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548000" y="2052000"/>
            <a:ext cx="0" cy="7308000"/>
          </a:xfrm>
          <a:prstGeom prst="line">
            <a:avLst/>
          </a:prstGeom>
          <a:ln w="7620">
            <a:solidFill>
              <a:srgbClr val="E8E1D5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10908000" y="2088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CENTRAL ZONE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08000" y="2448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900 design zone, 875 clear between shared 25 uprights. 600 logo leaves 137.5 each side within that clear width.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08000" y="3852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NON-ILLUMINATED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08000" y="4212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Rear logo remains black and non-illuminated. Cable routes serve adjacent shelf LEDs only.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08000" y="5616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WALL FIXING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08000" y="5976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Floor/wall-fixed structure. Adjustable brackets to verified substrate; isolate finish from structural fixings.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08000" y="7380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MAINTENANCE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08000" y="7740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Removable central light-neutral metal panel on accessible clips/screws. Panel gauge, fasteners and reveals TBC #16/#26.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52000" y="3024000"/>
            <a:ext cx="6480000" cy="3600000"/>
          </a:xfrm>
          <a:prstGeom prst="rect">
            <a:avLst/>
          </a:prstGeom>
          <a:solidFill>
            <a:srgbClr val="E8E1D5"/>
          </a:solidFill>
          <a:ln w="8890">
            <a:solidFill>
              <a:srgbClr val="A44338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62000" y="3024000"/>
            <a:ext cx="180000" cy="360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42000" y="3024000"/>
            <a:ext cx="180000" cy="360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2000" y="3371141"/>
            <a:ext cx="4320000" cy="1956858"/>
          </a:xfrm>
          <a:prstGeom prst="rect">
            <a:avLst/>
          </a:prstGeom>
          <a:effectLst/>
        </p:spPr>
      </p:pic>
      <p:cxnSp>
        <p:nvCxnSpPr>
          <p:cNvPr id="24" name="Connector 23"/>
          <p:cNvCxnSpPr/>
          <p:nvPr/>
        </p:nvCxnSpPr>
        <p:spPr>
          <a:xfrm>
            <a:off x="2052000" y="6624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8532000" y="6624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>
            <a:off x="2052000" y="6912000"/>
            <a:ext cx="648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 flipV="1">
            <a:off x="2016000" y="68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 flipV="1">
            <a:off x="8496000" y="68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9" name="TextBox 28"/>
          <p:cNvSpPr txBox="1"/>
          <p:nvPr/>
        </p:nvSpPr>
        <p:spPr>
          <a:xfrm>
            <a:off x="4752000" y="6732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900</a:t>
            </a:r>
          </a:p>
        </p:txBody>
      </p:sp>
      <p:sp>
        <p:nvSpPr>
          <p:cNvPr id="30" name="Freeform 29"/>
          <p:cNvSpPr/>
          <p:nvPr/>
        </p:nvSpPr>
        <p:spPr>
          <a:xfrm>
            <a:off x="820800" y="7768800"/>
            <a:ext cx="9194400" cy="1346400"/>
          </a:xfrm>
          <a:custGeom>
            <a:avLst/>
            <a:gdLst/>
            <a:ahLst/>
            <a:cxnLst/>
            <a:rect l="l" t="t" r="r" b="b"/>
            <a:pathLst>
              <a:path w="9194400" h="1346400">
                <a:moveTo>
                  <a:pt x="43200" y="43200"/>
                </a:moveTo>
                <a:lnTo>
                  <a:pt x="65523" y="26668"/>
                </a:lnTo>
                <a:lnTo>
                  <a:pt x="87847" y="12652"/>
                </a:lnTo>
                <a:lnTo>
                  <a:pt x="110170" y="3288"/>
                </a:lnTo>
                <a:lnTo>
                  <a:pt x="132494" y="0"/>
                </a:lnTo>
                <a:lnTo>
                  <a:pt x="154817" y="3288"/>
                </a:lnTo>
                <a:lnTo>
                  <a:pt x="177141" y="12652"/>
                </a:lnTo>
                <a:lnTo>
                  <a:pt x="199464" y="26668"/>
                </a:lnTo>
                <a:lnTo>
                  <a:pt x="221788" y="43200"/>
                </a:lnTo>
                <a:lnTo>
                  <a:pt x="221788" y="43200"/>
                </a:lnTo>
                <a:lnTo>
                  <a:pt x="244111" y="26668"/>
                </a:lnTo>
                <a:lnTo>
                  <a:pt x="266435" y="12652"/>
                </a:lnTo>
                <a:lnTo>
                  <a:pt x="288758" y="3288"/>
                </a:lnTo>
                <a:lnTo>
                  <a:pt x="311082" y="0"/>
                </a:lnTo>
                <a:lnTo>
                  <a:pt x="333405" y="3288"/>
                </a:lnTo>
                <a:lnTo>
                  <a:pt x="355729" y="12652"/>
                </a:lnTo>
                <a:lnTo>
                  <a:pt x="378052" y="26668"/>
                </a:lnTo>
                <a:lnTo>
                  <a:pt x="400376" y="43200"/>
                </a:lnTo>
                <a:lnTo>
                  <a:pt x="400376" y="43200"/>
                </a:lnTo>
                <a:lnTo>
                  <a:pt x="422700" y="26668"/>
                </a:lnTo>
                <a:lnTo>
                  <a:pt x="445023" y="12652"/>
                </a:lnTo>
                <a:lnTo>
                  <a:pt x="467347" y="3288"/>
                </a:lnTo>
                <a:lnTo>
                  <a:pt x="489670" y="0"/>
                </a:lnTo>
                <a:lnTo>
                  <a:pt x="511994" y="3288"/>
                </a:lnTo>
                <a:lnTo>
                  <a:pt x="534317" y="12652"/>
                </a:lnTo>
                <a:lnTo>
                  <a:pt x="556641" y="26668"/>
                </a:lnTo>
                <a:lnTo>
                  <a:pt x="578964" y="43200"/>
                </a:lnTo>
                <a:lnTo>
                  <a:pt x="578964" y="43200"/>
                </a:lnTo>
                <a:lnTo>
                  <a:pt x="601288" y="26668"/>
                </a:lnTo>
                <a:lnTo>
                  <a:pt x="623611" y="12652"/>
                </a:lnTo>
                <a:lnTo>
                  <a:pt x="645935" y="3288"/>
                </a:lnTo>
                <a:lnTo>
                  <a:pt x="668258" y="0"/>
                </a:lnTo>
                <a:lnTo>
                  <a:pt x="690582" y="3288"/>
                </a:lnTo>
                <a:lnTo>
                  <a:pt x="712905" y="12652"/>
                </a:lnTo>
                <a:lnTo>
                  <a:pt x="735229" y="26668"/>
                </a:lnTo>
                <a:lnTo>
                  <a:pt x="757552" y="43200"/>
                </a:lnTo>
                <a:lnTo>
                  <a:pt x="757552" y="43200"/>
                </a:lnTo>
                <a:lnTo>
                  <a:pt x="779876" y="26668"/>
                </a:lnTo>
                <a:lnTo>
                  <a:pt x="802199" y="12652"/>
                </a:lnTo>
                <a:lnTo>
                  <a:pt x="824523" y="3288"/>
                </a:lnTo>
                <a:lnTo>
                  <a:pt x="846847" y="0"/>
                </a:lnTo>
                <a:lnTo>
                  <a:pt x="869170" y="3288"/>
                </a:lnTo>
                <a:lnTo>
                  <a:pt x="891494" y="12652"/>
                </a:lnTo>
                <a:lnTo>
                  <a:pt x="913817" y="26668"/>
                </a:lnTo>
                <a:lnTo>
                  <a:pt x="936141" y="43200"/>
                </a:lnTo>
                <a:lnTo>
                  <a:pt x="936141" y="43200"/>
                </a:lnTo>
                <a:lnTo>
                  <a:pt x="958464" y="26668"/>
                </a:lnTo>
                <a:lnTo>
                  <a:pt x="980788" y="12652"/>
                </a:lnTo>
                <a:lnTo>
                  <a:pt x="1003111" y="3288"/>
                </a:lnTo>
                <a:lnTo>
                  <a:pt x="1025435" y="0"/>
                </a:lnTo>
                <a:lnTo>
                  <a:pt x="1047758" y="3288"/>
                </a:lnTo>
                <a:lnTo>
                  <a:pt x="1070082" y="12652"/>
                </a:lnTo>
                <a:lnTo>
                  <a:pt x="1092405" y="26668"/>
                </a:lnTo>
                <a:lnTo>
                  <a:pt x="1114729" y="43200"/>
                </a:lnTo>
                <a:lnTo>
                  <a:pt x="1114729" y="43200"/>
                </a:lnTo>
                <a:lnTo>
                  <a:pt x="1137052" y="26668"/>
                </a:lnTo>
                <a:lnTo>
                  <a:pt x="1159376" y="12652"/>
                </a:lnTo>
                <a:lnTo>
                  <a:pt x="1181700" y="3288"/>
                </a:lnTo>
                <a:lnTo>
                  <a:pt x="1204023" y="0"/>
                </a:lnTo>
                <a:lnTo>
                  <a:pt x="1226347" y="3288"/>
                </a:lnTo>
                <a:lnTo>
                  <a:pt x="1248670" y="12652"/>
                </a:lnTo>
                <a:lnTo>
                  <a:pt x="1270994" y="26668"/>
                </a:lnTo>
                <a:lnTo>
                  <a:pt x="1293317" y="43200"/>
                </a:lnTo>
                <a:lnTo>
                  <a:pt x="1293317" y="43200"/>
                </a:lnTo>
                <a:lnTo>
                  <a:pt x="1315641" y="26668"/>
                </a:lnTo>
                <a:lnTo>
                  <a:pt x="1337964" y="12652"/>
                </a:lnTo>
                <a:lnTo>
                  <a:pt x="1360288" y="3288"/>
                </a:lnTo>
                <a:lnTo>
                  <a:pt x="1382611" y="0"/>
                </a:lnTo>
                <a:lnTo>
                  <a:pt x="1404935" y="3288"/>
                </a:lnTo>
                <a:lnTo>
                  <a:pt x="1427258" y="12652"/>
                </a:lnTo>
                <a:lnTo>
                  <a:pt x="1449582" y="26668"/>
                </a:lnTo>
                <a:lnTo>
                  <a:pt x="1471905" y="43200"/>
                </a:lnTo>
                <a:lnTo>
                  <a:pt x="1471905" y="43200"/>
                </a:lnTo>
                <a:lnTo>
                  <a:pt x="1494229" y="26668"/>
                </a:lnTo>
                <a:lnTo>
                  <a:pt x="1516552" y="12652"/>
                </a:lnTo>
                <a:lnTo>
                  <a:pt x="1538876" y="3288"/>
                </a:lnTo>
                <a:lnTo>
                  <a:pt x="1561199" y="0"/>
                </a:lnTo>
                <a:lnTo>
                  <a:pt x="1583523" y="3288"/>
                </a:lnTo>
                <a:lnTo>
                  <a:pt x="1605847" y="12652"/>
                </a:lnTo>
                <a:lnTo>
                  <a:pt x="1628170" y="26668"/>
                </a:lnTo>
                <a:lnTo>
                  <a:pt x="1650494" y="43200"/>
                </a:lnTo>
                <a:lnTo>
                  <a:pt x="1650494" y="43200"/>
                </a:lnTo>
                <a:lnTo>
                  <a:pt x="1672817" y="26668"/>
                </a:lnTo>
                <a:lnTo>
                  <a:pt x="1695141" y="12652"/>
                </a:lnTo>
                <a:lnTo>
                  <a:pt x="1717464" y="3288"/>
                </a:lnTo>
                <a:lnTo>
                  <a:pt x="1739788" y="0"/>
                </a:lnTo>
                <a:lnTo>
                  <a:pt x="1762111" y="3288"/>
                </a:lnTo>
                <a:lnTo>
                  <a:pt x="1784435" y="12652"/>
                </a:lnTo>
                <a:lnTo>
                  <a:pt x="1806758" y="26668"/>
                </a:lnTo>
                <a:lnTo>
                  <a:pt x="1829082" y="43200"/>
                </a:lnTo>
                <a:lnTo>
                  <a:pt x="1829082" y="43200"/>
                </a:lnTo>
                <a:lnTo>
                  <a:pt x="1851405" y="26668"/>
                </a:lnTo>
                <a:lnTo>
                  <a:pt x="1873729" y="12652"/>
                </a:lnTo>
                <a:lnTo>
                  <a:pt x="1896052" y="3288"/>
                </a:lnTo>
                <a:lnTo>
                  <a:pt x="1918376" y="0"/>
                </a:lnTo>
                <a:lnTo>
                  <a:pt x="1940700" y="3288"/>
                </a:lnTo>
                <a:lnTo>
                  <a:pt x="1963023" y="12652"/>
                </a:lnTo>
                <a:lnTo>
                  <a:pt x="1985347" y="26668"/>
                </a:lnTo>
                <a:lnTo>
                  <a:pt x="2007670" y="43200"/>
                </a:lnTo>
                <a:lnTo>
                  <a:pt x="2007670" y="43200"/>
                </a:lnTo>
                <a:lnTo>
                  <a:pt x="2029994" y="26668"/>
                </a:lnTo>
                <a:lnTo>
                  <a:pt x="2052317" y="12652"/>
                </a:lnTo>
                <a:lnTo>
                  <a:pt x="2074641" y="3288"/>
                </a:lnTo>
                <a:lnTo>
                  <a:pt x="2096964" y="0"/>
                </a:lnTo>
                <a:lnTo>
                  <a:pt x="2119288" y="3288"/>
                </a:lnTo>
                <a:lnTo>
                  <a:pt x="2141611" y="12652"/>
                </a:lnTo>
                <a:lnTo>
                  <a:pt x="2163935" y="26668"/>
                </a:lnTo>
                <a:lnTo>
                  <a:pt x="2186258" y="43200"/>
                </a:lnTo>
                <a:lnTo>
                  <a:pt x="2186258" y="43200"/>
                </a:lnTo>
                <a:lnTo>
                  <a:pt x="2208582" y="26668"/>
                </a:lnTo>
                <a:lnTo>
                  <a:pt x="2230905" y="12652"/>
                </a:lnTo>
                <a:lnTo>
                  <a:pt x="2253229" y="3288"/>
                </a:lnTo>
                <a:lnTo>
                  <a:pt x="2275552" y="0"/>
                </a:lnTo>
                <a:lnTo>
                  <a:pt x="2297876" y="3288"/>
                </a:lnTo>
                <a:lnTo>
                  <a:pt x="2320200" y="12652"/>
                </a:lnTo>
                <a:lnTo>
                  <a:pt x="2342523" y="26668"/>
                </a:lnTo>
                <a:lnTo>
                  <a:pt x="2364847" y="43200"/>
                </a:lnTo>
                <a:lnTo>
                  <a:pt x="2364847" y="43200"/>
                </a:lnTo>
                <a:lnTo>
                  <a:pt x="2387170" y="26668"/>
                </a:lnTo>
                <a:lnTo>
                  <a:pt x="2409494" y="12652"/>
                </a:lnTo>
                <a:lnTo>
                  <a:pt x="2431817" y="3288"/>
                </a:lnTo>
                <a:lnTo>
                  <a:pt x="2454141" y="0"/>
                </a:lnTo>
                <a:lnTo>
                  <a:pt x="2476464" y="3288"/>
                </a:lnTo>
                <a:lnTo>
                  <a:pt x="2498788" y="12652"/>
                </a:lnTo>
                <a:lnTo>
                  <a:pt x="2521111" y="26668"/>
                </a:lnTo>
                <a:lnTo>
                  <a:pt x="2543435" y="43200"/>
                </a:lnTo>
                <a:lnTo>
                  <a:pt x="2543435" y="43200"/>
                </a:lnTo>
                <a:lnTo>
                  <a:pt x="2565758" y="26668"/>
                </a:lnTo>
                <a:lnTo>
                  <a:pt x="2588082" y="12652"/>
                </a:lnTo>
                <a:lnTo>
                  <a:pt x="2610405" y="3288"/>
                </a:lnTo>
                <a:lnTo>
                  <a:pt x="2632729" y="0"/>
                </a:lnTo>
                <a:lnTo>
                  <a:pt x="2655052" y="3288"/>
                </a:lnTo>
                <a:lnTo>
                  <a:pt x="2677376" y="12652"/>
                </a:lnTo>
                <a:lnTo>
                  <a:pt x="2699700" y="26668"/>
                </a:lnTo>
                <a:lnTo>
                  <a:pt x="2722023" y="43200"/>
                </a:lnTo>
                <a:lnTo>
                  <a:pt x="2722023" y="43200"/>
                </a:lnTo>
                <a:lnTo>
                  <a:pt x="2744347" y="26668"/>
                </a:lnTo>
                <a:lnTo>
                  <a:pt x="2766670" y="12652"/>
                </a:lnTo>
                <a:lnTo>
                  <a:pt x="2788994" y="3288"/>
                </a:lnTo>
                <a:lnTo>
                  <a:pt x="2811317" y="0"/>
                </a:lnTo>
                <a:lnTo>
                  <a:pt x="2833641" y="3288"/>
                </a:lnTo>
                <a:lnTo>
                  <a:pt x="2855964" y="12652"/>
                </a:lnTo>
                <a:lnTo>
                  <a:pt x="2878288" y="26668"/>
                </a:lnTo>
                <a:lnTo>
                  <a:pt x="2900611" y="43200"/>
                </a:lnTo>
                <a:lnTo>
                  <a:pt x="2900611" y="43200"/>
                </a:lnTo>
                <a:lnTo>
                  <a:pt x="2922935" y="26668"/>
                </a:lnTo>
                <a:lnTo>
                  <a:pt x="2945258" y="12652"/>
                </a:lnTo>
                <a:lnTo>
                  <a:pt x="2967582" y="3288"/>
                </a:lnTo>
                <a:lnTo>
                  <a:pt x="2989905" y="0"/>
                </a:lnTo>
                <a:lnTo>
                  <a:pt x="3012229" y="3288"/>
                </a:lnTo>
                <a:lnTo>
                  <a:pt x="3034552" y="12652"/>
                </a:lnTo>
                <a:lnTo>
                  <a:pt x="3056876" y="26668"/>
                </a:lnTo>
                <a:lnTo>
                  <a:pt x="3079200" y="43200"/>
                </a:lnTo>
                <a:lnTo>
                  <a:pt x="3079200" y="43200"/>
                </a:lnTo>
                <a:lnTo>
                  <a:pt x="3101523" y="26668"/>
                </a:lnTo>
                <a:lnTo>
                  <a:pt x="3123847" y="12652"/>
                </a:lnTo>
                <a:lnTo>
                  <a:pt x="3146170" y="3288"/>
                </a:lnTo>
                <a:lnTo>
                  <a:pt x="3168494" y="0"/>
                </a:lnTo>
                <a:lnTo>
                  <a:pt x="3190817" y="3288"/>
                </a:lnTo>
                <a:lnTo>
                  <a:pt x="3213141" y="12652"/>
                </a:lnTo>
                <a:lnTo>
                  <a:pt x="3235464" y="26668"/>
                </a:lnTo>
                <a:lnTo>
                  <a:pt x="3257788" y="43200"/>
                </a:lnTo>
                <a:lnTo>
                  <a:pt x="3257788" y="43200"/>
                </a:lnTo>
                <a:lnTo>
                  <a:pt x="3280111" y="26668"/>
                </a:lnTo>
                <a:lnTo>
                  <a:pt x="3302435" y="12652"/>
                </a:lnTo>
                <a:lnTo>
                  <a:pt x="3324758" y="3288"/>
                </a:lnTo>
                <a:lnTo>
                  <a:pt x="3347082" y="0"/>
                </a:lnTo>
                <a:lnTo>
                  <a:pt x="3369405" y="3288"/>
                </a:lnTo>
                <a:lnTo>
                  <a:pt x="3391729" y="12652"/>
                </a:lnTo>
                <a:lnTo>
                  <a:pt x="3414052" y="26668"/>
                </a:lnTo>
                <a:lnTo>
                  <a:pt x="3436376" y="43200"/>
                </a:lnTo>
                <a:lnTo>
                  <a:pt x="3436376" y="43200"/>
                </a:lnTo>
                <a:lnTo>
                  <a:pt x="3458700" y="26668"/>
                </a:lnTo>
                <a:lnTo>
                  <a:pt x="3481023" y="12652"/>
                </a:lnTo>
                <a:lnTo>
                  <a:pt x="3503347" y="3288"/>
                </a:lnTo>
                <a:lnTo>
                  <a:pt x="3525670" y="0"/>
                </a:lnTo>
                <a:lnTo>
                  <a:pt x="3547994" y="3288"/>
                </a:lnTo>
                <a:lnTo>
                  <a:pt x="3570317" y="12652"/>
                </a:lnTo>
                <a:lnTo>
                  <a:pt x="3592641" y="26668"/>
                </a:lnTo>
                <a:lnTo>
                  <a:pt x="3614964" y="43200"/>
                </a:lnTo>
                <a:lnTo>
                  <a:pt x="3614964" y="43200"/>
                </a:lnTo>
                <a:lnTo>
                  <a:pt x="3637288" y="26668"/>
                </a:lnTo>
                <a:lnTo>
                  <a:pt x="3659611" y="12652"/>
                </a:lnTo>
                <a:lnTo>
                  <a:pt x="3681935" y="3288"/>
                </a:lnTo>
                <a:lnTo>
                  <a:pt x="3704258" y="0"/>
                </a:lnTo>
                <a:lnTo>
                  <a:pt x="3726582" y="3288"/>
                </a:lnTo>
                <a:lnTo>
                  <a:pt x="3748905" y="12652"/>
                </a:lnTo>
                <a:lnTo>
                  <a:pt x="3771229" y="26668"/>
                </a:lnTo>
                <a:lnTo>
                  <a:pt x="3793552" y="43200"/>
                </a:lnTo>
                <a:lnTo>
                  <a:pt x="3793552" y="43200"/>
                </a:lnTo>
                <a:lnTo>
                  <a:pt x="3815876" y="26668"/>
                </a:lnTo>
                <a:lnTo>
                  <a:pt x="3838200" y="12652"/>
                </a:lnTo>
                <a:lnTo>
                  <a:pt x="3860523" y="3288"/>
                </a:lnTo>
                <a:lnTo>
                  <a:pt x="3882847" y="0"/>
                </a:lnTo>
                <a:lnTo>
                  <a:pt x="3905170" y="3288"/>
                </a:lnTo>
                <a:lnTo>
                  <a:pt x="3927494" y="12652"/>
                </a:lnTo>
                <a:lnTo>
                  <a:pt x="3949817" y="26668"/>
                </a:lnTo>
                <a:lnTo>
                  <a:pt x="3972141" y="43200"/>
                </a:lnTo>
                <a:lnTo>
                  <a:pt x="3972141" y="43200"/>
                </a:lnTo>
                <a:lnTo>
                  <a:pt x="3994464" y="26668"/>
                </a:lnTo>
                <a:lnTo>
                  <a:pt x="4016788" y="12652"/>
                </a:lnTo>
                <a:lnTo>
                  <a:pt x="4039111" y="3288"/>
                </a:lnTo>
                <a:lnTo>
                  <a:pt x="4061435" y="0"/>
                </a:lnTo>
                <a:lnTo>
                  <a:pt x="4083758" y="3288"/>
                </a:lnTo>
                <a:lnTo>
                  <a:pt x="4106082" y="12652"/>
                </a:lnTo>
                <a:lnTo>
                  <a:pt x="4128405" y="26668"/>
                </a:lnTo>
                <a:lnTo>
                  <a:pt x="4150729" y="43200"/>
                </a:lnTo>
                <a:lnTo>
                  <a:pt x="4150729" y="43200"/>
                </a:lnTo>
                <a:lnTo>
                  <a:pt x="4173052" y="26668"/>
                </a:lnTo>
                <a:lnTo>
                  <a:pt x="4195376" y="12652"/>
                </a:lnTo>
                <a:lnTo>
                  <a:pt x="4217699" y="3288"/>
                </a:lnTo>
                <a:lnTo>
                  <a:pt x="4240023" y="0"/>
                </a:lnTo>
                <a:lnTo>
                  <a:pt x="4262347" y="3288"/>
                </a:lnTo>
                <a:lnTo>
                  <a:pt x="4284670" y="12652"/>
                </a:lnTo>
                <a:lnTo>
                  <a:pt x="4306994" y="26668"/>
                </a:lnTo>
                <a:lnTo>
                  <a:pt x="4329317" y="43200"/>
                </a:lnTo>
                <a:lnTo>
                  <a:pt x="4329317" y="43200"/>
                </a:lnTo>
                <a:lnTo>
                  <a:pt x="4351641" y="26668"/>
                </a:lnTo>
                <a:lnTo>
                  <a:pt x="4373964" y="12652"/>
                </a:lnTo>
                <a:lnTo>
                  <a:pt x="4396288" y="3288"/>
                </a:lnTo>
                <a:lnTo>
                  <a:pt x="4418611" y="0"/>
                </a:lnTo>
                <a:lnTo>
                  <a:pt x="4440935" y="3288"/>
                </a:lnTo>
                <a:lnTo>
                  <a:pt x="4463258" y="12652"/>
                </a:lnTo>
                <a:lnTo>
                  <a:pt x="4485582" y="26668"/>
                </a:lnTo>
                <a:lnTo>
                  <a:pt x="4507905" y="43200"/>
                </a:lnTo>
                <a:lnTo>
                  <a:pt x="4507905" y="43200"/>
                </a:lnTo>
                <a:lnTo>
                  <a:pt x="4530229" y="26668"/>
                </a:lnTo>
                <a:lnTo>
                  <a:pt x="4552552" y="12652"/>
                </a:lnTo>
                <a:lnTo>
                  <a:pt x="4574876" y="3288"/>
                </a:lnTo>
                <a:lnTo>
                  <a:pt x="4597200" y="0"/>
                </a:lnTo>
                <a:lnTo>
                  <a:pt x="4619523" y="3288"/>
                </a:lnTo>
                <a:lnTo>
                  <a:pt x="4641847" y="12652"/>
                </a:lnTo>
                <a:lnTo>
                  <a:pt x="4664170" y="26668"/>
                </a:lnTo>
                <a:lnTo>
                  <a:pt x="4686494" y="43200"/>
                </a:lnTo>
                <a:lnTo>
                  <a:pt x="4686494" y="43200"/>
                </a:lnTo>
                <a:lnTo>
                  <a:pt x="4708817" y="26668"/>
                </a:lnTo>
                <a:lnTo>
                  <a:pt x="4731141" y="12652"/>
                </a:lnTo>
                <a:lnTo>
                  <a:pt x="4753464" y="3288"/>
                </a:lnTo>
                <a:lnTo>
                  <a:pt x="4775788" y="0"/>
                </a:lnTo>
                <a:lnTo>
                  <a:pt x="4798111" y="3288"/>
                </a:lnTo>
                <a:lnTo>
                  <a:pt x="4820435" y="12652"/>
                </a:lnTo>
                <a:lnTo>
                  <a:pt x="4842758" y="26668"/>
                </a:lnTo>
                <a:lnTo>
                  <a:pt x="4865082" y="43200"/>
                </a:lnTo>
                <a:lnTo>
                  <a:pt x="4865082" y="43200"/>
                </a:lnTo>
                <a:lnTo>
                  <a:pt x="4887405" y="26668"/>
                </a:lnTo>
                <a:lnTo>
                  <a:pt x="4909729" y="12652"/>
                </a:lnTo>
                <a:lnTo>
                  <a:pt x="4932052" y="3288"/>
                </a:lnTo>
                <a:lnTo>
                  <a:pt x="4954376" y="0"/>
                </a:lnTo>
                <a:lnTo>
                  <a:pt x="4976700" y="3288"/>
                </a:lnTo>
                <a:lnTo>
                  <a:pt x="4999023" y="12652"/>
                </a:lnTo>
                <a:lnTo>
                  <a:pt x="5021347" y="26668"/>
                </a:lnTo>
                <a:lnTo>
                  <a:pt x="5043670" y="43200"/>
                </a:lnTo>
                <a:lnTo>
                  <a:pt x="5043670" y="43200"/>
                </a:lnTo>
                <a:lnTo>
                  <a:pt x="5065994" y="26668"/>
                </a:lnTo>
                <a:lnTo>
                  <a:pt x="5088317" y="12652"/>
                </a:lnTo>
                <a:lnTo>
                  <a:pt x="5110641" y="3288"/>
                </a:lnTo>
                <a:lnTo>
                  <a:pt x="5132964" y="0"/>
                </a:lnTo>
                <a:lnTo>
                  <a:pt x="5155288" y="3288"/>
                </a:lnTo>
                <a:lnTo>
                  <a:pt x="5177611" y="12652"/>
                </a:lnTo>
                <a:lnTo>
                  <a:pt x="5199935" y="26668"/>
                </a:lnTo>
                <a:lnTo>
                  <a:pt x="5222258" y="43200"/>
                </a:lnTo>
                <a:lnTo>
                  <a:pt x="5222258" y="43200"/>
                </a:lnTo>
                <a:lnTo>
                  <a:pt x="5244582" y="26668"/>
                </a:lnTo>
                <a:lnTo>
                  <a:pt x="5266905" y="12652"/>
                </a:lnTo>
                <a:lnTo>
                  <a:pt x="5289229" y="3288"/>
                </a:lnTo>
                <a:lnTo>
                  <a:pt x="5311552" y="0"/>
                </a:lnTo>
                <a:lnTo>
                  <a:pt x="5333876" y="3288"/>
                </a:lnTo>
                <a:lnTo>
                  <a:pt x="5356200" y="12652"/>
                </a:lnTo>
                <a:lnTo>
                  <a:pt x="5378523" y="26668"/>
                </a:lnTo>
                <a:lnTo>
                  <a:pt x="5400847" y="43200"/>
                </a:lnTo>
                <a:lnTo>
                  <a:pt x="5400847" y="43200"/>
                </a:lnTo>
                <a:lnTo>
                  <a:pt x="5423170" y="26668"/>
                </a:lnTo>
                <a:lnTo>
                  <a:pt x="5445494" y="12652"/>
                </a:lnTo>
                <a:lnTo>
                  <a:pt x="5467817" y="3288"/>
                </a:lnTo>
                <a:lnTo>
                  <a:pt x="5490141" y="0"/>
                </a:lnTo>
                <a:lnTo>
                  <a:pt x="5512464" y="3288"/>
                </a:lnTo>
                <a:lnTo>
                  <a:pt x="5534788" y="12652"/>
                </a:lnTo>
                <a:lnTo>
                  <a:pt x="5557111" y="26668"/>
                </a:lnTo>
                <a:lnTo>
                  <a:pt x="5579435" y="43200"/>
                </a:lnTo>
                <a:lnTo>
                  <a:pt x="5579435" y="43200"/>
                </a:lnTo>
                <a:lnTo>
                  <a:pt x="5601758" y="26668"/>
                </a:lnTo>
                <a:lnTo>
                  <a:pt x="5624082" y="12652"/>
                </a:lnTo>
                <a:lnTo>
                  <a:pt x="5646405" y="3288"/>
                </a:lnTo>
                <a:lnTo>
                  <a:pt x="5668729" y="0"/>
                </a:lnTo>
                <a:lnTo>
                  <a:pt x="5691052" y="3288"/>
                </a:lnTo>
                <a:lnTo>
                  <a:pt x="5713376" y="12652"/>
                </a:lnTo>
                <a:lnTo>
                  <a:pt x="5735700" y="26668"/>
                </a:lnTo>
                <a:lnTo>
                  <a:pt x="5758023" y="43200"/>
                </a:lnTo>
                <a:lnTo>
                  <a:pt x="5758023" y="43200"/>
                </a:lnTo>
                <a:lnTo>
                  <a:pt x="5780347" y="26668"/>
                </a:lnTo>
                <a:lnTo>
                  <a:pt x="5802670" y="12652"/>
                </a:lnTo>
                <a:lnTo>
                  <a:pt x="5824994" y="3288"/>
                </a:lnTo>
                <a:lnTo>
                  <a:pt x="5847317" y="0"/>
                </a:lnTo>
                <a:lnTo>
                  <a:pt x="5869641" y="3288"/>
                </a:lnTo>
                <a:lnTo>
                  <a:pt x="5891964" y="12652"/>
                </a:lnTo>
                <a:lnTo>
                  <a:pt x="5914288" y="26668"/>
                </a:lnTo>
                <a:lnTo>
                  <a:pt x="5936611" y="43200"/>
                </a:lnTo>
                <a:lnTo>
                  <a:pt x="5936611" y="43200"/>
                </a:lnTo>
                <a:lnTo>
                  <a:pt x="5958935" y="26668"/>
                </a:lnTo>
                <a:lnTo>
                  <a:pt x="5981258" y="12652"/>
                </a:lnTo>
                <a:lnTo>
                  <a:pt x="6003582" y="3288"/>
                </a:lnTo>
                <a:lnTo>
                  <a:pt x="6025905" y="0"/>
                </a:lnTo>
                <a:lnTo>
                  <a:pt x="6048229" y="3288"/>
                </a:lnTo>
                <a:lnTo>
                  <a:pt x="6070552" y="12652"/>
                </a:lnTo>
                <a:lnTo>
                  <a:pt x="6092876" y="26668"/>
                </a:lnTo>
                <a:lnTo>
                  <a:pt x="6115200" y="43200"/>
                </a:lnTo>
                <a:lnTo>
                  <a:pt x="6115200" y="43200"/>
                </a:lnTo>
                <a:lnTo>
                  <a:pt x="6137523" y="26668"/>
                </a:lnTo>
                <a:lnTo>
                  <a:pt x="6159847" y="12652"/>
                </a:lnTo>
                <a:lnTo>
                  <a:pt x="6182170" y="3288"/>
                </a:lnTo>
                <a:lnTo>
                  <a:pt x="6204494" y="0"/>
                </a:lnTo>
                <a:lnTo>
                  <a:pt x="6226817" y="3288"/>
                </a:lnTo>
                <a:lnTo>
                  <a:pt x="6249141" y="12652"/>
                </a:lnTo>
                <a:lnTo>
                  <a:pt x="6271464" y="26668"/>
                </a:lnTo>
                <a:lnTo>
                  <a:pt x="6293788" y="43200"/>
                </a:lnTo>
                <a:lnTo>
                  <a:pt x="6293788" y="43200"/>
                </a:lnTo>
                <a:lnTo>
                  <a:pt x="6316111" y="26668"/>
                </a:lnTo>
                <a:lnTo>
                  <a:pt x="6338435" y="12652"/>
                </a:lnTo>
                <a:lnTo>
                  <a:pt x="6360758" y="3288"/>
                </a:lnTo>
                <a:lnTo>
                  <a:pt x="6383082" y="0"/>
                </a:lnTo>
                <a:lnTo>
                  <a:pt x="6405405" y="3288"/>
                </a:lnTo>
                <a:lnTo>
                  <a:pt x="6427729" y="12652"/>
                </a:lnTo>
                <a:lnTo>
                  <a:pt x="6450052" y="26668"/>
                </a:lnTo>
                <a:lnTo>
                  <a:pt x="6472376" y="43200"/>
                </a:lnTo>
                <a:lnTo>
                  <a:pt x="6472376" y="43200"/>
                </a:lnTo>
                <a:lnTo>
                  <a:pt x="6494700" y="26668"/>
                </a:lnTo>
                <a:lnTo>
                  <a:pt x="6517023" y="12652"/>
                </a:lnTo>
                <a:lnTo>
                  <a:pt x="6539347" y="3288"/>
                </a:lnTo>
                <a:lnTo>
                  <a:pt x="6561670" y="0"/>
                </a:lnTo>
                <a:lnTo>
                  <a:pt x="6583994" y="3288"/>
                </a:lnTo>
                <a:lnTo>
                  <a:pt x="6606317" y="12652"/>
                </a:lnTo>
                <a:lnTo>
                  <a:pt x="6628641" y="26668"/>
                </a:lnTo>
                <a:lnTo>
                  <a:pt x="6650964" y="43200"/>
                </a:lnTo>
                <a:lnTo>
                  <a:pt x="6650964" y="43200"/>
                </a:lnTo>
                <a:lnTo>
                  <a:pt x="6673288" y="26668"/>
                </a:lnTo>
                <a:lnTo>
                  <a:pt x="6695611" y="12652"/>
                </a:lnTo>
                <a:lnTo>
                  <a:pt x="6717935" y="3288"/>
                </a:lnTo>
                <a:lnTo>
                  <a:pt x="6740258" y="0"/>
                </a:lnTo>
                <a:lnTo>
                  <a:pt x="6762582" y="3288"/>
                </a:lnTo>
                <a:lnTo>
                  <a:pt x="6784905" y="12652"/>
                </a:lnTo>
                <a:lnTo>
                  <a:pt x="6807229" y="26668"/>
                </a:lnTo>
                <a:lnTo>
                  <a:pt x="6829552" y="43200"/>
                </a:lnTo>
                <a:lnTo>
                  <a:pt x="6829552" y="43200"/>
                </a:lnTo>
                <a:lnTo>
                  <a:pt x="6851876" y="26668"/>
                </a:lnTo>
                <a:lnTo>
                  <a:pt x="6874200" y="12652"/>
                </a:lnTo>
                <a:lnTo>
                  <a:pt x="6896523" y="3288"/>
                </a:lnTo>
                <a:lnTo>
                  <a:pt x="6918847" y="0"/>
                </a:lnTo>
                <a:lnTo>
                  <a:pt x="6941170" y="3288"/>
                </a:lnTo>
                <a:lnTo>
                  <a:pt x="6963494" y="12652"/>
                </a:lnTo>
                <a:lnTo>
                  <a:pt x="6985817" y="26668"/>
                </a:lnTo>
                <a:lnTo>
                  <a:pt x="7008141" y="43200"/>
                </a:lnTo>
                <a:lnTo>
                  <a:pt x="7008141" y="43200"/>
                </a:lnTo>
                <a:lnTo>
                  <a:pt x="7030464" y="26668"/>
                </a:lnTo>
                <a:lnTo>
                  <a:pt x="7052788" y="12652"/>
                </a:lnTo>
                <a:lnTo>
                  <a:pt x="7075111" y="3288"/>
                </a:lnTo>
                <a:lnTo>
                  <a:pt x="7097435" y="0"/>
                </a:lnTo>
                <a:lnTo>
                  <a:pt x="7119758" y="3288"/>
                </a:lnTo>
                <a:lnTo>
                  <a:pt x="7142082" y="12652"/>
                </a:lnTo>
                <a:lnTo>
                  <a:pt x="7164405" y="26668"/>
                </a:lnTo>
                <a:lnTo>
                  <a:pt x="7186729" y="43200"/>
                </a:lnTo>
                <a:lnTo>
                  <a:pt x="7186729" y="43200"/>
                </a:lnTo>
                <a:lnTo>
                  <a:pt x="7209052" y="26668"/>
                </a:lnTo>
                <a:lnTo>
                  <a:pt x="7231376" y="12652"/>
                </a:lnTo>
                <a:lnTo>
                  <a:pt x="7253700" y="3288"/>
                </a:lnTo>
                <a:lnTo>
                  <a:pt x="7276023" y="0"/>
                </a:lnTo>
                <a:lnTo>
                  <a:pt x="7298347" y="3288"/>
                </a:lnTo>
                <a:lnTo>
                  <a:pt x="7320670" y="12652"/>
                </a:lnTo>
                <a:lnTo>
                  <a:pt x="7342994" y="26668"/>
                </a:lnTo>
                <a:lnTo>
                  <a:pt x="7365317" y="43200"/>
                </a:lnTo>
                <a:lnTo>
                  <a:pt x="7365317" y="43200"/>
                </a:lnTo>
                <a:lnTo>
                  <a:pt x="7387641" y="26668"/>
                </a:lnTo>
                <a:lnTo>
                  <a:pt x="7409964" y="12652"/>
                </a:lnTo>
                <a:lnTo>
                  <a:pt x="7432288" y="3288"/>
                </a:lnTo>
                <a:lnTo>
                  <a:pt x="7454611" y="0"/>
                </a:lnTo>
                <a:lnTo>
                  <a:pt x="7476935" y="3288"/>
                </a:lnTo>
                <a:lnTo>
                  <a:pt x="7499258" y="12652"/>
                </a:lnTo>
                <a:lnTo>
                  <a:pt x="7521582" y="26668"/>
                </a:lnTo>
                <a:lnTo>
                  <a:pt x="7543905" y="43200"/>
                </a:lnTo>
                <a:lnTo>
                  <a:pt x="7543905" y="43200"/>
                </a:lnTo>
                <a:lnTo>
                  <a:pt x="7566229" y="26668"/>
                </a:lnTo>
                <a:lnTo>
                  <a:pt x="7588552" y="12652"/>
                </a:lnTo>
                <a:lnTo>
                  <a:pt x="7610876" y="3288"/>
                </a:lnTo>
                <a:lnTo>
                  <a:pt x="7633200" y="0"/>
                </a:lnTo>
                <a:lnTo>
                  <a:pt x="7655523" y="3288"/>
                </a:lnTo>
                <a:lnTo>
                  <a:pt x="7677847" y="12652"/>
                </a:lnTo>
                <a:lnTo>
                  <a:pt x="7700170" y="26668"/>
                </a:lnTo>
                <a:lnTo>
                  <a:pt x="7722494" y="43200"/>
                </a:lnTo>
                <a:lnTo>
                  <a:pt x="7722494" y="43200"/>
                </a:lnTo>
                <a:lnTo>
                  <a:pt x="7744817" y="26668"/>
                </a:lnTo>
                <a:lnTo>
                  <a:pt x="7767141" y="12652"/>
                </a:lnTo>
                <a:lnTo>
                  <a:pt x="7789464" y="3288"/>
                </a:lnTo>
                <a:lnTo>
                  <a:pt x="7811788" y="0"/>
                </a:lnTo>
                <a:lnTo>
                  <a:pt x="7834111" y="3288"/>
                </a:lnTo>
                <a:lnTo>
                  <a:pt x="7856435" y="12652"/>
                </a:lnTo>
                <a:lnTo>
                  <a:pt x="7878758" y="26668"/>
                </a:lnTo>
                <a:lnTo>
                  <a:pt x="7901082" y="43200"/>
                </a:lnTo>
                <a:lnTo>
                  <a:pt x="7901082" y="43200"/>
                </a:lnTo>
                <a:lnTo>
                  <a:pt x="7923405" y="26668"/>
                </a:lnTo>
                <a:lnTo>
                  <a:pt x="7945729" y="12652"/>
                </a:lnTo>
                <a:lnTo>
                  <a:pt x="7968052" y="3288"/>
                </a:lnTo>
                <a:lnTo>
                  <a:pt x="7990376" y="0"/>
                </a:lnTo>
                <a:lnTo>
                  <a:pt x="8012700" y="3288"/>
                </a:lnTo>
                <a:lnTo>
                  <a:pt x="8035023" y="12652"/>
                </a:lnTo>
                <a:lnTo>
                  <a:pt x="8057347" y="26668"/>
                </a:lnTo>
                <a:lnTo>
                  <a:pt x="8079670" y="43200"/>
                </a:lnTo>
                <a:lnTo>
                  <a:pt x="8079670" y="43200"/>
                </a:lnTo>
                <a:lnTo>
                  <a:pt x="8101994" y="26668"/>
                </a:lnTo>
                <a:lnTo>
                  <a:pt x="8124317" y="12652"/>
                </a:lnTo>
                <a:lnTo>
                  <a:pt x="8146641" y="3288"/>
                </a:lnTo>
                <a:lnTo>
                  <a:pt x="8168964" y="0"/>
                </a:lnTo>
                <a:lnTo>
                  <a:pt x="8191288" y="3288"/>
                </a:lnTo>
                <a:lnTo>
                  <a:pt x="8213611" y="12652"/>
                </a:lnTo>
                <a:lnTo>
                  <a:pt x="8235935" y="26668"/>
                </a:lnTo>
                <a:lnTo>
                  <a:pt x="8258258" y="43200"/>
                </a:lnTo>
                <a:lnTo>
                  <a:pt x="8258258" y="43200"/>
                </a:lnTo>
                <a:lnTo>
                  <a:pt x="8280582" y="26668"/>
                </a:lnTo>
                <a:lnTo>
                  <a:pt x="8302905" y="12652"/>
                </a:lnTo>
                <a:lnTo>
                  <a:pt x="8325229" y="3288"/>
                </a:lnTo>
                <a:lnTo>
                  <a:pt x="8347552" y="0"/>
                </a:lnTo>
                <a:lnTo>
                  <a:pt x="8369876" y="3288"/>
                </a:lnTo>
                <a:lnTo>
                  <a:pt x="8392200" y="12652"/>
                </a:lnTo>
                <a:lnTo>
                  <a:pt x="8414523" y="26668"/>
                </a:lnTo>
                <a:lnTo>
                  <a:pt x="8436847" y="43200"/>
                </a:lnTo>
                <a:lnTo>
                  <a:pt x="8436847" y="43200"/>
                </a:lnTo>
                <a:lnTo>
                  <a:pt x="8459170" y="26668"/>
                </a:lnTo>
                <a:lnTo>
                  <a:pt x="8481494" y="12652"/>
                </a:lnTo>
                <a:lnTo>
                  <a:pt x="8503817" y="3288"/>
                </a:lnTo>
                <a:lnTo>
                  <a:pt x="8526141" y="0"/>
                </a:lnTo>
                <a:lnTo>
                  <a:pt x="8548464" y="3288"/>
                </a:lnTo>
                <a:lnTo>
                  <a:pt x="8570788" y="12652"/>
                </a:lnTo>
                <a:lnTo>
                  <a:pt x="8593111" y="26668"/>
                </a:lnTo>
                <a:lnTo>
                  <a:pt x="8615435" y="43200"/>
                </a:lnTo>
                <a:lnTo>
                  <a:pt x="8615435" y="43200"/>
                </a:lnTo>
                <a:lnTo>
                  <a:pt x="8637758" y="26668"/>
                </a:lnTo>
                <a:lnTo>
                  <a:pt x="8660082" y="12652"/>
                </a:lnTo>
                <a:lnTo>
                  <a:pt x="8682405" y="3288"/>
                </a:lnTo>
                <a:lnTo>
                  <a:pt x="8704729" y="0"/>
                </a:lnTo>
                <a:lnTo>
                  <a:pt x="8727052" y="3288"/>
                </a:lnTo>
                <a:lnTo>
                  <a:pt x="8749376" y="12652"/>
                </a:lnTo>
                <a:lnTo>
                  <a:pt x="8771700" y="26668"/>
                </a:lnTo>
                <a:lnTo>
                  <a:pt x="8794023" y="43200"/>
                </a:lnTo>
                <a:lnTo>
                  <a:pt x="8794023" y="43200"/>
                </a:lnTo>
                <a:lnTo>
                  <a:pt x="8816347" y="26668"/>
                </a:lnTo>
                <a:lnTo>
                  <a:pt x="8838670" y="12652"/>
                </a:lnTo>
                <a:lnTo>
                  <a:pt x="8860994" y="3288"/>
                </a:lnTo>
                <a:lnTo>
                  <a:pt x="8883317" y="0"/>
                </a:lnTo>
                <a:lnTo>
                  <a:pt x="8905641" y="3288"/>
                </a:lnTo>
                <a:lnTo>
                  <a:pt x="8927964" y="12652"/>
                </a:lnTo>
                <a:lnTo>
                  <a:pt x="8950288" y="26668"/>
                </a:lnTo>
                <a:lnTo>
                  <a:pt x="8972611" y="43200"/>
                </a:lnTo>
                <a:lnTo>
                  <a:pt x="8972611" y="43200"/>
                </a:lnTo>
                <a:lnTo>
                  <a:pt x="8994935" y="26668"/>
                </a:lnTo>
                <a:lnTo>
                  <a:pt x="9017258" y="12652"/>
                </a:lnTo>
                <a:lnTo>
                  <a:pt x="9039582" y="3288"/>
                </a:lnTo>
                <a:lnTo>
                  <a:pt x="9061905" y="0"/>
                </a:lnTo>
                <a:lnTo>
                  <a:pt x="9084229" y="3288"/>
                </a:lnTo>
                <a:lnTo>
                  <a:pt x="9106552" y="12652"/>
                </a:lnTo>
                <a:lnTo>
                  <a:pt x="9128876" y="26668"/>
                </a:lnTo>
                <a:lnTo>
                  <a:pt x="9151200" y="43200"/>
                </a:lnTo>
                <a:lnTo>
                  <a:pt x="9151200" y="43200"/>
                </a:lnTo>
                <a:lnTo>
                  <a:pt x="9167731" y="65700"/>
                </a:lnTo>
                <a:lnTo>
                  <a:pt x="9181747" y="88200"/>
                </a:lnTo>
                <a:lnTo>
                  <a:pt x="9191111" y="110700"/>
                </a:lnTo>
                <a:lnTo>
                  <a:pt x="9194400" y="133200"/>
                </a:lnTo>
                <a:lnTo>
                  <a:pt x="9191111" y="155700"/>
                </a:lnTo>
                <a:lnTo>
                  <a:pt x="9181747" y="178200"/>
                </a:lnTo>
                <a:lnTo>
                  <a:pt x="9167731" y="200700"/>
                </a:lnTo>
                <a:lnTo>
                  <a:pt x="9151200" y="223200"/>
                </a:lnTo>
                <a:lnTo>
                  <a:pt x="9151200" y="223200"/>
                </a:lnTo>
                <a:lnTo>
                  <a:pt x="9167731" y="245700"/>
                </a:lnTo>
                <a:lnTo>
                  <a:pt x="9181747" y="268200"/>
                </a:lnTo>
                <a:lnTo>
                  <a:pt x="9191111" y="290700"/>
                </a:lnTo>
                <a:lnTo>
                  <a:pt x="9194400" y="313200"/>
                </a:lnTo>
                <a:lnTo>
                  <a:pt x="9191111" y="335700"/>
                </a:lnTo>
                <a:lnTo>
                  <a:pt x="9181747" y="358200"/>
                </a:lnTo>
                <a:lnTo>
                  <a:pt x="9167731" y="380700"/>
                </a:lnTo>
                <a:lnTo>
                  <a:pt x="9151200" y="403200"/>
                </a:lnTo>
                <a:lnTo>
                  <a:pt x="9151200" y="403200"/>
                </a:lnTo>
                <a:lnTo>
                  <a:pt x="9167731" y="425700"/>
                </a:lnTo>
                <a:lnTo>
                  <a:pt x="9181747" y="448200"/>
                </a:lnTo>
                <a:lnTo>
                  <a:pt x="9191111" y="470700"/>
                </a:lnTo>
                <a:lnTo>
                  <a:pt x="9194400" y="493200"/>
                </a:lnTo>
                <a:lnTo>
                  <a:pt x="9191111" y="515700"/>
                </a:lnTo>
                <a:lnTo>
                  <a:pt x="9181747" y="538200"/>
                </a:lnTo>
                <a:lnTo>
                  <a:pt x="9167731" y="560700"/>
                </a:lnTo>
                <a:lnTo>
                  <a:pt x="9151200" y="583200"/>
                </a:lnTo>
                <a:lnTo>
                  <a:pt x="9151200" y="583200"/>
                </a:lnTo>
                <a:lnTo>
                  <a:pt x="9167731" y="605700"/>
                </a:lnTo>
                <a:lnTo>
                  <a:pt x="9181747" y="628200"/>
                </a:lnTo>
                <a:lnTo>
                  <a:pt x="9191111" y="650700"/>
                </a:lnTo>
                <a:lnTo>
                  <a:pt x="9194400" y="673200"/>
                </a:lnTo>
                <a:lnTo>
                  <a:pt x="9191111" y="695700"/>
                </a:lnTo>
                <a:lnTo>
                  <a:pt x="9181747" y="718200"/>
                </a:lnTo>
                <a:lnTo>
                  <a:pt x="9167731" y="740700"/>
                </a:lnTo>
                <a:lnTo>
                  <a:pt x="9151200" y="763200"/>
                </a:lnTo>
                <a:lnTo>
                  <a:pt x="9151200" y="763200"/>
                </a:lnTo>
                <a:lnTo>
                  <a:pt x="9167731" y="785700"/>
                </a:lnTo>
                <a:lnTo>
                  <a:pt x="9181747" y="808200"/>
                </a:lnTo>
                <a:lnTo>
                  <a:pt x="9191111" y="830700"/>
                </a:lnTo>
                <a:lnTo>
                  <a:pt x="9194400" y="853200"/>
                </a:lnTo>
                <a:lnTo>
                  <a:pt x="9191111" y="875700"/>
                </a:lnTo>
                <a:lnTo>
                  <a:pt x="9181747" y="898200"/>
                </a:lnTo>
                <a:lnTo>
                  <a:pt x="9167731" y="920700"/>
                </a:lnTo>
                <a:lnTo>
                  <a:pt x="9151200" y="943200"/>
                </a:lnTo>
                <a:lnTo>
                  <a:pt x="9151200" y="943200"/>
                </a:lnTo>
                <a:lnTo>
                  <a:pt x="9167731" y="965700"/>
                </a:lnTo>
                <a:lnTo>
                  <a:pt x="9181747" y="988200"/>
                </a:lnTo>
                <a:lnTo>
                  <a:pt x="9191111" y="1010700"/>
                </a:lnTo>
                <a:lnTo>
                  <a:pt x="9194400" y="1033200"/>
                </a:lnTo>
                <a:lnTo>
                  <a:pt x="9191111" y="1055700"/>
                </a:lnTo>
                <a:lnTo>
                  <a:pt x="9181747" y="1078200"/>
                </a:lnTo>
                <a:lnTo>
                  <a:pt x="9167731" y="1100700"/>
                </a:lnTo>
                <a:lnTo>
                  <a:pt x="9151200" y="1123200"/>
                </a:lnTo>
                <a:lnTo>
                  <a:pt x="9151200" y="1123200"/>
                </a:lnTo>
                <a:lnTo>
                  <a:pt x="9167731" y="1145700"/>
                </a:lnTo>
                <a:lnTo>
                  <a:pt x="9181747" y="1168200"/>
                </a:lnTo>
                <a:lnTo>
                  <a:pt x="9191111" y="1190700"/>
                </a:lnTo>
                <a:lnTo>
                  <a:pt x="9194400" y="1213200"/>
                </a:lnTo>
                <a:lnTo>
                  <a:pt x="9191111" y="1235700"/>
                </a:lnTo>
                <a:lnTo>
                  <a:pt x="9181747" y="1258200"/>
                </a:lnTo>
                <a:lnTo>
                  <a:pt x="9167731" y="1280700"/>
                </a:lnTo>
                <a:lnTo>
                  <a:pt x="9151200" y="1303200"/>
                </a:lnTo>
                <a:lnTo>
                  <a:pt x="9151200" y="1303200"/>
                </a:lnTo>
                <a:lnTo>
                  <a:pt x="9128876" y="1319731"/>
                </a:lnTo>
                <a:lnTo>
                  <a:pt x="9106552" y="1333747"/>
                </a:lnTo>
                <a:lnTo>
                  <a:pt x="9084229" y="1343111"/>
                </a:lnTo>
                <a:lnTo>
                  <a:pt x="9061905" y="1346400"/>
                </a:lnTo>
                <a:lnTo>
                  <a:pt x="9039582" y="1343111"/>
                </a:lnTo>
                <a:lnTo>
                  <a:pt x="9017258" y="1333747"/>
                </a:lnTo>
                <a:lnTo>
                  <a:pt x="8994935" y="1319731"/>
                </a:lnTo>
                <a:lnTo>
                  <a:pt x="8972611" y="1303200"/>
                </a:lnTo>
                <a:lnTo>
                  <a:pt x="8972611" y="1303200"/>
                </a:lnTo>
                <a:lnTo>
                  <a:pt x="8950288" y="1319731"/>
                </a:lnTo>
                <a:lnTo>
                  <a:pt x="8927964" y="1333747"/>
                </a:lnTo>
                <a:lnTo>
                  <a:pt x="8905641" y="1343111"/>
                </a:lnTo>
                <a:lnTo>
                  <a:pt x="8883317" y="1346400"/>
                </a:lnTo>
                <a:lnTo>
                  <a:pt x="8860994" y="1343111"/>
                </a:lnTo>
                <a:lnTo>
                  <a:pt x="8838670" y="1333747"/>
                </a:lnTo>
                <a:lnTo>
                  <a:pt x="8816347" y="1319731"/>
                </a:lnTo>
                <a:lnTo>
                  <a:pt x="8794023" y="1303200"/>
                </a:lnTo>
                <a:lnTo>
                  <a:pt x="8794023" y="1303200"/>
                </a:lnTo>
                <a:lnTo>
                  <a:pt x="8771700" y="1319731"/>
                </a:lnTo>
                <a:lnTo>
                  <a:pt x="8749376" y="1333747"/>
                </a:lnTo>
                <a:lnTo>
                  <a:pt x="8727052" y="1343111"/>
                </a:lnTo>
                <a:lnTo>
                  <a:pt x="8704729" y="1346400"/>
                </a:lnTo>
                <a:lnTo>
                  <a:pt x="8682405" y="1343111"/>
                </a:lnTo>
                <a:lnTo>
                  <a:pt x="8660082" y="1333747"/>
                </a:lnTo>
                <a:lnTo>
                  <a:pt x="8637758" y="1319731"/>
                </a:lnTo>
                <a:lnTo>
                  <a:pt x="8615435" y="1303200"/>
                </a:lnTo>
                <a:lnTo>
                  <a:pt x="8615435" y="1303200"/>
                </a:lnTo>
                <a:lnTo>
                  <a:pt x="8593111" y="1319731"/>
                </a:lnTo>
                <a:lnTo>
                  <a:pt x="8570788" y="1333747"/>
                </a:lnTo>
                <a:lnTo>
                  <a:pt x="8548464" y="1343111"/>
                </a:lnTo>
                <a:lnTo>
                  <a:pt x="8526141" y="1346400"/>
                </a:lnTo>
                <a:lnTo>
                  <a:pt x="8503817" y="1343111"/>
                </a:lnTo>
                <a:lnTo>
                  <a:pt x="8481494" y="1333747"/>
                </a:lnTo>
                <a:lnTo>
                  <a:pt x="8459170" y="1319731"/>
                </a:lnTo>
                <a:lnTo>
                  <a:pt x="8436847" y="1303200"/>
                </a:lnTo>
                <a:lnTo>
                  <a:pt x="8436847" y="1303200"/>
                </a:lnTo>
                <a:lnTo>
                  <a:pt x="8414523" y="1319731"/>
                </a:lnTo>
                <a:lnTo>
                  <a:pt x="8392200" y="1333747"/>
                </a:lnTo>
                <a:lnTo>
                  <a:pt x="8369876" y="1343111"/>
                </a:lnTo>
                <a:lnTo>
                  <a:pt x="8347552" y="1346400"/>
                </a:lnTo>
                <a:lnTo>
                  <a:pt x="8325229" y="1343111"/>
                </a:lnTo>
                <a:lnTo>
                  <a:pt x="8302905" y="1333747"/>
                </a:lnTo>
                <a:lnTo>
                  <a:pt x="8280582" y="1319731"/>
                </a:lnTo>
                <a:lnTo>
                  <a:pt x="8258258" y="1303200"/>
                </a:lnTo>
                <a:lnTo>
                  <a:pt x="8258258" y="1303200"/>
                </a:lnTo>
                <a:lnTo>
                  <a:pt x="8235935" y="1319731"/>
                </a:lnTo>
                <a:lnTo>
                  <a:pt x="8213611" y="1333747"/>
                </a:lnTo>
                <a:lnTo>
                  <a:pt x="8191288" y="1343111"/>
                </a:lnTo>
                <a:lnTo>
                  <a:pt x="8168964" y="1346400"/>
                </a:lnTo>
                <a:lnTo>
                  <a:pt x="8146641" y="1343111"/>
                </a:lnTo>
                <a:lnTo>
                  <a:pt x="8124317" y="1333747"/>
                </a:lnTo>
                <a:lnTo>
                  <a:pt x="8101994" y="1319731"/>
                </a:lnTo>
                <a:lnTo>
                  <a:pt x="8079670" y="1303200"/>
                </a:lnTo>
                <a:lnTo>
                  <a:pt x="8079670" y="1303200"/>
                </a:lnTo>
                <a:lnTo>
                  <a:pt x="8057347" y="1319731"/>
                </a:lnTo>
                <a:lnTo>
                  <a:pt x="8035023" y="1333747"/>
                </a:lnTo>
                <a:lnTo>
                  <a:pt x="8012700" y="1343111"/>
                </a:lnTo>
                <a:lnTo>
                  <a:pt x="7990376" y="1346400"/>
                </a:lnTo>
                <a:lnTo>
                  <a:pt x="7968052" y="1343111"/>
                </a:lnTo>
                <a:lnTo>
                  <a:pt x="7945729" y="1333747"/>
                </a:lnTo>
                <a:lnTo>
                  <a:pt x="7923405" y="1319731"/>
                </a:lnTo>
                <a:lnTo>
                  <a:pt x="7901082" y="1303200"/>
                </a:lnTo>
                <a:lnTo>
                  <a:pt x="7901082" y="1303200"/>
                </a:lnTo>
                <a:lnTo>
                  <a:pt x="7878758" y="1319731"/>
                </a:lnTo>
                <a:lnTo>
                  <a:pt x="7856435" y="1333747"/>
                </a:lnTo>
                <a:lnTo>
                  <a:pt x="7834111" y="1343111"/>
                </a:lnTo>
                <a:lnTo>
                  <a:pt x="7811788" y="1346400"/>
                </a:lnTo>
                <a:lnTo>
                  <a:pt x="7789464" y="1343111"/>
                </a:lnTo>
                <a:lnTo>
                  <a:pt x="7767141" y="1333747"/>
                </a:lnTo>
                <a:lnTo>
                  <a:pt x="7744817" y="1319731"/>
                </a:lnTo>
                <a:lnTo>
                  <a:pt x="7722494" y="1303200"/>
                </a:lnTo>
                <a:lnTo>
                  <a:pt x="7722494" y="1303200"/>
                </a:lnTo>
                <a:lnTo>
                  <a:pt x="7700170" y="1319731"/>
                </a:lnTo>
                <a:lnTo>
                  <a:pt x="7677847" y="1333747"/>
                </a:lnTo>
                <a:lnTo>
                  <a:pt x="7655523" y="1343111"/>
                </a:lnTo>
                <a:lnTo>
                  <a:pt x="7633200" y="1346400"/>
                </a:lnTo>
                <a:lnTo>
                  <a:pt x="7610876" y="1343111"/>
                </a:lnTo>
                <a:lnTo>
                  <a:pt x="7588552" y="1333747"/>
                </a:lnTo>
                <a:lnTo>
                  <a:pt x="7566229" y="1319731"/>
                </a:lnTo>
                <a:lnTo>
                  <a:pt x="7543905" y="1303200"/>
                </a:lnTo>
                <a:lnTo>
                  <a:pt x="7543905" y="1303200"/>
                </a:lnTo>
                <a:lnTo>
                  <a:pt x="7521582" y="1319731"/>
                </a:lnTo>
                <a:lnTo>
                  <a:pt x="7499258" y="1333747"/>
                </a:lnTo>
                <a:lnTo>
                  <a:pt x="7476935" y="1343111"/>
                </a:lnTo>
                <a:lnTo>
                  <a:pt x="7454611" y="1346400"/>
                </a:lnTo>
                <a:lnTo>
                  <a:pt x="7432288" y="1343111"/>
                </a:lnTo>
                <a:lnTo>
                  <a:pt x="7409964" y="1333747"/>
                </a:lnTo>
                <a:lnTo>
                  <a:pt x="7387641" y="1319731"/>
                </a:lnTo>
                <a:lnTo>
                  <a:pt x="7365317" y="1303200"/>
                </a:lnTo>
                <a:lnTo>
                  <a:pt x="7365317" y="1303200"/>
                </a:lnTo>
                <a:lnTo>
                  <a:pt x="7342994" y="1319731"/>
                </a:lnTo>
                <a:lnTo>
                  <a:pt x="7320670" y="1333747"/>
                </a:lnTo>
                <a:lnTo>
                  <a:pt x="7298347" y="1343111"/>
                </a:lnTo>
                <a:lnTo>
                  <a:pt x="7276023" y="1346400"/>
                </a:lnTo>
                <a:lnTo>
                  <a:pt x="7253700" y="1343111"/>
                </a:lnTo>
                <a:lnTo>
                  <a:pt x="7231376" y="1333747"/>
                </a:lnTo>
                <a:lnTo>
                  <a:pt x="7209052" y="1319731"/>
                </a:lnTo>
                <a:lnTo>
                  <a:pt x="7186729" y="1303200"/>
                </a:lnTo>
                <a:lnTo>
                  <a:pt x="7186729" y="1303200"/>
                </a:lnTo>
                <a:lnTo>
                  <a:pt x="7164405" y="1319731"/>
                </a:lnTo>
                <a:lnTo>
                  <a:pt x="7142082" y="1333747"/>
                </a:lnTo>
                <a:lnTo>
                  <a:pt x="7119758" y="1343111"/>
                </a:lnTo>
                <a:lnTo>
                  <a:pt x="7097435" y="1346400"/>
                </a:lnTo>
                <a:lnTo>
                  <a:pt x="7075111" y="1343111"/>
                </a:lnTo>
                <a:lnTo>
                  <a:pt x="7052788" y="1333747"/>
                </a:lnTo>
                <a:lnTo>
                  <a:pt x="7030464" y="1319731"/>
                </a:lnTo>
                <a:lnTo>
                  <a:pt x="7008141" y="1303200"/>
                </a:lnTo>
                <a:lnTo>
                  <a:pt x="7008141" y="1303200"/>
                </a:lnTo>
                <a:lnTo>
                  <a:pt x="6985817" y="1319731"/>
                </a:lnTo>
                <a:lnTo>
                  <a:pt x="6963494" y="1333747"/>
                </a:lnTo>
                <a:lnTo>
                  <a:pt x="6941170" y="1343111"/>
                </a:lnTo>
                <a:lnTo>
                  <a:pt x="6918847" y="1346400"/>
                </a:lnTo>
                <a:lnTo>
                  <a:pt x="6896523" y="1343111"/>
                </a:lnTo>
                <a:lnTo>
                  <a:pt x="6874200" y="1333747"/>
                </a:lnTo>
                <a:lnTo>
                  <a:pt x="6851876" y="1319731"/>
                </a:lnTo>
                <a:lnTo>
                  <a:pt x="6829552" y="1303200"/>
                </a:lnTo>
                <a:lnTo>
                  <a:pt x="6829552" y="1303200"/>
                </a:lnTo>
                <a:lnTo>
                  <a:pt x="6807229" y="1319731"/>
                </a:lnTo>
                <a:lnTo>
                  <a:pt x="6784905" y="1333747"/>
                </a:lnTo>
                <a:lnTo>
                  <a:pt x="6762582" y="1343111"/>
                </a:lnTo>
                <a:lnTo>
                  <a:pt x="6740258" y="1346400"/>
                </a:lnTo>
                <a:lnTo>
                  <a:pt x="6717935" y="1343111"/>
                </a:lnTo>
                <a:lnTo>
                  <a:pt x="6695611" y="1333747"/>
                </a:lnTo>
                <a:lnTo>
                  <a:pt x="6673288" y="1319731"/>
                </a:lnTo>
                <a:lnTo>
                  <a:pt x="6650964" y="1303200"/>
                </a:lnTo>
                <a:lnTo>
                  <a:pt x="6650964" y="1303200"/>
                </a:lnTo>
                <a:lnTo>
                  <a:pt x="6628641" y="1319731"/>
                </a:lnTo>
                <a:lnTo>
                  <a:pt x="6606317" y="1333747"/>
                </a:lnTo>
                <a:lnTo>
                  <a:pt x="6583994" y="1343111"/>
                </a:lnTo>
                <a:lnTo>
                  <a:pt x="6561670" y="1346400"/>
                </a:lnTo>
                <a:lnTo>
                  <a:pt x="6539347" y="1343111"/>
                </a:lnTo>
                <a:lnTo>
                  <a:pt x="6517023" y="1333747"/>
                </a:lnTo>
                <a:lnTo>
                  <a:pt x="6494699" y="1319731"/>
                </a:lnTo>
                <a:lnTo>
                  <a:pt x="6472376" y="1303200"/>
                </a:lnTo>
                <a:lnTo>
                  <a:pt x="6472376" y="1303200"/>
                </a:lnTo>
                <a:lnTo>
                  <a:pt x="6450052" y="1319731"/>
                </a:lnTo>
                <a:lnTo>
                  <a:pt x="6427729" y="1333747"/>
                </a:lnTo>
                <a:lnTo>
                  <a:pt x="6405405" y="1343111"/>
                </a:lnTo>
                <a:lnTo>
                  <a:pt x="6383082" y="1346400"/>
                </a:lnTo>
                <a:lnTo>
                  <a:pt x="6360758" y="1343111"/>
                </a:lnTo>
                <a:lnTo>
                  <a:pt x="6338435" y="1333747"/>
                </a:lnTo>
                <a:lnTo>
                  <a:pt x="6316111" y="1319731"/>
                </a:lnTo>
                <a:lnTo>
                  <a:pt x="6293788" y="1303200"/>
                </a:lnTo>
                <a:lnTo>
                  <a:pt x="6293788" y="1303200"/>
                </a:lnTo>
                <a:lnTo>
                  <a:pt x="6271464" y="1319731"/>
                </a:lnTo>
                <a:lnTo>
                  <a:pt x="6249141" y="1333747"/>
                </a:lnTo>
                <a:lnTo>
                  <a:pt x="6226817" y="1343111"/>
                </a:lnTo>
                <a:lnTo>
                  <a:pt x="6204494" y="1346400"/>
                </a:lnTo>
                <a:lnTo>
                  <a:pt x="6182170" y="1343111"/>
                </a:lnTo>
                <a:lnTo>
                  <a:pt x="6159847" y="1333747"/>
                </a:lnTo>
                <a:lnTo>
                  <a:pt x="6137523" y="1319731"/>
                </a:lnTo>
                <a:lnTo>
                  <a:pt x="6115200" y="1303200"/>
                </a:lnTo>
                <a:lnTo>
                  <a:pt x="6115200" y="1303200"/>
                </a:lnTo>
                <a:lnTo>
                  <a:pt x="6092876" y="1319731"/>
                </a:lnTo>
                <a:lnTo>
                  <a:pt x="6070552" y="1333747"/>
                </a:lnTo>
                <a:lnTo>
                  <a:pt x="6048229" y="1343111"/>
                </a:lnTo>
                <a:lnTo>
                  <a:pt x="6025905" y="1346400"/>
                </a:lnTo>
                <a:lnTo>
                  <a:pt x="6003582" y="1343111"/>
                </a:lnTo>
                <a:lnTo>
                  <a:pt x="5981258" y="1333747"/>
                </a:lnTo>
                <a:lnTo>
                  <a:pt x="5958935" y="1319731"/>
                </a:lnTo>
                <a:lnTo>
                  <a:pt x="5936611" y="1303200"/>
                </a:lnTo>
                <a:lnTo>
                  <a:pt x="5936611" y="1303200"/>
                </a:lnTo>
                <a:lnTo>
                  <a:pt x="5914288" y="1319731"/>
                </a:lnTo>
                <a:lnTo>
                  <a:pt x="5891964" y="1333747"/>
                </a:lnTo>
                <a:lnTo>
                  <a:pt x="5869641" y="1343111"/>
                </a:lnTo>
                <a:lnTo>
                  <a:pt x="5847317" y="1346400"/>
                </a:lnTo>
                <a:lnTo>
                  <a:pt x="5824994" y="1343111"/>
                </a:lnTo>
                <a:lnTo>
                  <a:pt x="5802670" y="1333747"/>
                </a:lnTo>
                <a:lnTo>
                  <a:pt x="5780347" y="1319731"/>
                </a:lnTo>
                <a:lnTo>
                  <a:pt x="5758023" y="1303200"/>
                </a:lnTo>
                <a:lnTo>
                  <a:pt x="5758023" y="1303200"/>
                </a:lnTo>
                <a:lnTo>
                  <a:pt x="5735700" y="1319731"/>
                </a:lnTo>
                <a:lnTo>
                  <a:pt x="5713376" y="1333747"/>
                </a:lnTo>
                <a:lnTo>
                  <a:pt x="5691052" y="1343111"/>
                </a:lnTo>
                <a:lnTo>
                  <a:pt x="5668729" y="1346400"/>
                </a:lnTo>
                <a:lnTo>
                  <a:pt x="5646405" y="1343111"/>
                </a:lnTo>
                <a:lnTo>
                  <a:pt x="5624082" y="1333747"/>
                </a:lnTo>
                <a:lnTo>
                  <a:pt x="5601758" y="1319731"/>
                </a:lnTo>
                <a:lnTo>
                  <a:pt x="5579435" y="1303200"/>
                </a:lnTo>
                <a:lnTo>
                  <a:pt x="5579435" y="1303200"/>
                </a:lnTo>
                <a:lnTo>
                  <a:pt x="5557111" y="1319731"/>
                </a:lnTo>
                <a:lnTo>
                  <a:pt x="5534788" y="1333747"/>
                </a:lnTo>
                <a:lnTo>
                  <a:pt x="5512464" y="1343111"/>
                </a:lnTo>
                <a:lnTo>
                  <a:pt x="5490141" y="1346400"/>
                </a:lnTo>
                <a:lnTo>
                  <a:pt x="5467817" y="1343111"/>
                </a:lnTo>
                <a:lnTo>
                  <a:pt x="5445494" y="1333747"/>
                </a:lnTo>
                <a:lnTo>
                  <a:pt x="5423170" y="1319731"/>
                </a:lnTo>
                <a:lnTo>
                  <a:pt x="5400847" y="1303200"/>
                </a:lnTo>
                <a:lnTo>
                  <a:pt x="5400847" y="1303200"/>
                </a:lnTo>
                <a:lnTo>
                  <a:pt x="5378523" y="1319731"/>
                </a:lnTo>
                <a:lnTo>
                  <a:pt x="5356199" y="1333747"/>
                </a:lnTo>
                <a:lnTo>
                  <a:pt x="5333876" y="1343111"/>
                </a:lnTo>
                <a:lnTo>
                  <a:pt x="5311552" y="1346400"/>
                </a:lnTo>
                <a:lnTo>
                  <a:pt x="5289229" y="1343111"/>
                </a:lnTo>
                <a:lnTo>
                  <a:pt x="5266905" y="1333747"/>
                </a:lnTo>
                <a:lnTo>
                  <a:pt x="5244582" y="1319731"/>
                </a:lnTo>
                <a:lnTo>
                  <a:pt x="5222258" y="1303200"/>
                </a:lnTo>
                <a:lnTo>
                  <a:pt x="5222258" y="1303200"/>
                </a:lnTo>
                <a:lnTo>
                  <a:pt x="5199935" y="1319731"/>
                </a:lnTo>
                <a:lnTo>
                  <a:pt x="5177611" y="1333747"/>
                </a:lnTo>
                <a:lnTo>
                  <a:pt x="5155288" y="1343111"/>
                </a:lnTo>
                <a:lnTo>
                  <a:pt x="5132964" y="1346400"/>
                </a:lnTo>
                <a:lnTo>
                  <a:pt x="5110641" y="1343111"/>
                </a:lnTo>
                <a:lnTo>
                  <a:pt x="5088317" y="1333747"/>
                </a:lnTo>
                <a:lnTo>
                  <a:pt x="5065994" y="1319731"/>
                </a:lnTo>
                <a:lnTo>
                  <a:pt x="5043670" y="1303200"/>
                </a:lnTo>
                <a:lnTo>
                  <a:pt x="5043670" y="1303200"/>
                </a:lnTo>
                <a:lnTo>
                  <a:pt x="5021347" y="1319731"/>
                </a:lnTo>
                <a:lnTo>
                  <a:pt x="4999023" y="1333747"/>
                </a:lnTo>
                <a:lnTo>
                  <a:pt x="4976700" y="1343111"/>
                </a:lnTo>
                <a:lnTo>
                  <a:pt x="4954376" y="1346400"/>
                </a:lnTo>
                <a:lnTo>
                  <a:pt x="4932052" y="1343111"/>
                </a:lnTo>
                <a:lnTo>
                  <a:pt x="4909729" y="1333747"/>
                </a:lnTo>
                <a:lnTo>
                  <a:pt x="4887405" y="1319731"/>
                </a:lnTo>
                <a:lnTo>
                  <a:pt x="4865082" y="1303200"/>
                </a:lnTo>
                <a:lnTo>
                  <a:pt x="4865082" y="1303200"/>
                </a:lnTo>
                <a:lnTo>
                  <a:pt x="4842758" y="1319731"/>
                </a:lnTo>
                <a:lnTo>
                  <a:pt x="4820435" y="1333747"/>
                </a:lnTo>
                <a:lnTo>
                  <a:pt x="4798111" y="1343111"/>
                </a:lnTo>
                <a:lnTo>
                  <a:pt x="4775788" y="1346400"/>
                </a:lnTo>
                <a:lnTo>
                  <a:pt x="4753464" y="1343111"/>
                </a:lnTo>
                <a:lnTo>
                  <a:pt x="4731141" y="1333747"/>
                </a:lnTo>
                <a:lnTo>
                  <a:pt x="4708817" y="1319731"/>
                </a:lnTo>
                <a:lnTo>
                  <a:pt x="4686494" y="1303200"/>
                </a:lnTo>
                <a:lnTo>
                  <a:pt x="4686494" y="1303200"/>
                </a:lnTo>
                <a:lnTo>
                  <a:pt x="4664170" y="1319731"/>
                </a:lnTo>
                <a:lnTo>
                  <a:pt x="4641847" y="1333747"/>
                </a:lnTo>
                <a:lnTo>
                  <a:pt x="4619523" y="1343111"/>
                </a:lnTo>
                <a:lnTo>
                  <a:pt x="4597200" y="1346400"/>
                </a:lnTo>
                <a:lnTo>
                  <a:pt x="4574876" y="1343111"/>
                </a:lnTo>
                <a:lnTo>
                  <a:pt x="4552552" y="1333747"/>
                </a:lnTo>
                <a:lnTo>
                  <a:pt x="4530229" y="1319731"/>
                </a:lnTo>
                <a:lnTo>
                  <a:pt x="4507905" y="1303200"/>
                </a:lnTo>
                <a:lnTo>
                  <a:pt x="4507905" y="1303200"/>
                </a:lnTo>
                <a:lnTo>
                  <a:pt x="4485582" y="1319731"/>
                </a:lnTo>
                <a:lnTo>
                  <a:pt x="4463258" y="1333747"/>
                </a:lnTo>
                <a:lnTo>
                  <a:pt x="4440935" y="1343111"/>
                </a:lnTo>
                <a:lnTo>
                  <a:pt x="4418611" y="1346400"/>
                </a:lnTo>
                <a:lnTo>
                  <a:pt x="4396288" y="1343111"/>
                </a:lnTo>
                <a:lnTo>
                  <a:pt x="4373964" y="1333747"/>
                </a:lnTo>
                <a:lnTo>
                  <a:pt x="4351641" y="1319731"/>
                </a:lnTo>
                <a:lnTo>
                  <a:pt x="4329317" y="1303200"/>
                </a:lnTo>
                <a:lnTo>
                  <a:pt x="4329317" y="1303200"/>
                </a:lnTo>
                <a:lnTo>
                  <a:pt x="4306994" y="1319731"/>
                </a:lnTo>
                <a:lnTo>
                  <a:pt x="4284670" y="1333747"/>
                </a:lnTo>
                <a:lnTo>
                  <a:pt x="4262347" y="1343111"/>
                </a:lnTo>
                <a:lnTo>
                  <a:pt x="4240023" y="1346400"/>
                </a:lnTo>
                <a:lnTo>
                  <a:pt x="4217700" y="1343111"/>
                </a:lnTo>
                <a:lnTo>
                  <a:pt x="4195376" y="1333747"/>
                </a:lnTo>
                <a:lnTo>
                  <a:pt x="4173052" y="1319731"/>
                </a:lnTo>
                <a:lnTo>
                  <a:pt x="4150729" y="1303200"/>
                </a:lnTo>
                <a:lnTo>
                  <a:pt x="4150729" y="1303200"/>
                </a:lnTo>
                <a:lnTo>
                  <a:pt x="4128405" y="1319731"/>
                </a:lnTo>
                <a:lnTo>
                  <a:pt x="4106082" y="1333747"/>
                </a:lnTo>
                <a:lnTo>
                  <a:pt x="4083758" y="1343111"/>
                </a:lnTo>
                <a:lnTo>
                  <a:pt x="4061435" y="1346400"/>
                </a:lnTo>
                <a:lnTo>
                  <a:pt x="4039111" y="1343111"/>
                </a:lnTo>
                <a:lnTo>
                  <a:pt x="4016788" y="1333747"/>
                </a:lnTo>
                <a:lnTo>
                  <a:pt x="3994464" y="1319731"/>
                </a:lnTo>
                <a:lnTo>
                  <a:pt x="3972141" y="1303200"/>
                </a:lnTo>
                <a:lnTo>
                  <a:pt x="3972141" y="1303200"/>
                </a:lnTo>
                <a:lnTo>
                  <a:pt x="3949817" y="1319731"/>
                </a:lnTo>
                <a:lnTo>
                  <a:pt x="3927494" y="1333747"/>
                </a:lnTo>
                <a:lnTo>
                  <a:pt x="3905170" y="1343111"/>
                </a:lnTo>
                <a:lnTo>
                  <a:pt x="3882847" y="1346400"/>
                </a:lnTo>
                <a:lnTo>
                  <a:pt x="3860523" y="1343111"/>
                </a:lnTo>
                <a:lnTo>
                  <a:pt x="3838200" y="1333747"/>
                </a:lnTo>
                <a:lnTo>
                  <a:pt x="3815876" y="1319731"/>
                </a:lnTo>
                <a:lnTo>
                  <a:pt x="3793552" y="1303200"/>
                </a:lnTo>
                <a:lnTo>
                  <a:pt x="3793552" y="1303200"/>
                </a:lnTo>
                <a:lnTo>
                  <a:pt x="3771229" y="1319731"/>
                </a:lnTo>
                <a:lnTo>
                  <a:pt x="3748905" y="1333747"/>
                </a:lnTo>
                <a:lnTo>
                  <a:pt x="3726582" y="1343111"/>
                </a:lnTo>
                <a:lnTo>
                  <a:pt x="3704258" y="1346400"/>
                </a:lnTo>
                <a:lnTo>
                  <a:pt x="3681935" y="1343111"/>
                </a:lnTo>
                <a:lnTo>
                  <a:pt x="3659611" y="1333747"/>
                </a:lnTo>
                <a:lnTo>
                  <a:pt x="3637288" y="1319731"/>
                </a:lnTo>
                <a:lnTo>
                  <a:pt x="3614964" y="1303200"/>
                </a:lnTo>
                <a:lnTo>
                  <a:pt x="3614964" y="1303200"/>
                </a:lnTo>
                <a:lnTo>
                  <a:pt x="3592641" y="1319731"/>
                </a:lnTo>
                <a:lnTo>
                  <a:pt x="3570317" y="1333747"/>
                </a:lnTo>
                <a:lnTo>
                  <a:pt x="3547994" y="1343111"/>
                </a:lnTo>
                <a:lnTo>
                  <a:pt x="3525670" y="1346400"/>
                </a:lnTo>
                <a:lnTo>
                  <a:pt x="3503347" y="1343111"/>
                </a:lnTo>
                <a:lnTo>
                  <a:pt x="3481023" y="1333747"/>
                </a:lnTo>
                <a:lnTo>
                  <a:pt x="3458700" y="1319731"/>
                </a:lnTo>
                <a:lnTo>
                  <a:pt x="3436376" y="1303200"/>
                </a:lnTo>
                <a:lnTo>
                  <a:pt x="3436376" y="1303200"/>
                </a:lnTo>
                <a:lnTo>
                  <a:pt x="3414052" y="1319731"/>
                </a:lnTo>
                <a:lnTo>
                  <a:pt x="3391729" y="1333747"/>
                </a:lnTo>
                <a:lnTo>
                  <a:pt x="3369405" y="1343111"/>
                </a:lnTo>
                <a:lnTo>
                  <a:pt x="3347082" y="1346400"/>
                </a:lnTo>
                <a:lnTo>
                  <a:pt x="3324758" y="1343111"/>
                </a:lnTo>
                <a:lnTo>
                  <a:pt x="3302435" y="1333747"/>
                </a:lnTo>
                <a:lnTo>
                  <a:pt x="3280111" y="1319731"/>
                </a:lnTo>
                <a:lnTo>
                  <a:pt x="3257788" y="1303200"/>
                </a:lnTo>
                <a:lnTo>
                  <a:pt x="3257788" y="1303200"/>
                </a:lnTo>
                <a:lnTo>
                  <a:pt x="3235464" y="1319731"/>
                </a:lnTo>
                <a:lnTo>
                  <a:pt x="3213141" y="1333747"/>
                </a:lnTo>
                <a:lnTo>
                  <a:pt x="3190817" y="1343111"/>
                </a:lnTo>
                <a:lnTo>
                  <a:pt x="3168494" y="1346400"/>
                </a:lnTo>
                <a:lnTo>
                  <a:pt x="3146170" y="1343111"/>
                </a:lnTo>
                <a:lnTo>
                  <a:pt x="3123847" y="1333747"/>
                </a:lnTo>
                <a:lnTo>
                  <a:pt x="3101523" y="1319731"/>
                </a:lnTo>
                <a:lnTo>
                  <a:pt x="3079200" y="1303200"/>
                </a:lnTo>
                <a:lnTo>
                  <a:pt x="3079200" y="1303200"/>
                </a:lnTo>
                <a:lnTo>
                  <a:pt x="3056876" y="1319731"/>
                </a:lnTo>
                <a:lnTo>
                  <a:pt x="3034552" y="1333747"/>
                </a:lnTo>
                <a:lnTo>
                  <a:pt x="3012229" y="1343111"/>
                </a:lnTo>
                <a:lnTo>
                  <a:pt x="2989905" y="1346400"/>
                </a:lnTo>
                <a:lnTo>
                  <a:pt x="2967582" y="1343111"/>
                </a:lnTo>
                <a:lnTo>
                  <a:pt x="2945258" y="1333747"/>
                </a:lnTo>
                <a:lnTo>
                  <a:pt x="2922935" y="1319731"/>
                </a:lnTo>
                <a:lnTo>
                  <a:pt x="2900611" y="1303200"/>
                </a:lnTo>
                <a:lnTo>
                  <a:pt x="2900611" y="1303200"/>
                </a:lnTo>
                <a:lnTo>
                  <a:pt x="2878288" y="1319731"/>
                </a:lnTo>
                <a:lnTo>
                  <a:pt x="2855964" y="1333747"/>
                </a:lnTo>
                <a:lnTo>
                  <a:pt x="2833641" y="1343111"/>
                </a:lnTo>
                <a:lnTo>
                  <a:pt x="2811317" y="1346400"/>
                </a:lnTo>
                <a:lnTo>
                  <a:pt x="2788994" y="1343111"/>
                </a:lnTo>
                <a:lnTo>
                  <a:pt x="2766670" y="1333747"/>
                </a:lnTo>
                <a:lnTo>
                  <a:pt x="2744347" y="1319731"/>
                </a:lnTo>
                <a:lnTo>
                  <a:pt x="2722023" y="1303200"/>
                </a:lnTo>
                <a:lnTo>
                  <a:pt x="2722023" y="1303200"/>
                </a:lnTo>
                <a:lnTo>
                  <a:pt x="2699699" y="1319731"/>
                </a:lnTo>
                <a:lnTo>
                  <a:pt x="2677376" y="1333747"/>
                </a:lnTo>
                <a:lnTo>
                  <a:pt x="2655052" y="1343111"/>
                </a:lnTo>
                <a:lnTo>
                  <a:pt x="2632729" y="1346400"/>
                </a:lnTo>
                <a:lnTo>
                  <a:pt x="2610405" y="1343111"/>
                </a:lnTo>
                <a:lnTo>
                  <a:pt x="2588082" y="1333747"/>
                </a:lnTo>
                <a:lnTo>
                  <a:pt x="2565758" y="1319731"/>
                </a:lnTo>
                <a:lnTo>
                  <a:pt x="2543435" y="1303200"/>
                </a:lnTo>
                <a:lnTo>
                  <a:pt x="2543435" y="1303200"/>
                </a:lnTo>
                <a:lnTo>
                  <a:pt x="2521111" y="1319731"/>
                </a:lnTo>
                <a:lnTo>
                  <a:pt x="2498788" y="1333747"/>
                </a:lnTo>
                <a:lnTo>
                  <a:pt x="2476464" y="1343111"/>
                </a:lnTo>
                <a:lnTo>
                  <a:pt x="2454141" y="1346400"/>
                </a:lnTo>
                <a:lnTo>
                  <a:pt x="2431817" y="1343111"/>
                </a:lnTo>
                <a:lnTo>
                  <a:pt x="2409494" y="1333747"/>
                </a:lnTo>
                <a:lnTo>
                  <a:pt x="2387170" y="1319731"/>
                </a:lnTo>
                <a:lnTo>
                  <a:pt x="2364847" y="1303200"/>
                </a:lnTo>
                <a:lnTo>
                  <a:pt x="2364847" y="1303200"/>
                </a:lnTo>
                <a:lnTo>
                  <a:pt x="2342523" y="1319731"/>
                </a:lnTo>
                <a:lnTo>
                  <a:pt x="2320200" y="1333747"/>
                </a:lnTo>
                <a:lnTo>
                  <a:pt x="2297876" y="1343111"/>
                </a:lnTo>
                <a:lnTo>
                  <a:pt x="2275552" y="1346400"/>
                </a:lnTo>
                <a:lnTo>
                  <a:pt x="2253229" y="1343111"/>
                </a:lnTo>
                <a:lnTo>
                  <a:pt x="2230905" y="1333747"/>
                </a:lnTo>
                <a:lnTo>
                  <a:pt x="2208582" y="1319731"/>
                </a:lnTo>
                <a:lnTo>
                  <a:pt x="2186258" y="1303200"/>
                </a:lnTo>
                <a:lnTo>
                  <a:pt x="2186258" y="1303200"/>
                </a:lnTo>
                <a:lnTo>
                  <a:pt x="2163935" y="1319731"/>
                </a:lnTo>
                <a:lnTo>
                  <a:pt x="2141611" y="1333747"/>
                </a:lnTo>
                <a:lnTo>
                  <a:pt x="2119288" y="1343111"/>
                </a:lnTo>
                <a:lnTo>
                  <a:pt x="2096964" y="1346400"/>
                </a:lnTo>
                <a:lnTo>
                  <a:pt x="2074641" y="1343111"/>
                </a:lnTo>
                <a:lnTo>
                  <a:pt x="2052317" y="1333747"/>
                </a:lnTo>
                <a:lnTo>
                  <a:pt x="2029994" y="1319731"/>
                </a:lnTo>
                <a:lnTo>
                  <a:pt x="2007670" y="1303200"/>
                </a:lnTo>
                <a:lnTo>
                  <a:pt x="2007670" y="1303200"/>
                </a:lnTo>
                <a:lnTo>
                  <a:pt x="1985347" y="1319731"/>
                </a:lnTo>
                <a:lnTo>
                  <a:pt x="1963023" y="1333747"/>
                </a:lnTo>
                <a:lnTo>
                  <a:pt x="1940700" y="1343111"/>
                </a:lnTo>
                <a:lnTo>
                  <a:pt x="1918376" y="1346400"/>
                </a:lnTo>
                <a:lnTo>
                  <a:pt x="1896052" y="1343111"/>
                </a:lnTo>
                <a:lnTo>
                  <a:pt x="1873729" y="1333747"/>
                </a:lnTo>
                <a:lnTo>
                  <a:pt x="1851405" y="1319731"/>
                </a:lnTo>
                <a:lnTo>
                  <a:pt x="1829082" y="1303200"/>
                </a:lnTo>
                <a:lnTo>
                  <a:pt x="1829082" y="1303200"/>
                </a:lnTo>
                <a:lnTo>
                  <a:pt x="1806758" y="1319731"/>
                </a:lnTo>
                <a:lnTo>
                  <a:pt x="1784435" y="1333747"/>
                </a:lnTo>
                <a:lnTo>
                  <a:pt x="1762111" y="1343111"/>
                </a:lnTo>
                <a:lnTo>
                  <a:pt x="1739788" y="1346400"/>
                </a:lnTo>
                <a:lnTo>
                  <a:pt x="1717464" y="1343111"/>
                </a:lnTo>
                <a:lnTo>
                  <a:pt x="1695141" y="1333747"/>
                </a:lnTo>
                <a:lnTo>
                  <a:pt x="1672817" y="1319731"/>
                </a:lnTo>
                <a:lnTo>
                  <a:pt x="1650494" y="1303200"/>
                </a:lnTo>
                <a:lnTo>
                  <a:pt x="1650494" y="1303200"/>
                </a:lnTo>
                <a:lnTo>
                  <a:pt x="1628170" y="1319731"/>
                </a:lnTo>
                <a:lnTo>
                  <a:pt x="1605847" y="1333747"/>
                </a:lnTo>
                <a:lnTo>
                  <a:pt x="1583523" y="1343111"/>
                </a:lnTo>
                <a:lnTo>
                  <a:pt x="1561199" y="1346400"/>
                </a:lnTo>
                <a:lnTo>
                  <a:pt x="1538876" y="1343111"/>
                </a:lnTo>
                <a:lnTo>
                  <a:pt x="1516552" y="1333747"/>
                </a:lnTo>
                <a:lnTo>
                  <a:pt x="1494229" y="1319731"/>
                </a:lnTo>
                <a:lnTo>
                  <a:pt x="1471905" y="1303200"/>
                </a:lnTo>
                <a:lnTo>
                  <a:pt x="1471905" y="1303200"/>
                </a:lnTo>
                <a:lnTo>
                  <a:pt x="1449582" y="1319731"/>
                </a:lnTo>
                <a:lnTo>
                  <a:pt x="1427258" y="1333747"/>
                </a:lnTo>
                <a:lnTo>
                  <a:pt x="1404935" y="1343111"/>
                </a:lnTo>
                <a:lnTo>
                  <a:pt x="1382611" y="1346400"/>
                </a:lnTo>
                <a:lnTo>
                  <a:pt x="1360288" y="1343111"/>
                </a:lnTo>
                <a:lnTo>
                  <a:pt x="1337964" y="1333747"/>
                </a:lnTo>
                <a:lnTo>
                  <a:pt x="1315641" y="1319731"/>
                </a:lnTo>
                <a:lnTo>
                  <a:pt x="1293317" y="1303200"/>
                </a:lnTo>
                <a:lnTo>
                  <a:pt x="1293317" y="1303200"/>
                </a:lnTo>
                <a:lnTo>
                  <a:pt x="1270994" y="1319731"/>
                </a:lnTo>
                <a:lnTo>
                  <a:pt x="1248670" y="1333747"/>
                </a:lnTo>
                <a:lnTo>
                  <a:pt x="1226347" y="1343111"/>
                </a:lnTo>
                <a:lnTo>
                  <a:pt x="1204023" y="1346400"/>
                </a:lnTo>
                <a:lnTo>
                  <a:pt x="1181700" y="1343111"/>
                </a:lnTo>
                <a:lnTo>
                  <a:pt x="1159376" y="1333747"/>
                </a:lnTo>
                <a:lnTo>
                  <a:pt x="1137052" y="1319731"/>
                </a:lnTo>
                <a:lnTo>
                  <a:pt x="1114729" y="1303200"/>
                </a:lnTo>
                <a:lnTo>
                  <a:pt x="1114729" y="1303200"/>
                </a:lnTo>
                <a:lnTo>
                  <a:pt x="1092405" y="1319731"/>
                </a:lnTo>
                <a:lnTo>
                  <a:pt x="1070082" y="1333747"/>
                </a:lnTo>
                <a:lnTo>
                  <a:pt x="1047758" y="1343111"/>
                </a:lnTo>
                <a:lnTo>
                  <a:pt x="1025435" y="1346400"/>
                </a:lnTo>
                <a:lnTo>
                  <a:pt x="1003111" y="1343111"/>
                </a:lnTo>
                <a:lnTo>
                  <a:pt x="980788" y="1333747"/>
                </a:lnTo>
                <a:lnTo>
                  <a:pt x="958464" y="1319731"/>
                </a:lnTo>
                <a:lnTo>
                  <a:pt x="936141" y="1303200"/>
                </a:lnTo>
                <a:lnTo>
                  <a:pt x="936141" y="1303200"/>
                </a:lnTo>
                <a:lnTo>
                  <a:pt x="913817" y="1319731"/>
                </a:lnTo>
                <a:lnTo>
                  <a:pt x="891494" y="1333747"/>
                </a:lnTo>
                <a:lnTo>
                  <a:pt x="869170" y="1343111"/>
                </a:lnTo>
                <a:lnTo>
                  <a:pt x="846847" y="1346400"/>
                </a:lnTo>
                <a:lnTo>
                  <a:pt x="824523" y="1343111"/>
                </a:lnTo>
                <a:lnTo>
                  <a:pt x="802200" y="1333747"/>
                </a:lnTo>
                <a:lnTo>
                  <a:pt x="779876" y="1319731"/>
                </a:lnTo>
                <a:lnTo>
                  <a:pt x="757552" y="1303200"/>
                </a:lnTo>
                <a:lnTo>
                  <a:pt x="757552" y="1303200"/>
                </a:lnTo>
                <a:lnTo>
                  <a:pt x="735229" y="1319731"/>
                </a:lnTo>
                <a:lnTo>
                  <a:pt x="712905" y="1333747"/>
                </a:lnTo>
                <a:lnTo>
                  <a:pt x="690582" y="1343111"/>
                </a:lnTo>
                <a:lnTo>
                  <a:pt x="668258" y="1346400"/>
                </a:lnTo>
                <a:lnTo>
                  <a:pt x="645935" y="1343111"/>
                </a:lnTo>
                <a:lnTo>
                  <a:pt x="623611" y="1333747"/>
                </a:lnTo>
                <a:lnTo>
                  <a:pt x="601288" y="1319731"/>
                </a:lnTo>
                <a:lnTo>
                  <a:pt x="578964" y="1303200"/>
                </a:lnTo>
                <a:lnTo>
                  <a:pt x="578964" y="1303200"/>
                </a:lnTo>
                <a:lnTo>
                  <a:pt x="556641" y="1319731"/>
                </a:lnTo>
                <a:lnTo>
                  <a:pt x="534317" y="1333747"/>
                </a:lnTo>
                <a:lnTo>
                  <a:pt x="511994" y="1343111"/>
                </a:lnTo>
                <a:lnTo>
                  <a:pt x="489670" y="1346400"/>
                </a:lnTo>
                <a:lnTo>
                  <a:pt x="467347" y="1343111"/>
                </a:lnTo>
                <a:lnTo>
                  <a:pt x="445023" y="1333747"/>
                </a:lnTo>
                <a:lnTo>
                  <a:pt x="422699" y="1319731"/>
                </a:lnTo>
                <a:lnTo>
                  <a:pt x="400376" y="1303200"/>
                </a:lnTo>
                <a:lnTo>
                  <a:pt x="400376" y="1303200"/>
                </a:lnTo>
                <a:lnTo>
                  <a:pt x="378052" y="1319731"/>
                </a:lnTo>
                <a:lnTo>
                  <a:pt x="355729" y="1333747"/>
                </a:lnTo>
                <a:lnTo>
                  <a:pt x="333405" y="1343111"/>
                </a:lnTo>
                <a:lnTo>
                  <a:pt x="311082" y="1346400"/>
                </a:lnTo>
                <a:lnTo>
                  <a:pt x="288758" y="1343111"/>
                </a:lnTo>
                <a:lnTo>
                  <a:pt x="266435" y="1333747"/>
                </a:lnTo>
                <a:lnTo>
                  <a:pt x="244111" y="1319731"/>
                </a:lnTo>
                <a:lnTo>
                  <a:pt x="221788" y="1303200"/>
                </a:lnTo>
                <a:lnTo>
                  <a:pt x="221788" y="1303200"/>
                </a:lnTo>
                <a:lnTo>
                  <a:pt x="199464" y="1319731"/>
                </a:lnTo>
                <a:lnTo>
                  <a:pt x="177141" y="1333747"/>
                </a:lnTo>
                <a:lnTo>
                  <a:pt x="154817" y="1343111"/>
                </a:lnTo>
                <a:lnTo>
                  <a:pt x="132494" y="1346400"/>
                </a:lnTo>
                <a:lnTo>
                  <a:pt x="110170" y="1343111"/>
                </a:lnTo>
                <a:lnTo>
                  <a:pt x="87847" y="1333747"/>
                </a:lnTo>
                <a:lnTo>
                  <a:pt x="65523" y="1319731"/>
                </a:lnTo>
                <a:lnTo>
                  <a:pt x="43200" y="1303200"/>
                </a:lnTo>
                <a:lnTo>
                  <a:pt x="43200" y="1303200"/>
                </a:lnTo>
                <a:lnTo>
                  <a:pt x="26668" y="1280700"/>
                </a:lnTo>
                <a:lnTo>
                  <a:pt x="12652" y="1258200"/>
                </a:lnTo>
                <a:lnTo>
                  <a:pt x="3288" y="1235700"/>
                </a:lnTo>
                <a:lnTo>
                  <a:pt x="0" y="1213200"/>
                </a:lnTo>
                <a:lnTo>
                  <a:pt x="3288" y="1190700"/>
                </a:lnTo>
                <a:lnTo>
                  <a:pt x="12652" y="1168200"/>
                </a:lnTo>
                <a:lnTo>
                  <a:pt x="26668" y="1145700"/>
                </a:lnTo>
                <a:lnTo>
                  <a:pt x="43200" y="1123200"/>
                </a:lnTo>
                <a:lnTo>
                  <a:pt x="43200" y="1123200"/>
                </a:lnTo>
                <a:lnTo>
                  <a:pt x="26668" y="1100700"/>
                </a:lnTo>
                <a:lnTo>
                  <a:pt x="12652" y="1078200"/>
                </a:lnTo>
                <a:lnTo>
                  <a:pt x="3288" y="1055700"/>
                </a:lnTo>
                <a:lnTo>
                  <a:pt x="0" y="1033200"/>
                </a:lnTo>
                <a:lnTo>
                  <a:pt x="3288" y="1010700"/>
                </a:lnTo>
                <a:lnTo>
                  <a:pt x="12652" y="988200"/>
                </a:lnTo>
                <a:lnTo>
                  <a:pt x="26668" y="965700"/>
                </a:lnTo>
                <a:lnTo>
                  <a:pt x="43200" y="943200"/>
                </a:lnTo>
                <a:lnTo>
                  <a:pt x="43200" y="943200"/>
                </a:lnTo>
                <a:lnTo>
                  <a:pt x="26668" y="920700"/>
                </a:lnTo>
                <a:lnTo>
                  <a:pt x="12652" y="898200"/>
                </a:lnTo>
                <a:lnTo>
                  <a:pt x="3288" y="875700"/>
                </a:lnTo>
                <a:lnTo>
                  <a:pt x="0" y="853200"/>
                </a:lnTo>
                <a:lnTo>
                  <a:pt x="3288" y="830700"/>
                </a:lnTo>
                <a:lnTo>
                  <a:pt x="12652" y="808200"/>
                </a:lnTo>
                <a:lnTo>
                  <a:pt x="26668" y="785700"/>
                </a:lnTo>
                <a:lnTo>
                  <a:pt x="43200" y="763200"/>
                </a:lnTo>
                <a:lnTo>
                  <a:pt x="43200" y="763200"/>
                </a:lnTo>
                <a:lnTo>
                  <a:pt x="26668" y="740700"/>
                </a:lnTo>
                <a:lnTo>
                  <a:pt x="12652" y="718200"/>
                </a:lnTo>
                <a:lnTo>
                  <a:pt x="3288" y="695700"/>
                </a:lnTo>
                <a:lnTo>
                  <a:pt x="0" y="673200"/>
                </a:lnTo>
                <a:lnTo>
                  <a:pt x="3288" y="650700"/>
                </a:lnTo>
                <a:lnTo>
                  <a:pt x="12652" y="628200"/>
                </a:lnTo>
                <a:lnTo>
                  <a:pt x="26668" y="605700"/>
                </a:lnTo>
                <a:lnTo>
                  <a:pt x="43200" y="583200"/>
                </a:lnTo>
                <a:lnTo>
                  <a:pt x="43200" y="583200"/>
                </a:lnTo>
                <a:lnTo>
                  <a:pt x="26668" y="560700"/>
                </a:lnTo>
                <a:lnTo>
                  <a:pt x="12652" y="538200"/>
                </a:lnTo>
                <a:lnTo>
                  <a:pt x="3288" y="515700"/>
                </a:lnTo>
                <a:lnTo>
                  <a:pt x="0" y="493200"/>
                </a:lnTo>
                <a:lnTo>
                  <a:pt x="3288" y="470700"/>
                </a:lnTo>
                <a:lnTo>
                  <a:pt x="12652" y="448200"/>
                </a:lnTo>
                <a:lnTo>
                  <a:pt x="26668" y="425700"/>
                </a:lnTo>
                <a:lnTo>
                  <a:pt x="43200" y="403200"/>
                </a:lnTo>
                <a:lnTo>
                  <a:pt x="43200" y="403200"/>
                </a:lnTo>
                <a:lnTo>
                  <a:pt x="26668" y="380700"/>
                </a:lnTo>
                <a:lnTo>
                  <a:pt x="12652" y="358200"/>
                </a:lnTo>
                <a:lnTo>
                  <a:pt x="3288" y="335700"/>
                </a:lnTo>
                <a:lnTo>
                  <a:pt x="0" y="313200"/>
                </a:lnTo>
                <a:lnTo>
                  <a:pt x="3288" y="290700"/>
                </a:lnTo>
                <a:lnTo>
                  <a:pt x="12652" y="268200"/>
                </a:lnTo>
                <a:lnTo>
                  <a:pt x="26668" y="245700"/>
                </a:lnTo>
                <a:lnTo>
                  <a:pt x="43200" y="223200"/>
                </a:lnTo>
                <a:lnTo>
                  <a:pt x="43200" y="223200"/>
                </a:lnTo>
                <a:lnTo>
                  <a:pt x="26668" y="200700"/>
                </a:lnTo>
                <a:lnTo>
                  <a:pt x="12652" y="178200"/>
                </a:lnTo>
                <a:lnTo>
                  <a:pt x="3288" y="155700"/>
                </a:lnTo>
                <a:lnTo>
                  <a:pt x="0" y="133200"/>
                </a:lnTo>
                <a:lnTo>
                  <a:pt x="3288" y="110700"/>
                </a:lnTo>
                <a:lnTo>
                  <a:pt x="12652" y="88200"/>
                </a:lnTo>
                <a:lnTo>
                  <a:pt x="26668" y="65700"/>
                </a:lnTo>
                <a:lnTo>
                  <a:pt x="43200" y="43200"/>
                </a:lnTo>
                <a:close/>
              </a:path>
            </a:pathLst>
          </a:custGeom>
          <a:noFill/>
          <a:ln w="7620">
            <a:solidFill>
              <a:srgbClr val="A4433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2000" y="7920000"/>
            <a:ext cx="8892000" cy="10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  <a:r>
              <a:t>TBC #16 / #26 — this is a partial-height panel strategy. Confirm actual panel extent, reveal and wall finish build-up. Separate demountable metal from plaster; no load transfer to gypsum ceiling.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Counter / plan, elevation and section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AP-20 · 1000 × 450 × 900H retained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540000" y="9792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540000" y="10008000"/>
            <a:ext cx="7128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FOR COORDINATION  ·  SITE ITEMS OPEN  ·  REV B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06 OCT 2026  /  SOURCE REV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4000" y="10008000"/>
            <a:ext cx="522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1:10 @ A3  ·  DIMENSIONS mm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SPEC SNAPSHOT eeccbde1cd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92000" y="10008000"/>
            <a:ext cx="1152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AP-20</a:t>
            </a:r>
          </a:p>
        </p:txBody>
      </p:sp>
      <p:sp>
        <p:nvSpPr>
          <p:cNvPr id="11" name="GEOM:counter-top"/>
          <p:cNvSpPr/>
          <p:nvPr/>
        </p:nvSpPr>
        <p:spPr>
          <a:xfrm>
            <a:off x="1080000" y="2700000"/>
            <a:ext cx="3600000" cy="16200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1080000" y="4320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4680000" y="4320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1080000" y="4608000"/>
            <a:ext cx="36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 flipV="1">
            <a:off x="1044000" y="457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 flipV="1">
            <a:off x="4644000" y="457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2340000" y="4428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1000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792000" y="4320000"/>
            <a:ext cx="28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9" name="Connector 18"/>
          <p:cNvCxnSpPr/>
          <p:nvPr/>
        </p:nvCxnSpPr>
        <p:spPr>
          <a:xfrm flipH="1">
            <a:off x="792000" y="2700000"/>
            <a:ext cx="28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0" name="Connector 19"/>
          <p:cNvCxnSpPr/>
          <p:nvPr/>
        </p:nvCxnSpPr>
        <p:spPr>
          <a:xfrm flipV="1">
            <a:off x="792000" y="2700000"/>
            <a:ext cx="0" cy="16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1" name="Connector 20"/>
          <p:cNvCxnSpPr/>
          <p:nvPr/>
        </p:nvCxnSpPr>
        <p:spPr>
          <a:xfrm flipV="1">
            <a:off x="756000" y="428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2" name="Connector 21"/>
          <p:cNvCxnSpPr/>
          <p:nvPr/>
        </p:nvCxnSpPr>
        <p:spPr>
          <a:xfrm flipV="1">
            <a:off x="756000" y="266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3" name="TextBox 22"/>
          <p:cNvSpPr txBox="1"/>
          <p:nvPr/>
        </p:nvSpPr>
        <p:spPr>
          <a:xfrm>
            <a:off x="360000" y="3510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0000" y="2304000"/>
            <a:ext cx="3600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01  PLAN — 1000 × 450</a:t>
            </a:r>
          </a:p>
        </p:txBody>
      </p:sp>
      <p:sp>
        <p:nvSpPr>
          <p:cNvPr id="25" name="GEOM:counter-front"/>
          <p:cNvSpPr/>
          <p:nvPr/>
        </p:nvSpPr>
        <p:spPr>
          <a:xfrm>
            <a:off x="5940000" y="3312000"/>
            <a:ext cx="3600000" cy="32400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GEOM:mesh-insert"/>
          <p:cNvSpPr/>
          <p:nvPr/>
        </p:nvSpPr>
        <p:spPr>
          <a:xfrm>
            <a:off x="7200000" y="4392000"/>
            <a:ext cx="1080000" cy="1620000"/>
          </a:xfrm>
          <a:prstGeom prst="rect">
            <a:avLst/>
          </a:prstGeom>
          <a:noFill/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5940000" y="655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9540000" y="655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>
            <a:off x="5940000" y="6840000"/>
            <a:ext cx="36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 flipV="1">
            <a:off x="5904000" y="680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 flipV="1">
            <a:off x="9504000" y="680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2" name="TextBox 31"/>
          <p:cNvSpPr txBox="1"/>
          <p:nvPr/>
        </p:nvSpPr>
        <p:spPr>
          <a:xfrm>
            <a:off x="7200000" y="666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1000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5652000" y="6552000"/>
            <a:ext cx="28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 flipH="1">
            <a:off x="5652000" y="3312000"/>
            <a:ext cx="28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 flipV="1">
            <a:off x="5652000" y="3312000"/>
            <a:ext cx="0" cy="324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6" name="Connector 35"/>
          <p:cNvCxnSpPr/>
          <p:nvPr/>
        </p:nvCxnSpPr>
        <p:spPr>
          <a:xfrm flipV="1">
            <a:off x="5616000" y="651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7" name="Connector 36"/>
          <p:cNvCxnSpPr/>
          <p:nvPr/>
        </p:nvCxnSpPr>
        <p:spPr>
          <a:xfrm flipV="1">
            <a:off x="5616000" y="32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8" name="TextBox 37"/>
          <p:cNvSpPr txBox="1"/>
          <p:nvPr/>
        </p:nvSpPr>
        <p:spPr>
          <a:xfrm>
            <a:off x="5220000" y="493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900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0000" y="2916000"/>
            <a:ext cx="3600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02  FRONT ELEVATION</a:t>
            </a:r>
          </a:p>
        </p:txBody>
      </p:sp>
      <p:sp>
        <p:nvSpPr>
          <p:cNvPr id="40" name="GEOM:counter-section"/>
          <p:cNvSpPr/>
          <p:nvPr/>
        </p:nvSpPr>
        <p:spPr>
          <a:xfrm>
            <a:off x="11700000" y="3312000"/>
            <a:ext cx="1620000" cy="3240000"/>
          </a:xfrm>
          <a:prstGeom prst="rect">
            <a:avLst/>
          </a:prstGeom>
          <a:noFill/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700000" y="3312000"/>
            <a:ext cx="1620000" cy="72000"/>
          </a:xfrm>
          <a:prstGeom prst="rect">
            <a:avLst/>
          </a:prstGeom>
          <a:solidFill>
            <a:srgbClr val="E8E1D5"/>
          </a:solidFill>
          <a:ln w="8890">
            <a:solidFill>
              <a:srgbClr val="A44338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11772000" y="6012000"/>
            <a:ext cx="1368000" cy="0"/>
          </a:xfrm>
          <a:prstGeom prst="line">
            <a:avLst/>
          </a:prstGeom>
          <a:ln w="7620">
            <a:solidFill>
              <a:srgbClr val="A44338"/>
            </a:solidFill>
            <a:prstDash val="dash"/>
          </a:ln>
          <a:effectLst/>
        </p:spPr>
      </p:cxnSp>
      <p:cxnSp>
        <p:nvCxnSpPr>
          <p:cNvPr id="43" name="Connector 42"/>
          <p:cNvCxnSpPr/>
          <p:nvPr/>
        </p:nvCxnSpPr>
        <p:spPr>
          <a:xfrm>
            <a:off x="11772000" y="4932000"/>
            <a:ext cx="1368000" cy="0"/>
          </a:xfrm>
          <a:prstGeom prst="line">
            <a:avLst/>
          </a:prstGeom>
          <a:ln w="7620">
            <a:solidFill>
              <a:srgbClr val="A44338"/>
            </a:solidFill>
            <a:prstDash val="dash"/>
          </a:ln>
          <a:effectLst/>
        </p:spPr>
      </p:cxnSp>
      <p:cxnSp>
        <p:nvCxnSpPr>
          <p:cNvPr id="44" name="Connector 43"/>
          <p:cNvCxnSpPr/>
          <p:nvPr/>
        </p:nvCxnSpPr>
        <p:spPr>
          <a:xfrm>
            <a:off x="11772000" y="4032000"/>
            <a:ext cx="1368000" cy="0"/>
          </a:xfrm>
          <a:prstGeom prst="line">
            <a:avLst/>
          </a:prstGeom>
          <a:ln w="7620">
            <a:solidFill>
              <a:srgbClr val="A44338"/>
            </a:solidFill>
            <a:prstDash val="dash"/>
          </a:ln>
          <a:effectLst/>
        </p:spPr>
      </p:cxnSp>
      <p:cxnSp>
        <p:nvCxnSpPr>
          <p:cNvPr id="45" name="Connector 44"/>
          <p:cNvCxnSpPr/>
          <p:nvPr/>
        </p:nvCxnSpPr>
        <p:spPr>
          <a:xfrm flipV="1">
            <a:off x="13140000" y="3384000"/>
            <a:ext cx="0" cy="2628000"/>
          </a:xfrm>
          <a:prstGeom prst="line">
            <a:avLst/>
          </a:prstGeom>
          <a:ln w="7620">
            <a:solidFill>
              <a:srgbClr val="A44338"/>
            </a:solidFill>
            <a:prstDash val="dash"/>
          </a:ln>
          <a:effectLst/>
        </p:spPr>
      </p:cxnSp>
      <p:cxnSp>
        <p:nvCxnSpPr>
          <p:cNvPr id="46" name="Connector 45"/>
          <p:cNvCxnSpPr/>
          <p:nvPr/>
        </p:nvCxnSpPr>
        <p:spPr>
          <a:xfrm>
            <a:off x="11700000" y="655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7" name="Connector 46"/>
          <p:cNvCxnSpPr/>
          <p:nvPr/>
        </p:nvCxnSpPr>
        <p:spPr>
          <a:xfrm>
            <a:off x="13320000" y="655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8" name="Connector 47"/>
          <p:cNvCxnSpPr/>
          <p:nvPr/>
        </p:nvCxnSpPr>
        <p:spPr>
          <a:xfrm>
            <a:off x="11700000" y="6840000"/>
            <a:ext cx="162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9" name="Connector 48"/>
          <p:cNvCxnSpPr/>
          <p:nvPr/>
        </p:nvCxnSpPr>
        <p:spPr>
          <a:xfrm flipV="1">
            <a:off x="11664000" y="680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0" name="Connector 49"/>
          <p:cNvCxnSpPr/>
          <p:nvPr/>
        </p:nvCxnSpPr>
        <p:spPr>
          <a:xfrm flipV="1">
            <a:off x="13284000" y="680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51" name="TextBox 50"/>
          <p:cNvSpPr txBox="1"/>
          <p:nvPr/>
        </p:nvSpPr>
        <p:spPr>
          <a:xfrm>
            <a:off x="11970000" y="666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450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520000" y="2916000"/>
            <a:ext cx="3240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03  SECTION</a:t>
            </a:r>
          </a:p>
        </p:txBody>
      </p:sp>
      <p:sp>
        <p:nvSpPr>
          <p:cNvPr id="53" name="Freeform 52"/>
          <p:cNvSpPr/>
          <p:nvPr/>
        </p:nvSpPr>
        <p:spPr>
          <a:xfrm>
            <a:off x="676800" y="7804800"/>
            <a:ext cx="13766400" cy="1454400"/>
          </a:xfrm>
          <a:custGeom>
            <a:avLst/>
            <a:gdLst/>
            <a:ahLst/>
            <a:cxnLst/>
            <a:rect l="l" t="t" r="r" b="b"/>
            <a:pathLst>
              <a:path w="13766400" h="1454400">
                <a:moveTo>
                  <a:pt x="43200" y="43200"/>
                </a:moveTo>
                <a:lnTo>
                  <a:pt x="65700" y="26668"/>
                </a:lnTo>
                <a:lnTo>
                  <a:pt x="88200" y="12652"/>
                </a:lnTo>
                <a:lnTo>
                  <a:pt x="110700" y="3288"/>
                </a:lnTo>
                <a:lnTo>
                  <a:pt x="133200" y="0"/>
                </a:lnTo>
                <a:lnTo>
                  <a:pt x="155700" y="3288"/>
                </a:lnTo>
                <a:lnTo>
                  <a:pt x="178200" y="12652"/>
                </a:lnTo>
                <a:lnTo>
                  <a:pt x="200700" y="26668"/>
                </a:lnTo>
                <a:lnTo>
                  <a:pt x="223200" y="43200"/>
                </a:lnTo>
                <a:lnTo>
                  <a:pt x="223200" y="43200"/>
                </a:lnTo>
                <a:lnTo>
                  <a:pt x="245700" y="26668"/>
                </a:lnTo>
                <a:lnTo>
                  <a:pt x="268200" y="12652"/>
                </a:lnTo>
                <a:lnTo>
                  <a:pt x="290700" y="3288"/>
                </a:lnTo>
                <a:lnTo>
                  <a:pt x="313200" y="0"/>
                </a:lnTo>
                <a:lnTo>
                  <a:pt x="335700" y="3288"/>
                </a:lnTo>
                <a:lnTo>
                  <a:pt x="358200" y="12652"/>
                </a:lnTo>
                <a:lnTo>
                  <a:pt x="380700" y="26668"/>
                </a:lnTo>
                <a:lnTo>
                  <a:pt x="403200" y="43200"/>
                </a:lnTo>
                <a:lnTo>
                  <a:pt x="403200" y="43200"/>
                </a:lnTo>
                <a:lnTo>
                  <a:pt x="425700" y="26668"/>
                </a:lnTo>
                <a:lnTo>
                  <a:pt x="448200" y="12652"/>
                </a:lnTo>
                <a:lnTo>
                  <a:pt x="470700" y="3288"/>
                </a:lnTo>
                <a:lnTo>
                  <a:pt x="493200" y="0"/>
                </a:lnTo>
                <a:lnTo>
                  <a:pt x="515700" y="3288"/>
                </a:lnTo>
                <a:lnTo>
                  <a:pt x="538200" y="12652"/>
                </a:lnTo>
                <a:lnTo>
                  <a:pt x="560700" y="26668"/>
                </a:lnTo>
                <a:lnTo>
                  <a:pt x="583200" y="43200"/>
                </a:lnTo>
                <a:lnTo>
                  <a:pt x="583200" y="43200"/>
                </a:lnTo>
                <a:lnTo>
                  <a:pt x="605700" y="26668"/>
                </a:lnTo>
                <a:lnTo>
                  <a:pt x="628200" y="12652"/>
                </a:lnTo>
                <a:lnTo>
                  <a:pt x="650700" y="3288"/>
                </a:lnTo>
                <a:lnTo>
                  <a:pt x="673200" y="0"/>
                </a:lnTo>
                <a:lnTo>
                  <a:pt x="695700" y="3288"/>
                </a:lnTo>
                <a:lnTo>
                  <a:pt x="718200" y="12652"/>
                </a:lnTo>
                <a:lnTo>
                  <a:pt x="740700" y="26668"/>
                </a:lnTo>
                <a:lnTo>
                  <a:pt x="763200" y="43200"/>
                </a:lnTo>
                <a:lnTo>
                  <a:pt x="763200" y="43200"/>
                </a:lnTo>
                <a:lnTo>
                  <a:pt x="785700" y="26668"/>
                </a:lnTo>
                <a:lnTo>
                  <a:pt x="808200" y="12652"/>
                </a:lnTo>
                <a:lnTo>
                  <a:pt x="830700" y="3288"/>
                </a:lnTo>
                <a:lnTo>
                  <a:pt x="853200" y="0"/>
                </a:lnTo>
                <a:lnTo>
                  <a:pt x="875700" y="3288"/>
                </a:lnTo>
                <a:lnTo>
                  <a:pt x="898200" y="12652"/>
                </a:lnTo>
                <a:lnTo>
                  <a:pt x="920700" y="26668"/>
                </a:lnTo>
                <a:lnTo>
                  <a:pt x="943200" y="43200"/>
                </a:lnTo>
                <a:lnTo>
                  <a:pt x="943200" y="43200"/>
                </a:lnTo>
                <a:lnTo>
                  <a:pt x="965700" y="26668"/>
                </a:lnTo>
                <a:lnTo>
                  <a:pt x="988200" y="12652"/>
                </a:lnTo>
                <a:lnTo>
                  <a:pt x="1010700" y="3288"/>
                </a:lnTo>
                <a:lnTo>
                  <a:pt x="1033200" y="0"/>
                </a:lnTo>
                <a:lnTo>
                  <a:pt x="1055700" y="3288"/>
                </a:lnTo>
                <a:lnTo>
                  <a:pt x="1078200" y="12652"/>
                </a:lnTo>
                <a:lnTo>
                  <a:pt x="1100700" y="26668"/>
                </a:lnTo>
                <a:lnTo>
                  <a:pt x="1123200" y="43200"/>
                </a:lnTo>
                <a:lnTo>
                  <a:pt x="1123200" y="43200"/>
                </a:lnTo>
                <a:lnTo>
                  <a:pt x="1145700" y="26668"/>
                </a:lnTo>
                <a:lnTo>
                  <a:pt x="1168200" y="12652"/>
                </a:lnTo>
                <a:lnTo>
                  <a:pt x="1190700" y="3288"/>
                </a:lnTo>
                <a:lnTo>
                  <a:pt x="1213200" y="0"/>
                </a:lnTo>
                <a:lnTo>
                  <a:pt x="1235700" y="3288"/>
                </a:lnTo>
                <a:lnTo>
                  <a:pt x="1258200" y="12652"/>
                </a:lnTo>
                <a:lnTo>
                  <a:pt x="1280700" y="26668"/>
                </a:lnTo>
                <a:lnTo>
                  <a:pt x="1303200" y="43200"/>
                </a:lnTo>
                <a:lnTo>
                  <a:pt x="1303200" y="43200"/>
                </a:lnTo>
                <a:lnTo>
                  <a:pt x="1325700" y="26668"/>
                </a:lnTo>
                <a:lnTo>
                  <a:pt x="1348200" y="12652"/>
                </a:lnTo>
                <a:lnTo>
                  <a:pt x="1370700" y="3288"/>
                </a:lnTo>
                <a:lnTo>
                  <a:pt x="1393200" y="0"/>
                </a:lnTo>
                <a:lnTo>
                  <a:pt x="1415700" y="3288"/>
                </a:lnTo>
                <a:lnTo>
                  <a:pt x="1438200" y="12652"/>
                </a:lnTo>
                <a:lnTo>
                  <a:pt x="1460700" y="26668"/>
                </a:lnTo>
                <a:lnTo>
                  <a:pt x="1483200" y="43200"/>
                </a:lnTo>
                <a:lnTo>
                  <a:pt x="1483200" y="43200"/>
                </a:lnTo>
                <a:lnTo>
                  <a:pt x="1505700" y="26668"/>
                </a:lnTo>
                <a:lnTo>
                  <a:pt x="1528200" y="12652"/>
                </a:lnTo>
                <a:lnTo>
                  <a:pt x="1550700" y="3288"/>
                </a:lnTo>
                <a:lnTo>
                  <a:pt x="1573200" y="0"/>
                </a:lnTo>
                <a:lnTo>
                  <a:pt x="1595700" y="3288"/>
                </a:lnTo>
                <a:lnTo>
                  <a:pt x="1618200" y="12652"/>
                </a:lnTo>
                <a:lnTo>
                  <a:pt x="1640700" y="26668"/>
                </a:lnTo>
                <a:lnTo>
                  <a:pt x="1663200" y="43200"/>
                </a:lnTo>
                <a:lnTo>
                  <a:pt x="1663200" y="43200"/>
                </a:lnTo>
                <a:lnTo>
                  <a:pt x="1685700" y="26668"/>
                </a:lnTo>
                <a:lnTo>
                  <a:pt x="1708200" y="12652"/>
                </a:lnTo>
                <a:lnTo>
                  <a:pt x="1730700" y="3288"/>
                </a:lnTo>
                <a:lnTo>
                  <a:pt x="1753200" y="0"/>
                </a:lnTo>
                <a:lnTo>
                  <a:pt x="1775700" y="3288"/>
                </a:lnTo>
                <a:lnTo>
                  <a:pt x="1798200" y="12652"/>
                </a:lnTo>
                <a:lnTo>
                  <a:pt x="1820700" y="26668"/>
                </a:lnTo>
                <a:lnTo>
                  <a:pt x="1843200" y="43200"/>
                </a:lnTo>
                <a:lnTo>
                  <a:pt x="1843200" y="43200"/>
                </a:lnTo>
                <a:lnTo>
                  <a:pt x="1865700" y="26668"/>
                </a:lnTo>
                <a:lnTo>
                  <a:pt x="1888200" y="12652"/>
                </a:lnTo>
                <a:lnTo>
                  <a:pt x="1910700" y="3288"/>
                </a:lnTo>
                <a:lnTo>
                  <a:pt x="1933200" y="0"/>
                </a:lnTo>
                <a:lnTo>
                  <a:pt x="1955700" y="3288"/>
                </a:lnTo>
                <a:lnTo>
                  <a:pt x="1978200" y="12652"/>
                </a:lnTo>
                <a:lnTo>
                  <a:pt x="2000700" y="26668"/>
                </a:lnTo>
                <a:lnTo>
                  <a:pt x="2023200" y="43200"/>
                </a:lnTo>
                <a:lnTo>
                  <a:pt x="2023200" y="43200"/>
                </a:lnTo>
                <a:lnTo>
                  <a:pt x="2045700" y="26668"/>
                </a:lnTo>
                <a:lnTo>
                  <a:pt x="2068200" y="12652"/>
                </a:lnTo>
                <a:lnTo>
                  <a:pt x="2090700" y="3288"/>
                </a:lnTo>
                <a:lnTo>
                  <a:pt x="2113200" y="0"/>
                </a:lnTo>
                <a:lnTo>
                  <a:pt x="2135700" y="3288"/>
                </a:lnTo>
                <a:lnTo>
                  <a:pt x="2158200" y="12652"/>
                </a:lnTo>
                <a:lnTo>
                  <a:pt x="2180700" y="26668"/>
                </a:lnTo>
                <a:lnTo>
                  <a:pt x="2203200" y="43200"/>
                </a:lnTo>
                <a:lnTo>
                  <a:pt x="2203200" y="43200"/>
                </a:lnTo>
                <a:lnTo>
                  <a:pt x="2225700" y="26668"/>
                </a:lnTo>
                <a:lnTo>
                  <a:pt x="2248200" y="12652"/>
                </a:lnTo>
                <a:lnTo>
                  <a:pt x="2270700" y="3288"/>
                </a:lnTo>
                <a:lnTo>
                  <a:pt x="2293200" y="0"/>
                </a:lnTo>
                <a:lnTo>
                  <a:pt x="2315700" y="3288"/>
                </a:lnTo>
                <a:lnTo>
                  <a:pt x="2338200" y="12652"/>
                </a:lnTo>
                <a:lnTo>
                  <a:pt x="2360700" y="26668"/>
                </a:lnTo>
                <a:lnTo>
                  <a:pt x="2383200" y="43200"/>
                </a:lnTo>
                <a:lnTo>
                  <a:pt x="2383200" y="43200"/>
                </a:lnTo>
                <a:lnTo>
                  <a:pt x="2405700" y="26668"/>
                </a:lnTo>
                <a:lnTo>
                  <a:pt x="2428200" y="12652"/>
                </a:lnTo>
                <a:lnTo>
                  <a:pt x="2450700" y="3288"/>
                </a:lnTo>
                <a:lnTo>
                  <a:pt x="2473200" y="0"/>
                </a:lnTo>
                <a:lnTo>
                  <a:pt x="2495700" y="3288"/>
                </a:lnTo>
                <a:lnTo>
                  <a:pt x="2518200" y="12652"/>
                </a:lnTo>
                <a:lnTo>
                  <a:pt x="2540700" y="26668"/>
                </a:lnTo>
                <a:lnTo>
                  <a:pt x="2563200" y="43200"/>
                </a:lnTo>
                <a:lnTo>
                  <a:pt x="2563200" y="43200"/>
                </a:lnTo>
                <a:lnTo>
                  <a:pt x="2585700" y="26668"/>
                </a:lnTo>
                <a:lnTo>
                  <a:pt x="2608200" y="12652"/>
                </a:lnTo>
                <a:lnTo>
                  <a:pt x="2630700" y="3288"/>
                </a:lnTo>
                <a:lnTo>
                  <a:pt x="2653200" y="0"/>
                </a:lnTo>
                <a:lnTo>
                  <a:pt x="2675700" y="3288"/>
                </a:lnTo>
                <a:lnTo>
                  <a:pt x="2698200" y="12652"/>
                </a:lnTo>
                <a:lnTo>
                  <a:pt x="2720700" y="26668"/>
                </a:lnTo>
                <a:lnTo>
                  <a:pt x="2743200" y="43200"/>
                </a:lnTo>
                <a:lnTo>
                  <a:pt x="2743200" y="43200"/>
                </a:lnTo>
                <a:lnTo>
                  <a:pt x="2765700" y="26668"/>
                </a:lnTo>
                <a:lnTo>
                  <a:pt x="2788200" y="12652"/>
                </a:lnTo>
                <a:lnTo>
                  <a:pt x="2810700" y="3288"/>
                </a:lnTo>
                <a:lnTo>
                  <a:pt x="2833200" y="0"/>
                </a:lnTo>
                <a:lnTo>
                  <a:pt x="2855700" y="3288"/>
                </a:lnTo>
                <a:lnTo>
                  <a:pt x="2878200" y="12652"/>
                </a:lnTo>
                <a:lnTo>
                  <a:pt x="2900700" y="26668"/>
                </a:lnTo>
                <a:lnTo>
                  <a:pt x="2923200" y="43200"/>
                </a:lnTo>
                <a:lnTo>
                  <a:pt x="2923200" y="43200"/>
                </a:lnTo>
                <a:lnTo>
                  <a:pt x="2945700" y="26668"/>
                </a:lnTo>
                <a:lnTo>
                  <a:pt x="2968200" y="12652"/>
                </a:lnTo>
                <a:lnTo>
                  <a:pt x="2990700" y="3288"/>
                </a:lnTo>
                <a:lnTo>
                  <a:pt x="3013200" y="0"/>
                </a:lnTo>
                <a:lnTo>
                  <a:pt x="3035700" y="3288"/>
                </a:lnTo>
                <a:lnTo>
                  <a:pt x="3058200" y="12652"/>
                </a:lnTo>
                <a:lnTo>
                  <a:pt x="3080700" y="26668"/>
                </a:lnTo>
                <a:lnTo>
                  <a:pt x="3103200" y="43200"/>
                </a:lnTo>
                <a:lnTo>
                  <a:pt x="3103200" y="43200"/>
                </a:lnTo>
                <a:lnTo>
                  <a:pt x="3125700" y="26668"/>
                </a:lnTo>
                <a:lnTo>
                  <a:pt x="3148200" y="12652"/>
                </a:lnTo>
                <a:lnTo>
                  <a:pt x="3170700" y="3288"/>
                </a:lnTo>
                <a:lnTo>
                  <a:pt x="3193200" y="0"/>
                </a:lnTo>
                <a:lnTo>
                  <a:pt x="3215700" y="3288"/>
                </a:lnTo>
                <a:lnTo>
                  <a:pt x="3238200" y="12652"/>
                </a:lnTo>
                <a:lnTo>
                  <a:pt x="3260700" y="26668"/>
                </a:lnTo>
                <a:lnTo>
                  <a:pt x="3283200" y="43200"/>
                </a:lnTo>
                <a:lnTo>
                  <a:pt x="3283200" y="43200"/>
                </a:lnTo>
                <a:lnTo>
                  <a:pt x="3305700" y="26668"/>
                </a:lnTo>
                <a:lnTo>
                  <a:pt x="3328200" y="12652"/>
                </a:lnTo>
                <a:lnTo>
                  <a:pt x="3350700" y="3288"/>
                </a:lnTo>
                <a:lnTo>
                  <a:pt x="3373200" y="0"/>
                </a:lnTo>
                <a:lnTo>
                  <a:pt x="3395700" y="3288"/>
                </a:lnTo>
                <a:lnTo>
                  <a:pt x="3418200" y="12652"/>
                </a:lnTo>
                <a:lnTo>
                  <a:pt x="3440700" y="26668"/>
                </a:lnTo>
                <a:lnTo>
                  <a:pt x="3463200" y="43200"/>
                </a:lnTo>
                <a:lnTo>
                  <a:pt x="3463200" y="43200"/>
                </a:lnTo>
                <a:lnTo>
                  <a:pt x="3485700" y="26668"/>
                </a:lnTo>
                <a:lnTo>
                  <a:pt x="3508200" y="12652"/>
                </a:lnTo>
                <a:lnTo>
                  <a:pt x="3530699" y="3288"/>
                </a:lnTo>
                <a:lnTo>
                  <a:pt x="3553200" y="0"/>
                </a:lnTo>
                <a:lnTo>
                  <a:pt x="3575700" y="3288"/>
                </a:lnTo>
                <a:lnTo>
                  <a:pt x="3598200" y="12652"/>
                </a:lnTo>
                <a:lnTo>
                  <a:pt x="3620700" y="26668"/>
                </a:lnTo>
                <a:lnTo>
                  <a:pt x="3643200" y="43200"/>
                </a:lnTo>
                <a:lnTo>
                  <a:pt x="3643200" y="43200"/>
                </a:lnTo>
                <a:lnTo>
                  <a:pt x="3665699" y="26668"/>
                </a:lnTo>
                <a:lnTo>
                  <a:pt x="3688200" y="12652"/>
                </a:lnTo>
                <a:lnTo>
                  <a:pt x="3710700" y="3288"/>
                </a:lnTo>
                <a:lnTo>
                  <a:pt x="3733200" y="0"/>
                </a:lnTo>
                <a:lnTo>
                  <a:pt x="3755700" y="3288"/>
                </a:lnTo>
                <a:lnTo>
                  <a:pt x="3778200" y="12652"/>
                </a:lnTo>
                <a:lnTo>
                  <a:pt x="3800699" y="26668"/>
                </a:lnTo>
                <a:lnTo>
                  <a:pt x="3823200" y="43200"/>
                </a:lnTo>
                <a:lnTo>
                  <a:pt x="3823200" y="43200"/>
                </a:lnTo>
                <a:lnTo>
                  <a:pt x="3845700" y="26668"/>
                </a:lnTo>
                <a:lnTo>
                  <a:pt x="3868200" y="12652"/>
                </a:lnTo>
                <a:lnTo>
                  <a:pt x="3890700" y="3288"/>
                </a:lnTo>
                <a:lnTo>
                  <a:pt x="3913200" y="0"/>
                </a:lnTo>
                <a:lnTo>
                  <a:pt x="3935700" y="3288"/>
                </a:lnTo>
                <a:lnTo>
                  <a:pt x="3958200" y="12652"/>
                </a:lnTo>
                <a:lnTo>
                  <a:pt x="3980700" y="26668"/>
                </a:lnTo>
                <a:lnTo>
                  <a:pt x="4003200" y="43200"/>
                </a:lnTo>
                <a:lnTo>
                  <a:pt x="4003200" y="43200"/>
                </a:lnTo>
                <a:lnTo>
                  <a:pt x="4025700" y="26668"/>
                </a:lnTo>
                <a:lnTo>
                  <a:pt x="4048200" y="12652"/>
                </a:lnTo>
                <a:lnTo>
                  <a:pt x="4070700" y="3288"/>
                </a:lnTo>
                <a:lnTo>
                  <a:pt x="4093200" y="0"/>
                </a:lnTo>
                <a:lnTo>
                  <a:pt x="4115700" y="3288"/>
                </a:lnTo>
                <a:lnTo>
                  <a:pt x="4138200" y="12652"/>
                </a:lnTo>
                <a:lnTo>
                  <a:pt x="4160700" y="26668"/>
                </a:lnTo>
                <a:lnTo>
                  <a:pt x="4183200" y="43200"/>
                </a:lnTo>
                <a:lnTo>
                  <a:pt x="4183200" y="43200"/>
                </a:lnTo>
                <a:lnTo>
                  <a:pt x="4205700" y="26668"/>
                </a:lnTo>
                <a:lnTo>
                  <a:pt x="4228200" y="12652"/>
                </a:lnTo>
                <a:lnTo>
                  <a:pt x="4250700" y="3288"/>
                </a:lnTo>
                <a:lnTo>
                  <a:pt x="4273200" y="0"/>
                </a:lnTo>
                <a:lnTo>
                  <a:pt x="4295700" y="3288"/>
                </a:lnTo>
                <a:lnTo>
                  <a:pt x="4318200" y="12652"/>
                </a:lnTo>
                <a:lnTo>
                  <a:pt x="4340700" y="26668"/>
                </a:lnTo>
                <a:lnTo>
                  <a:pt x="4363200" y="43200"/>
                </a:lnTo>
                <a:lnTo>
                  <a:pt x="4363200" y="43200"/>
                </a:lnTo>
                <a:lnTo>
                  <a:pt x="4385700" y="26668"/>
                </a:lnTo>
                <a:lnTo>
                  <a:pt x="4408200" y="12652"/>
                </a:lnTo>
                <a:lnTo>
                  <a:pt x="4430700" y="3288"/>
                </a:lnTo>
                <a:lnTo>
                  <a:pt x="4453200" y="0"/>
                </a:lnTo>
                <a:lnTo>
                  <a:pt x="4475700" y="3288"/>
                </a:lnTo>
                <a:lnTo>
                  <a:pt x="4498200" y="12652"/>
                </a:lnTo>
                <a:lnTo>
                  <a:pt x="4520700" y="26668"/>
                </a:lnTo>
                <a:lnTo>
                  <a:pt x="4543200" y="43200"/>
                </a:lnTo>
                <a:lnTo>
                  <a:pt x="4543200" y="43200"/>
                </a:lnTo>
                <a:lnTo>
                  <a:pt x="4565700" y="26668"/>
                </a:lnTo>
                <a:lnTo>
                  <a:pt x="4588200" y="12652"/>
                </a:lnTo>
                <a:lnTo>
                  <a:pt x="4610700" y="3288"/>
                </a:lnTo>
                <a:lnTo>
                  <a:pt x="4633200" y="0"/>
                </a:lnTo>
                <a:lnTo>
                  <a:pt x="4655700" y="3288"/>
                </a:lnTo>
                <a:lnTo>
                  <a:pt x="4678200" y="12652"/>
                </a:lnTo>
                <a:lnTo>
                  <a:pt x="4700700" y="26668"/>
                </a:lnTo>
                <a:lnTo>
                  <a:pt x="4723200" y="43200"/>
                </a:lnTo>
                <a:lnTo>
                  <a:pt x="4723200" y="43200"/>
                </a:lnTo>
                <a:lnTo>
                  <a:pt x="4745700" y="26668"/>
                </a:lnTo>
                <a:lnTo>
                  <a:pt x="4768200" y="12652"/>
                </a:lnTo>
                <a:lnTo>
                  <a:pt x="4790700" y="3288"/>
                </a:lnTo>
                <a:lnTo>
                  <a:pt x="4813200" y="0"/>
                </a:lnTo>
                <a:lnTo>
                  <a:pt x="4835700" y="3288"/>
                </a:lnTo>
                <a:lnTo>
                  <a:pt x="4858200" y="12652"/>
                </a:lnTo>
                <a:lnTo>
                  <a:pt x="4880700" y="26668"/>
                </a:lnTo>
                <a:lnTo>
                  <a:pt x="4903200" y="43200"/>
                </a:lnTo>
                <a:lnTo>
                  <a:pt x="4903200" y="43200"/>
                </a:lnTo>
                <a:lnTo>
                  <a:pt x="4925700" y="26668"/>
                </a:lnTo>
                <a:lnTo>
                  <a:pt x="4948200" y="12652"/>
                </a:lnTo>
                <a:lnTo>
                  <a:pt x="4970700" y="3288"/>
                </a:lnTo>
                <a:lnTo>
                  <a:pt x="4993200" y="0"/>
                </a:lnTo>
                <a:lnTo>
                  <a:pt x="5015700" y="3288"/>
                </a:lnTo>
                <a:lnTo>
                  <a:pt x="5038200" y="12652"/>
                </a:lnTo>
                <a:lnTo>
                  <a:pt x="5060700" y="26668"/>
                </a:lnTo>
                <a:lnTo>
                  <a:pt x="5083200" y="43200"/>
                </a:lnTo>
                <a:lnTo>
                  <a:pt x="5083200" y="43200"/>
                </a:lnTo>
                <a:lnTo>
                  <a:pt x="5105700" y="26668"/>
                </a:lnTo>
                <a:lnTo>
                  <a:pt x="5128200" y="12652"/>
                </a:lnTo>
                <a:lnTo>
                  <a:pt x="5150700" y="3288"/>
                </a:lnTo>
                <a:lnTo>
                  <a:pt x="5173200" y="0"/>
                </a:lnTo>
                <a:lnTo>
                  <a:pt x="5195700" y="3288"/>
                </a:lnTo>
                <a:lnTo>
                  <a:pt x="5218200" y="12652"/>
                </a:lnTo>
                <a:lnTo>
                  <a:pt x="5240700" y="26668"/>
                </a:lnTo>
                <a:lnTo>
                  <a:pt x="5263200" y="43200"/>
                </a:lnTo>
                <a:lnTo>
                  <a:pt x="5263200" y="43200"/>
                </a:lnTo>
                <a:lnTo>
                  <a:pt x="5285700" y="26668"/>
                </a:lnTo>
                <a:lnTo>
                  <a:pt x="5308200" y="12652"/>
                </a:lnTo>
                <a:lnTo>
                  <a:pt x="5330700" y="3288"/>
                </a:lnTo>
                <a:lnTo>
                  <a:pt x="5353200" y="0"/>
                </a:lnTo>
                <a:lnTo>
                  <a:pt x="5375700" y="3288"/>
                </a:lnTo>
                <a:lnTo>
                  <a:pt x="5398200" y="12652"/>
                </a:lnTo>
                <a:lnTo>
                  <a:pt x="5420700" y="26668"/>
                </a:lnTo>
                <a:lnTo>
                  <a:pt x="5443200" y="43200"/>
                </a:lnTo>
                <a:lnTo>
                  <a:pt x="5443200" y="43200"/>
                </a:lnTo>
                <a:lnTo>
                  <a:pt x="5465700" y="26668"/>
                </a:lnTo>
                <a:lnTo>
                  <a:pt x="5488200" y="12652"/>
                </a:lnTo>
                <a:lnTo>
                  <a:pt x="5510700" y="3288"/>
                </a:lnTo>
                <a:lnTo>
                  <a:pt x="5533200" y="0"/>
                </a:lnTo>
                <a:lnTo>
                  <a:pt x="5555700" y="3288"/>
                </a:lnTo>
                <a:lnTo>
                  <a:pt x="5578200" y="12652"/>
                </a:lnTo>
                <a:lnTo>
                  <a:pt x="5600700" y="26668"/>
                </a:lnTo>
                <a:lnTo>
                  <a:pt x="5623200" y="43200"/>
                </a:lnTo>
                <a:lnTo>
                  <a:pt x="5623200" y="43200"/>
                </a:lnTo>
                <a:lnTo>
                  <a:pt x="5645700" y="26668"/>
                </a:lnTo>
                <a:lnTo>
                  <a:pt x="5668200" y="12652"/>
                </a:lnTo>
                <a:lnTo>
                  <a:pt x="5690700" y="3288"/>
                </a:lnTo>
                <a:lnTo>
                  <a:pt x="5713200" y="0"/>
                </a:lnTo>
                <a:lnTo>
                  <a:pt x="5735700" y="3288"/>
                </a:lnTo>
                <a:lnTo>
                  <a:pt x="5758200" y="12652"/>
                </a:lnTo>
                <a:lnTo>
                  <a:pt x="5780700" y="26668"/>
                </a:lnTo>
                <a:lnTo>
                  <a:pt x="5803200" y="43200"/>
                </a:lnTo>
                <a:lnTo>
                  <a:pt x="5803200" y="43200"/>
                </a:lnTo>
                <a:lnTo>
                  <a:pt x="5825700" y="26668"/>
                </a:lnTo>
                <a:lnTo>
                  <a:pt x="5848200" y="12652"/>
                </a:lnTo>
                <a:lnTo>
                  <a:pt x="5870700" y="3288"/>
                </a:lnTo>
                <a:lnTo>
                  <a:pt x="5893200" y="0"/>
                </a:lnTo>
                <a:lnTo>
                  <a:pt x="5915700" y="3288"/>
                </a:lnTo>
                <a:lnTo>
                  <a:pt x="5938200" y="12652"/>
                </a:lnTo>
                <a:lnTo>
                  <a:pt x="5960700" y="26668"/>
                </a:lnTo>
                <a:lnTo>
                  <a:pt x="5983200" y="43200"/>
                </a:lnTo>
                <a:lnTo>
                  <a:pt x="5983200" y="43200"/>
                </a:lnTo>
                <a:lnTo>
                  <a:pt x="6005700" y="26668"/>
                </a:lnTo>
                <a:lnTo>
                  <a:pt x="6028200" y="12652"/>
                </a:lnTo>
                <a:lnTo>
                  <a:pt x="6050700" y="3288"/>
                </a:lnTo>
                <a:lnTo>
                  <a:pt x="6073200" y="0"/>
                </a:lnTo>
                <a:lnTo>
                  <a:pt x="6095700" y="3288"/>
                </a:lnTo>
                <a:lnTo>
                  <a:pt x="6118200" y="12652"/>
                </a:lnTo>
                <a:lnTo>
                  <a:pt x="6140700" y="26668"/>
                </a:lnTo>
                <a:lnTo>
                  <a:pt x="6163200" y="43200"/>
                </a:lnTo>
                <a:lnTo>
                  <a:pt x="6163200" y="43200"/>
                </a:lnTo>
                <a:lnTo>
                  <a:pt x="6185700" y="26668"/>
                </a:lnTo>
                <a:lnTo>
                  <a:pt x="6208200" y="12652"/>
                </a:lnTo>
                <a:lnTo>
                  <a:pt x="6230700" y="3288"/>
                </a:lnTo>
                <a:lnTo>
                  <a:pt x="6253200" y="0"/>
                </a:lnTo>
                <a:lnTo>
                  <a:pt x="6275700" y="3288"/>
                </a:lnTo>
                <a:lnTo>
                  <a:pt x="6298200" y="12652"/>
                </a:lnTo>
                <a:lnTo>
                  <a:pt x="6320700" y="26668"/>
                </a:lnTo>
                <a:lnTo>
                  <a:pt x="6343200" y="43200"/>
                </a:lnTo>
                <a:lnTo>
                  <a:pt x="6343200" y="43200"/>
                </a:lnTo>
                <a:lnTo>
                  <a:pt x="6365700" y="26668"/>
                </a:lnTo>
                <a:lnTo>
                  <a:pt x="6388200" y="12652"/>
                </a:lnTo>
                <a:lnTo>
                  <a:pt x="6410700" y="3288"/>
                </a:lnTo>
                <a:lnTo>
                  <a:pt x="6433200" y="0"/>
                </a:lnTo>
                <a:lnTo>
                  <a:pt x="6455700" y="3288"/>
                </a:lnTo>
                <a:lnTo>
                  <a:pt x="6478200" y="12652"/>
                </a:lnTo>
                <a:lnTo>
                  <a:pt x="6500700" y="26668"/>
                </a:lnTo>
                <a:lnTo>
                  <a:pt x="6523200" y="43200"/>
                </a:lnTo>
                <a:lnTo>
                  <a:pt x="6523200" y="43200"/>
                </a:lnTo>
                <a:lnTo>
                  <a:pt x="6545700" y="26668"/>
                </a:lnTo>
                <a:lnTo>
                  <a:pt x="6568200" y="12652"/>
                </a:lnTo>
                <a:lnTo>
                  <a:pt x="6590700" y="3288"/>
                </a:lnTo>
                <a:lnTo>
                  <a:pt x="6613200" y="0"/>
                </a:lnTo>
                <a:lnTo>
                  <a:pt x="6635700" y="3288"/>
                </a:lnTo>
                <a:lnTo>
                  <a:pt x="6658200" y="12652"/>
                </a:lnTo>
                <a:lnTo>
                  <a:pt x="6680700" y="26668"/>
                </a:lnTo>
                <a:lnTo>
                  <a:pt x="6703200" y="43200"/>
                </a:lnTo>
                <a:lnTo>
                  <a:pt x="6703200" y="43200"/>
                </a:lnTo>
                <a:lnTo>
                  <a:pt x="6725700" y="26668"/>
                </a:lnTo>
                <a:lnTo>
                  <a:pt x="6748200" y="12652"/>
                </a:lnTo>
                <a:lnTo>
                  <a:pt x="6770700" y="3288"/>
                </a:lnTo>
                <a:lnTo>
                  <a:pt x="6793200" y="0"/>
                </a:lnTo>
                <a:lnTo>
                  <a:pt x="6815700" y="3288"/>
                </a:lnTo>
                <a:lnTo>
                  <a:pt x="6838200" y="12652"/>
                </a:lnTo>
                <a:lnTo>
                  <a:pt x="6860700" y="26668"/>
                </a:lnTo>
                <a:lnTo>
                  <a:pt x="6883200" y="43200"/>
                </a:lnTo>
                <a:lnTo>
                  <a:pt x="6883200" y="43200"/>
                </a:lnTo>
                <a:lnTo>
                  <a:pt x="6905700" y="26668"/>
                </a:lnTo>
                <a:lnTo>
                  <a:pt x="6928200" y="12652"/>
                </a:lnTo>
                <a:lnTo>
                  <a:pt x="6950700" y="3288"/>
                </a:lnTo>
                <a:lnTo>
                  <a:pt x="6973200" y="0"/>
                </a:lnTo>
                <a:lnTo>
                  <a:pt x="6995700" y="3288"/>
                </a:lnTo>
                <a:lnTo>
                  <a:pt x="7018199" y="12652"/>
                </a:lnTo>
                <a:lnTo>
                  <a:pt x="7040700" y="26668"/>
                </a:lnTo>
                <a:lnTo>
                  <a:pt x="7063200" y="43200"/>
                </a:lnTo>
                <a:lnTo>
                  <a:pt x="7063200" y="43200"/>
                </a:lnTo>
                <a:lnTo>
                  <a:pt x="7085700" y="26668"/>
                </a:lnTo>
                <a:lnTo>
                  <a:pt x="7108200" y="12652"/>
                </a:lnTo>
                <a:lnTo>
                  <a:pt x="7130699" y="3288"/>
                </a:lnTo>
                <a:lnTo>
                  <a:pt x="7153200" y="0"/>
                </a:lnTo>
                <a:lnTo>
                  <a:pt x="7175700" y="3288"/>
                </a:lnTo>
                <a:lnTo>
                  <a:pt x="7198200" y="12652"/>
                </a:lnTo>
                <a:lnTo>
                  <a:pt x="7220700" y="26668"/>
                </a:lnTo>
                <a:lnTo>
                  <a:pt x="7243200" y="43200"/>
                </a:lnTo>
                <a:lnTo>
                  <a:pt x="7243200" y="43200"/>
                </a:lnTo>
                <a:lnTo>
                  <a:pt x="7265700" y="26668"/>
                </a:lnTo>
                <a:lnTo>
                  <a:pt x="7288199" y="12652"/>
                </a:lnTo>
                <a:lnTo>
                  <a:pt x="7310700" y="3288"/>
                </a:lnTo>
                <a:lnTo>
                  <a:pt x="7333200" y="0"/>
                </a:lnTo>
                <a:lnTo>
                  <a:pt x="7355700" y="3288"/>
                </a:lnTo>
                <a:lnTo>
                  <a:pt x="7378200" y="12652"/>
                </a:lnTo>
                <a:lnTo>
                  <a:pt x="7400700" y="26668"/>
                </a:lnTo>
                <a:lnTo>
                  <a:pt x="7423200" y="43200"/>
                </a:lnTo>
                <a:lnTo>
                  <a:pt x="7423200" y="43200"/>
                </a:lnTo>
                <a:lnTo>
                  <a:pt x="7445699" y="26668"/>
                </a:lnTo>
                <a:lnTo>
                  <a:pt x="7468200" y="12652"/>
                </a:lnTo>
                <a:lnTo>
                  <a:pt x="7490700" y="3288"/>
                </a:lnTo>
                <a:lnTo>
                  <a:pt x="7513200" y="0"/>
                </a:lnTo>
                <a:lnTo>
                  <a:pt x="7535700" y="3288"/>
                </a:lnTo>
                <a:lnTo>
                  <a:pt x="7558199" y="12652"/>
                </a:lnTo>
                <a:lnTo>
                  <a:pt x="7580700" y="26668"/>
                </a:lnTo>
                <a:lnTo>
                  <a:pt x="7603200" y="43200"/>
                </a:lnTo>
                <a:lnTo>
                  <a:pt x="7603200" y="43200"/>
                </a:lnTo>
                <a:lnTo>
                  <a:pt x="7625700" y="26668"/>
                </a:lnTo>
                <a:lnTo>
                  <a:pt x="7648200" y="12652"/>
                </a:lnTo>
                <a:lnTo>
                  <a:pt x="7670700" y="3288"/>
                </a:lnTo>
                <a:lnTo>
                  <a:pt x="7693200" y="0"/>
                </a:lnTo>
                <a:lnTo>
                  <a:pt x="7715699" y="3288"/>
                </a:lnTo>
                <a:lnTo>
                  <a:pt x="7738200" y="12652"/>
                </a:lnTo>
                <a:lnTo>
                  <a:pt x="7760700" y="26668"/>
                </a:lnTo>
                <a:lnTo>
                  <a:pt x="7783200" y="43200"/>
                </a:lnTo>
                <a:lnTo>
                  <a:pt x="7783200" y="43200"/>
                </a:lnTo>
                <a:lnTo>
                  <a:pt x="7805700" y="26668"/>
                </a:lnTo>
                <a:lnTo>
                  <a:pt x="7828200" y="12652"/>
                </a:lnTo>
                <a:lnTo>
                  <a:pt x="7850700" y="3288"/>
                </a:lnTo>
                <a:lnTo>
                  <a:pt x="7873199" y="0"/>
                </a:lnTo>
                <a:lnTo>
                  <a:pt x="7895700" y="3288"/>
                </a:lnTo>
                <a:lnTo>
                  <a:pt x="7918200" y="12652"/>
                </a:lnTo>
                <a:lnTo>
                  <a:pt x="7940700" y="26668"/>
                </a:lnTo>
                <a:lnTo>
                  <a:pt x="7963200" y="43200"/>
                </a:lnTo>
                <a:lnTo>
                  <a:pt x="7963200" y="43200"/>
                </a:lnTo>
                <a:lnTo>
                  <a:pt x="7985699" y="26668"/>
                </a:lnTo>
                <a:lnTo>
                  <a:pt x="8008200" y="12652"/>
                </a:lnTo>
                <a:lnTo>
                  <a:pt x="8030700" y="3288"/>
                </a:lnTo>
                <a:lnTo>
                  <a:pt x="8053200" y="0"/>
                </a:lnTo>
                <a:lnTo>
                  <a:pt x="8075700" y="3288"/>
                </a:lnTo>
                <a:lnTo>
                  <a:pt x="8098200" y="12652"/>
                </a:lnTo>
                <a:lnTo>
                  <a:pt x="8120700" y="26668"/>
                </a:lnTo>
                <a:lnTo>
                  <a:pt x="8143199" y="43200"/>
                </a:lnTo>
                <a:lnTo>
                  <a:pt x="8143199" y="43200"/>
                </a:lnTo>
                <a:lnTo>
                  <a:pt x="8165700" y="26668"/>
                </a:lnTo>
                <a:lnTo>
                  <a:pt x="8188200" y="12652"/>
                </a:lnTo>
                <a:lnTo>
                  <a:pt x="8210700" y="3288"/>
                </a:lnTo>
                <a:lnTo>
                  <a:pt x="8233200" y="0"/>
                </a:lnTo>
                <a:lnTo>
                  <a:pt x="8255700" y="3288"/>
                </a:lnTo>
                <a:lnTo>
                  <a:pt x="8278200" y="12652"/>
                </a:lnTo>
                <a:lnTo>
                  <a:pt x="8300699" y="26668"/>
                </a:lnTo>
                <a:lnTo>
                  <a:pt x="8323200" y="43200"/>
                </a:lnTo>
                <a:lnTo>
                  <a:pt x="8323200" y="43200"/>
                </a:lnTo>
                <a:lnTo>
                  <a:pt x="8345700" y="26668"/>
                </a:lnTo>
                <a:lnTo>
                  <a:pt x="8368200" y="12652"/>
                </a:lnTo>
                <a:lnTo>
                  <a:pt x="8390700" y="3288"/>
                </a:lnTo>
                <a:lnTo>
                  <a:pt x="8413199" y="0"/>
                </a:lnTo>
                <a:lnTo>
                  <a:pt x="8435700" y="3288"/>
                </a:lnTo>
                <a:lnTo>
                  <a:pt x="8458200" y="12652"/>
                </a:lnTo>
                <a:lnTo>
                  <a:pt x="8480700" y="26668"/>
                </a:lnTo>
                <a:lnTo>
                  <a:pt x="8503200" y="43200"/>
                </a:lnTo>
                <a:lnTo>
                  <a:pt x="8503200" y="43200"/>
                </a:lnTo>
                <a:lnTo>
                  <a:pt x="8525700" y="26668"/>
                </a:lnTo>
                <a:lnTo>
                  <a:pt x="8548200" y="12652"/>
                </a:lnTo>
                <a:lnTo>
                  <a:pt x="8570700" y="3288"/>
                </a:lnTo>
                <a:lnTo>
                  <a:pt x="8593200" y="0"/>
                </a:lnTo>
                <a:lnTo>
                  <a:pt x="8615700" y="3288"/>
                </a:lnTo>
                <a:lnTo>
                  <a:pt x="8638200" y="12652"/>
                </a:lnTo>
                <a:lnTo>
                  <a:pt x="8660700" y="26668"/>
                </a:lnTo>
                <a:lnTo>
                  <a:pt x="8683200" y="43200"/>
                </a:lnTo>
                <a:lnTo>
                  <a:pt x="8683200" y="43200"/>
                </a:lnTo>
                <a:lnTo>
                  <a:pt x="8705700" y="26668"/>
                </a:lnTo>
                <a:lnTo>
                  <a:pt x="8728200" y="12652"/>
                </a:lnTo>
                <a:lnTo>
                  <a:pt x="8750700" y="3288"/>
                </a:lnTo>
                <a:lnTo>
                  <a:pt x="8773200" y="0"/>
                </a:lnTo>
                <a:lnTo>
                  <a:pt x="8795700" y="3288"/>
                </a:lnTo>
                <a:lnTo>
                  <a:pt x="8818200" y="12652"/>
                </a:lnTo>
                <a:lnTo>
                  <a:pt x="8840700" y="26668"/>
                </a:lnTo>
                <a:lnTo>
                  <a:pt x="8863200" y="43200"/>
                </a:lnTo>
                <a:lnTo>
                  <a:pt x="8863200" y="43200"/>
                </a:lnTo>
                <a:lnTo>
                  <a:pt x="8885700" y="26668"/>
                </a:lnTo>
                <a:lnTo>
                  <a:pt x="8908200" y="12652"/>
                </a:lnTo>
                <a:lnTo>
                  <a:pt x="8930700" y="3288"/>
                </a:lnTo>
                <a:lnTo>
                  <a:pt x="8953200" y="0"/>
                </a:lnTo>
                <a:lnTo>
                  <a:pt x="8975700" y="3288"/>
                </a:lnTo>
                <a:lnTo>
                  <a:pt x="8998200" y="12652"/>
                </a:lnTo>
                <a:lnTo>
                  <a:pt x="9020700" y="26668"/>
                </a:lnTo>
                <a:lnTo>
                  <a:pt x="9043200" y="43200"/>
                </a:lnTo>
                <a:lnTo>
                  <a:pt x="9043200" y="43200"/>
                </a:lnTo>
                <a:lnTo>
                  <a:pt x="9065700" y="26668"/>
                </a:lnTo>
                <a:lnTo>
                  <a:pt x="9088200" y="12652"/>
                </a:lnTo>
                <a:lnTo>
                  <a:pt x="9110700" y="3288"/>
                </a:lnTo>
                <a:lnTo>
                  <a:pt x="9133200" y="0"/>
                </a:lnTo>
                <a:lnTo>
                  <a:pt x="9155700" y="3288"/>
                </a:lnTo>
                <a:lnTo>
                  <a:pt x="9178200" y="12652"/>
                </a:lnTo>
                <a:lnTo>
                  <a:pt x="9200700" y="26668"/>
                </a:lnTo>
                <a:lnTo>
                  <a:pt x="9223200" y="43200"/>
                </a:lnTo>
                <a:lnTo>
                  <a:pt x="9223200" y="43200"/>
                </a:lnTo>
                <a:lnTo>
                  <a:pt x="9245700" y="26668"/>
                </a:lnTo>
                <a:lnTo>
                  <a:pt x="9268200" y="12652"/>
                </a:lnTo>
                <a:lnTo>
                  <a:pt x="9290700" y="3288"/>
                </a:lnTo>
                <a:lnTo>
                  <a:pt x="9313200" y="0"/>
                </a:lnTo>
                <a:lnTo>
                  <a:pt x="9335700" y="3288"/>
                </a:lnTo>
                <a:lnTo>
                  <a:pt x="9358200" y="12652"/>
                </a:lnTo>
                <a:lnTo>
                  <a:pt x="9380700" y="26668"/>
                </a:lnTo>
                <a:lnTo>
                  <a:pt x="9403200" y="43200"/>
                </a:lnTo>
                <a:lnTo>
                  <a:pt x="9403200" y="43200"/>
                </a:lnTo>
                <a:lnTo>
                  <a:pt x="9425700" y="26668"/>
                </a:lnTo>
                <a:lnTo>
                  <a:pt x="9448200" y="12652"/>
                </a:lnTo>
                <a:lnTo>
                  <a:pt x="9470700" y="3288"/>
                </a:lnTo>
                <a:lnTo>
                  <a:pt x="9493200" y="0"/>
                </a:lnTo>
                <a:lnTo>
                  <a:pt x="9515700" y="3288"/>
                </a:lnTo>
                <a:lnTo>
                  <a:pt x="9538200" y="12652"/>
                </a:lnTo>
                <a:lnTo>
                  <a:pt x="9560700" y="26668"/>
                </a:lnTo>
                <a:lnTo>
                  <a:pt x="9583200" y="43200"/>
                </a:lnTo>
                <a:lnTo>
                  <a:pt x="9583200" y="43200"/>
                </a:lnTo>
                <a:lnTo>
                  <a:pt x="9605700" y="26668"/>
                </a:lnTo>
                <a:lnTo>
                  <a:pt x="9628200" y="12652"/>
                </a:lnTo>
                <a:lnTo>
                  <a:pt x="9650700" y="3288"/>
                </a:lnTo>
                <a:lnTo>
                  <a:pt x="9673200" y="0"/>
                </a:lnTo>
                <a:lnTo>
                  <a:pt x="9695700" y="3288"/>
                </a:lnTo>
                <a:lnTo>
                  <a:pt x="9718200" y="12652"/>
                </a:lnTo>
                <a:lnTo>
                  <a:pt x="9740700" y="26668"/>
                </a:lnTo>
                <a:lnTo>
                  <a:pt x="9763200" y="43200"/>
                </a:lnTo>
                <a:lnTo>
                  <a:pt x="9763200" y="43200"/>
                </a:lnTo>
                <a:lnTo>
                  <a:pt x="9785700" y="26668"/>
                </a:lnTo>
                <a:lnTo>
                  <a:pt x="9808200" y="12652"/>
                </a:lnTo>
                <a:lnTo>
                  <a:pt x="9830700" y="3288"/>
                </a:lnTo>
                <a:lnTo>
                  <a:pt x="9853200" y="0"/>
                </a:lnTo>
                <a:lnTo>
                  <a:pt x="9875700" y="3288"/>
                </a:lnTo>
                <a:lnTo>
                  <a:pt x="9898200" y="12652"/>
                </a:lnTo>
                <a:lnTo>
                  <a:pt x="9920700" y="26668"/>
                </a:lnTo>
                <a:lnTo>
                  <a:pt x="9943200" y="43200"/>
                </a:lnTo>
                <a:lnTo>
                  <a:pt x="9943200" y="43200"/>
                </a:lnTo>
                <a:lnTo>
                  <a:pt x="9965700" y="26668"/>
                </a:lnTo>
                <a:lnTo>
                  <a:pt x="9988200" y="12652"/>
                </a:lnTo>
                <a:lnTo>
                  <a:pt x="10010700" y="3288"/>
                </a:lnTo>
                <a:lnTo>
                  <a:pt x="10033200" y="0"/>
                </a:lnTo>
                <a:lnTo>
                  <a:pt x="10055700" y="3288"/>
                </a:lnTo>
                <a:lnTo>
                  <a:pt x="10078200" y="12652"/>
                </a:lnTo>
                <a:lnTo>
                  <a:pt x="10100700" y="26668"/>
                </a:lnTo>
                <a:lnTo>
                  <a:pt x="10123200" y="43200"/>
                </a:lnTo>
                <a:lnTo>
                  <a:pt x="10123200" y="43200"/>
                </a:lnTo>
                <a:lnTo>
                  <a:pt x="10145700" y="26668"/>
                </a:lnTo>
                <a:lnTo>
                  <a:pt x="10168200" y="12652"/>
                </a:lnTo>
                <a:lnTo>
                  <a:pt x="10190700" y="3288"/>
                </a:lnTo>
                <a:lnTo>
                  <a:pt x="10213200" y="0"/>
                </a:lnTo>
                <a:lnTo>
                  <a:pt x="10235700" y="3288"/>
                </a:lnTo>
                <a:lnTo>
                  <a:pt x="10258200" y="12652"/>
                </a:lnTo>
                <a:lnTo>
                  <a:pt x="10280700" y="26668"/>
                </a:lnTo>
                <a:lnTo>
                  <a:pt x="10303200" y="43200"/>
                </a:lnTo>
                <a:lnTo>
                  <a:pt x="10303200" y="43200"/>
                </a:lnTo>
                <a:lnTo>
                  <a:pt x="10325700" y="26668"/>
                </a:lnTo>
                <a:lnTo>
                  <a:pt x="10348200" y="12652"/>
                </a:lnTo>
                <a:lnTo>
                  <a:pt x="10370700" y="3288"/>
                </a:lnTo>
                <a:lnTo>
                  <a:pt x="10393200" y="0"/>
                </a:lnTo>
                <a:lnTo>
                  <a:pt x="10415700" y="3288"/>
                </a:lnTo>
                <a:lnTo>
                  <a:pt x="10438200" y="12652"/>
                </a:lnTo>
                <a:lnTo>
                  <a:pt x="10460700" y="26668"/>
                </a:lnTo>
                <a:lnTo>
                  <a:pt x="10483200" y="43200"/>
                </a:lnTo>
                <a:lnTo>
                  <a:pt x="10483200" y="43200"/>
                </a:lnTo>
                <a:lnTo>
                  <a:pt x="10505700" y="26668"/>
                </a:lnTo>
                <a:lnTo>
                  <a:pt x="10528200" y="12652"/>
                </a:lnTo>
                <a:lnTo>
                  <a:pt x="10550700" y="3288"/>
                </a:lnTo>
                <a:lnTo>
                  <a:pt x="10573200" y="0"/>
                </a:lnTo>
                <a:lnTo>
                  <a:pt x="10595700" y="3288"/>
                </a:lnTo>
                <a:lnTo>
                  <a:pt x="10618200" y="12652"/>
                </a:lnTo>
                <a:lnTo>
                  <a:pt x="10640700" y="26668"/>
                </a:lnTo>
                <a:lnTo>
                  <a:pt x="10663200" y="43200"/>
                </a:lnTo>
                <a:lnTo>
                  <a:pt x="10663200" y="43200"/>
                </a:lnTo>
                <a:lnTo>
                  <a:pt x="10685700" y="26668"/>
                </a:lnTo>
                <a:lnTo>
                  <a:pt x="10708200" y="12652"/>
                </a:lnTo>
                <a:lnTo>
                  <a:pt x="10730700" y="3288"/>
                </a:lnTo>
                <a:lnTo>
                  <a:pt x="10753200" y="0"/>
                </a:lnTo>
                <a:lnTo>
                  <a:pt x="10775700" y="3288"/>
                </a:lnTo>
                <a:lnTo>
                  <a:pt x="10798200" y="12652"/>
                </a:lnTo>
                <a:lnTo>
                  <a:pt x="10820700" y="26668"/>
                </a:lnTo>
                <a:lnTo>
                  <a:pt x="10843200" y="43200"/>
                </a:lnTo>
                <a:lnTo>
                  <a:pt x="10843200" y="43200"/>
                </a:lnTo>
                <a:lnTo>
                  <a:pt x="10865700" y="26668"/>
                </a:lnTo>
                <a:lnTo>
                  <a:pt x="10888200" y="12652"/>
                </a:lnTo>
                <a:lnTo>
                  <a:pt x="10910700" y="3288"/>
                </a:lnTo>
                <a:lnTo>
                  <a:pt x="10933200" y="0"/>
                </a:lnTo>
                <a:lnTo>
                  <a:pt x="10955700" y="3288"/>
                </a:lnTo>
                <a:lnTo>
                  <a:pt x="10978200" y="12652"/>
                </a:lnTo>
                <a:lnTo>
                  <a:pt x="11000700" y="26668"/>
                </a:lnTo>
                <a:lnTo>
                  <a:pt x="11023200" y="43200"/>
                </a:lnTo>
                <a:lnTo>
                  <a:pt x="11023200" y="43200"/>
                </a:lnTo>
                <a:lnTo>
                  <a:pt x="11045700" y="26668"/>
                </a:lnTo>
                <a:lnTo>
                  <a:pt x="11068200" y="12652"/>
                </a:lnTo>
                <a:lnTo>
                  <a:pt x="11090700" y="3288"/>
                </a:lnTo>
                <a:lnTo>
                  <a:pt x="11113200" y="0"/>
                </a:lnTo>
                <a:lnTo>
                  <a:pt x="11135700" y="3288"/>
                </a:lnTo>
                <a:lnTo>
                  <a:pt x="11158200" y="12652"/>
                </a:lnTo>
                <a:lnTo>
                  <a:pt x="11180700" y="26668"/>
                </a:lnTo>
                <a:lnTo>
                  <a:pt x="11203200" y="43200"/>
                </a:lnTo>
                <a:lnTo>
                  <a:pt x="11203200" y="43200"/>
                </a:lnTo>
                <a:lnTo>
                  <a:pt x="11225700" y="26668"/>
                </a:lnTo>
                <a:lnTo>
                  <a:pt x="11248200" y="12652"/>
                </a:lnTo>
                <a:lnTo>
                  <a:pt x="11270700" y="3288"/>
                </a:lnTo>
                <a:lnTo>
                  <a:pt x="11293200" y="0"/>
                </a:lnTo>
                <a:lnTo>
                  <a:pt x="11315700" y="3288"/>
                </a:lnTo>
                <a:lnTo>
                  <a:pt x="11338200" y="12652"/>
                </a:lnTo>
                <a:lnTo>
                  <a:pt x="11360700" y="26668"/>
                </a:lnTo>
                <a:lnTo>
                  <a:pt x="11383200" y="43200"/>
                </a:lnTo>
                <a:lnTo>
                  <a:pt x="11383200" y="43200"/>
                </a:lnTo>
                <a:lnTo>
                  <a:pt x="11405700" y="26668"/>
                </a:lnTo>
                <a:lnTo>
                  <a:pt x="11428200" y="12652"/>
                </a:lnTo>
                <a:lnTo>
                  <a:pt x="11450700" y="3288"/>
                </a:lnTo>
                <a:lnTo>
                  <a:pt x="11473200" y="0"/>
                </a:lnTo>
                <a:lnTo>
                  <a:pt x="11495700" y="3288"/>
                </a:lnTo>
                <a:lnTo>
                  <a:pt x="11518200" y="12652"/>
                </a:lnTo>
                <a:lnTo>
                  <a:pt x="11540700" y="26668"/>
                </a:lnTo>
                <a:lnTo>
                  <a:pt x="11563200" y="43200"/>
                </a:lnTo>
                <a:lnTo>
                  <a:pt x="11563200" y="43200"/>
                </a:lnTo>
                <a:lnTo>
                  <a:pt x="11585700" y="26668"/>
                </a:lnTo>
                <a:lnTo>
                  <a:pt x="11608200" y="12652"/>
                </a:lnTo>
                <a:lnTo>
                  <a:pt x="11630700" y="3288"/>
                </a:lnTo>
                <a:lnTo>
                  <a:pt x="11653200" y="0"/>
                </a:lnTo>
                <a:lnTo>
                  <a:pt x="11675700" y="3288"/>
                </a:lnTo>
                <a:lnTo>
                  <a:pt x="11698200" y="12652"/>
                </a:lnTo>
                <a:lnTo>
                  <a:pt x="11720700" y="26668"/>
                </a:lnTo>
                <a:lnTo>
                  <a:pt x="11743200" y="43200"/>
                </a:lnTo>
                <a:lnTo>
                  <a:pt x="11743200" y="43200"/>
                </a:lnTo>
                <a:lnTo>
                  <a:pt x="11765700" y="26668"/>
                </a:lnTo>
                <a:lnTo>
                  <a:pt x="11788200" y="12652"/>
                </a:lnTo>
                <a:lnTo>
                  <a:pt x="11810700" y="3288"/>
                </a:lnTo>
                <a:lnTo>
                  <a:pt x="11833200" y="0"/>
                </a:lnTo>
                <a:lnTo>
                  <a:pt x="11855700" y="3288"/>
                </a:lnTo>
                <a:lnTo>
                  <a:pt x="11878200" y="12652"/>
                </a:lnTo>
                <a:lnTo>
                  <a:pt x="11900700" y="26668"/>
                </a:lnTo>
                <a:lnTo>
                  <a:pt x="11923200" y="43200"/>
                </a:lnTo>
                <a:lnTo>
                  <a:pt x="11923200" y="43200"/>
                </a:lnTo>
                <a:lnTo>
                  <a:pt x="11945700" y="26668"/>
                </a:lnTo>
                <a:lnTo>
                  <a:pt x="11968200" y="12652"/>
                </a:lnTo>
                <a:lnTo>
                  <a:pt x="11990700" y="3288"/>
                </a:lnTo>
                <a:lnTo>
                  <a:pt x="12013200" y="0"/>
                </a:lnTo>
                <a:lnTo>
                  <a:pt x="12035700" y="3288"/>
                </a:lnTo>
                <a:lnTo>
                  <a:pt x="12058200" y="12652"/>
                </a:lnTo>
                <a:lnTo>
                  <a:pt x="12080700" y="26668"/>
                </a:lnTo>
                <a:lnTo>
                  <a:pt x="12103200" y="43200"/>
                </a:lnTo>
                <a:lnTo>
                  <a:pt x="12103200" y="43200"/>
                </a:lnTo>
                <a:lnTo>
                  <a:pt x="12125700" y="26668"/>
                </a:lnTo>
                <a:lnTo>
                  <a:pt x="12148200" y="12652"/>
                </a:lnTo>
                <a:lnTo>
                  <a:pt x="12170700" y="3288"/>
                </a:lnTo>
                <a:lnTo>
                  <a:pt x="12193200" y="0"/>
                </a:lnTo>
                <a:lnTo>
                  <a:pt x="12215700" y="3288"/>
                </a:lnTo>
                <a:lnTo>
                  <a:pt x="12238200" y="12652"/>
                </a:lnTo>
                <a:lnTo>
                  <a:pt x="12260700" y="26668"/>
                </a:lnTo>
                <a:lnTo>
                  <a:pt x="12283200" y="43200"/>
                </a:lnTo>
                <a:lnTo>
                  <a:pt x="12283200" y="43200"/>
                </a:lnTo>
                <a:lnTo>
                  <a:pt x="12305700" y="26668"/>
                </a:lnTo>
                <a:lnTo>
                  <a:pt x="12328200" y="12652"/>
                </a:lnTo>
                <a:lnTo>
                  <a:pt x="12350700" y="3288"/>
                </a:lnTo>
                <a:lnTo>
                  <a:pt x="12373200" y="0"/>
                </a:lnTo>
                <a:lnTo>
                  <a:pt x="12395700" y="3288"/>
                </a:lnTo>
                <a:lnTo>
                  <a:pt x="12418200" y="12652"/>
                </a:lnTo>
                <a:lnTo>
                  <a:pt x="12440700" y="26668"/>
                </a:lnTo>
                <a:lnTo>
                  <a:pt x="12463200" y="43200"/>
                </a:lnTo>
                <a:lnTo>
                  <a:pt x="12463200" y="43200"/>
                </a:lnTo>
                <a:lnTo>
                  <a:pt x="12485700" y="26668"/>
                </a:lnTo>
                <a:lnTo>
                  <a:pt x="12508200" y="12652"/>
                </a:lnTo>
                <a:lnTo>
                  <a:pt x="12530700" y="3288"/>
                </a:lnTo>
                <a:lnTo>
                  <a:pt x="12553200" y="0"/>
                </a:lnTo>
                <a:lnTo>
                  <a:pt x="12575700" y="3288"/>
                </a:lnTo>
                <a:lnTo>
                  <a:pt x="12598200" y="12652"/>
                </a:lnTo>
                <a:lnTo>
                  <a:pt x="12620700" y="26668"/>
                </a:lnTo>
                <a:lnTo>
                  <a:pt x="12643200" y="43200"/>
                </a:lnTo>
                <a:lnTo>
                  <a:pt x="12643200" y="43200"/>
                </a:lnTo>
                <a:lnTo>
                  <a:pt x="12665700" y="26668"/>
                </a:lnTo>
                <a:lnTo>
                  <a:pt x="12688200" y="12652"/>
                </a:lnTo>
                <a:lnTo>
                  <a:pt x="12710700" y="3288"/>
                </a:lnTo>
                <a:lnTo>
                  <a:pt x="12733200" y="0"/>
                </a:lnTo>
                <a:lnTo>
                  <a:pt x="12755700" y="3288"/>
                </a:lnTo>
                <a:lnTo>
                  <a:pt x="12778200" y="12652"/>
                </a:lnTo>
                <a:lnTo>
                  <a:pt x="12800700" y="26668"/>
                </a:lnTo>
                <a:lnTo>
                  <a:pt x="12823200" y="43200"/>
                </a:lnTo>
                <a:lnTo>
                  <a:pt x="12823200" y="43200"/>
                </a:lnTo>
                <a:lnTo>
                  <a:pt x="12845700" y="26668"/>
                </a:lnTo>
                <a:lnTo>
                  <a:pt x="12868200" y="12652"/>
                </a:lnTo>
                <a:lnTo>
                  <a:pt x="12890700" y="3288"/>
                </a:lnTo>
                <a:lnTo>
                  <a:pt x="12913200" y="0"/>
                </a:lnTo>
                <a:lnTo>
                  <a:pt x="12935700" y="3288"/>
                </a:lnTo>
                <a:lnTo>
                  <a:pt x="12958200" y="12652"/>
                </a:lnTo>
                <a:lnTo>
                  <a:pt x="12980700" y="26668"/>
                </a:lnTo>
                <a:lnTo>
                  <a:pt x="13003200" y="43200"/>
                </a:lnTo>
                <a:lnTo>
                  <a:pt x="13003200" y="43200"/>
                </a:lnTo>
                <a:lnTo>
                  <a:pt x="13025700" y="26668"/>
                </a:lnTo>
                <a:lnTo>
                  <a:pt x="13048200" y="12652"/>
                </a:lnTo>
                <a:lnTo>
                  <a:pt x="13070700" y="3288"/>
                </a:lnTo>
                <a:lnTo>
                  <a:pt x="13093200" y="0"/>
                </a:lnTo>
                <a:lnTo>
                  <a:pt x="13115700" y="3288"/>
                </a:lnTo>
                <a:lnTo>
                  <a:pt x="13138200" y="12652"/>
                </a:lnTo>
                <a:lnTo>
                  <a:pt x="13160700" y="26668"/>
                </a:lnTo>
                <a:lnTo>
                  <a:pt x="13183200" y="43200"/>
                </a:lnTo>
                <a:lnTo>
                  <a:pt x="13183200" y="43200"/>
                </a:lnTo>
                <a:lnTo>
                  <a:pt x="13205700" y="26668"/>
                </a:lnTo>
                <a:lnTo>
                  <a:pt x="13228200" y="12652"/>
                </a:lnTo>
                <a:lnTo>
                  <a:pt x="13250700" y="3288"/>
                </a:lnTo>
                <a:lnTo>
                  <a:pt x="13273200" y="0"/>
                </a:lnTo>
                <a:lnTo>
                  <a:pt x="13295700" y="3288"/>
                </a:lnTo>
                <a:lnTo>
                  <a:pt x="13318200" y="12652"/>
                </a:lnTo>
                <a:lnTo>
                  <a:pt x="13340700" y="26668"/>
                </a:lnTo>
                <a:lnTo>
                  <a:pt x="13363200" y="43200"/>
                </a:lnTo>
                <a:lnTo>
                  <a:pt x="13363200" y="43200"/>
                </a:lnTo>
                <a:lnTo>
                  <a:pt x="13385700" y="26668"/>
                </a:lnTo>
                <a:lnTo>
                  <a:pt x="13408200" y="12652"/>
                </a:lnTo>
                <a:lnTo>
                  <a:pt x="13430700" y="3288"/>
                </a:lnTo>
                <a:lnTo>
                  <a:pt x="13453200" y="0"/>
                </a:lnTo>
                <a:lnTo>
                  <a:pt x="13475700" y="3288"/>
                </a:lnTo>
                <a:lnTo>
                  <a:pt x="13498200" y="12652"/>
                </a:lnTo>
                <a:lnTo>
                  <a:pt x="13520700" y="26668"/>
                </a:lnTo>
                <a:lnTo>
                  <a:pt x="13543200" y="43200"/>
                </a:lnTo>
                <a:lnTo>
                  <a:pt x="13543200" y="43200"/>
                </a:lnTo>
                <a:lnTo>
                  <a:pt x="13565700" y="26668"/>
                </a:lnTo>
                <a:lnTo>
                  <a:pt x="13588200" y="12652"/>
                </a:lnTo>
                <a:lnTo>
                  <a:pt x="13610700" y="3288"/>
                </a:lnTo>
                <a:lnTo>
                  <a:pt x="13633200" y="0"/>
                </a:lnTo>
                <a:lnTo>
                  <a:pt x="13655700" y="3288"/>
                </a:lnTo>
                <a:lnTo>
                  <a:pt x="13678200" y="12652"/>
                </a:lnTo>
                <a:lnTo>
                  <a:pt x="13700700" y="26668"/>
                </a:lnTo>
                <a:lnTo>
                  <a:pt x="13723200" y="43200"/>
                </a:lnTo>
                <a:lnTo>
                  <a:pt x="13723200" y="43200"/>
                </a:lnTo>
                <a:lnTo>
                  <a:pt x="13739731" y="64575"/>
                </a:lnTo>
                <a:lnTo>
                  <a:pt x="13753747" y="85950"/>
                </a:lnTo>
                <a:lnTo>
                  <a:pt x="13763111" y="107325"/>
                </a:lnTo>
                <a:lnTo>
                  <a:pt x="13766400" y="128700"/>
                </a:lnTo>
                <a:lnTo>
                  <a:pt x="13763111" y="150075"/>
                </a:lnTo>
                <a:lnTo>
                  <a:pt x="13753747" y="171450"/>
                </a:lnTo>
                <a:lnTo>
                  <a:pt x="13739731" y="192825"/>
                </a:lnTo>
                <a:lnTo>
                  <a:pt x="13723200" y="214200"/>
                </a:lnTo>
                <a:lnTo>
                  <a:pt x="13723200" y="214200"/>
                </a:lnTo>
                <a:lnTo>
                  <a:pt x="13739731" y="235575"/>
                </a:lnTo>
                <a:lnTo>
                  <a:pt x="13753747" y="256950"/>
                </a:lnTo>
                <a:lnTo>
                  <a:pt x="13763111" y="278325"/>
                </a:lnTo>
                <a:lnTo>
                  <a:pt x="13766400" y="299700"/>
                </a:lnTo>
                <a:lnTo>
                  <a:pt x="13763111" y="321075"/>
                </a:lnTo>
                <a:lnTo>
                  <a:pt x="13753747" y="342450"/>
                </a:lnTo>
                <a:lnTo>
                  <a:pt x="13739731" y="363825"/>
                </a:lnTo>
                <a:lnTo>
                  <a:pt x="13723200" y="385200"/>
                </a:lnTo>
                <a:lnTo>
                  <a:pt x="13723200" y="385200"/>
                </a:lnTo>
                <a:lnTo>
                  <a:pt x="13739731" y="406575"/>
                </a:lnTo>
                <a:lnTo>
                  <a:pt x="13753747" y="427950"/>
                </a:lnTo>
                <a:lnTo>
                  <a:pt x="13763111" y="449325"/>
                </a:lnTo>
                <a:lnTo>
                  <a:pt x="13766400" y="470700"/>
                </a:lnTo>
                <a:lnTo>
                  <a:pt x="13763111" y="492075"/>
                </a:lnTo>
                <a:lnTo>
                  <a:pt x="13753747" y="513450"/>
                </a:lnTo>
                <a:lnTo>
                  <a:pt x="13739731" y="534825"/>
                </a:lnTo>
                <a:lnTo>
                  <a:pt x="13723200" y="556200"/>
                </a:lnTo>
                <a:lnTo>
                  <a:pt x="13723200" y="556200"/>
                </a:lnTo>
                <a:lnTo>
                  <a:pt x="13739731" y="577575"/>
                </a:lnTo>
                <a:lnTo>
                  <a:pt x="13753747" y="598950"/>
                </a:lnTo>
                <a:lnTo>
                  <a:pt x="13763111" y="620325"/>
                </a:lnTo>
                <a:lnTo>
                  <a:pt x="13766400" y="641700"/>
                </a:lnTo>
                <a:lnTo>
                  <a:pt x="13763111" y="663075"/>
                </a:lnTo>
                <a:lnTo>
                  <a:pt x="13753747" y="684450"/>
                </a:lnTo>
                <a:lnTo>
                  <a:pt x="13739731" y="705825"/>
                </a:lnTo>
                <a:lnTo>
                  <a:pt x="13723200" y="727200"/>
                </a:lnTo>
                <a:lnTo>
                  <a:pt x="13723200" y="727200"/>
                </a:lnTo>
                <a:lnTo>
                  <a:pt x="13739731" y="748575"/>
                </a:lnTo>
                <a:lnTo>
                  <a:pt x="13753747" y="769950"/>
                </a:lnTo>
                <a:lnTo>
                  <a:pt x="13763111" y="791325"/>
                </a:lnTo>
                <a:lnTo>
                  <a:pt x="13766400" y="812700"/>
                </a:lnTo>
                <a:lnTo>
                  <a:pt x="13763111" y="834075"/>
                </a:lnTo>
                <a:lnTo>
                  <a:pt x="13753747" y="855450"/>
                </a:lnTo>
                <a:lnTo>
                  <a:pt x="13739731" y="876825"/>
                </a:lnTo>
                <a:lnTo>
                  <a:pt x="13723200" y="898200"/>
                </a:lnTo>
                <a:lnTo>
                  <a:pt x="13723200" y="898200"/>
                </a:lnTo>
                <a:lnTo>
                  <a:pt x="13739731" y="919575"/>
                </a:lnTo>
                <a:lnTo>
                  <a:pt x="13753747" y="940950"/>
                </a:lnTo>
                <a:lnTo>
                  <a:pt x="13763111" y="962325"/>
                </a:lnTo>
                <a:lnTo>
                  <a:pt x="13766400" y="983700"/>
                </a:lnTo>
                <a:lnTo>
                  <a:pt x="13763111" y="1005075"/>
                </a:lnTo>
                <a:lnTo>
                  <a:pt x="13753747" y="1026450"/>
                </a:lnTo>
                <a:lnTo>
                  <a:pt x="13739731" y="1047825"/>
                </a:lnTo>
                <a:lnTo>
                  <a:pt x="13723200" y="1069200"/>
                </a:lnTo>
                <a:lnTo>
                  <a:pt x="13723200" y="1069200"/>
                </a:lnTo>
                <a:lnTo>
                  <a:pt x="13739731" y="1090575"/>
                </a:lnTo>
                <a:lnTo>
                  <a:pt x="13753747" y="1111950"/>
                </a:lnTo>
                <a:lnTo>
                  <a:pt x="13763111" y="1133325"/>
                </a:lnTo>
                <a:lnTo>
                  <a:pt x="13766400" y="1154700"/>
                </a:lnTo>
                <a:lnTo>
                  <a:pt x="13763111" y="1176075"/>
                </a:lnTo>
                <a:lnTo>
                  <a:pt x="13753747" y="1197450"/>
                </a:lnTo>
                <a:lnTo>
                  <a:pt x="13739731" y="1218825"/>
                </a:lnTo>
                <a:lnTo>
                  <a:pt x="13723200" y="1240200"/>
                </a:lnTo>
                <a:lnTo>
                  <a:pt x="13723200" y="1240200"/>
                </a:lnTo>
                <a:lnTo>
                  <a:pt x="13739731" y="1261575"/>
                </a:lnTo>
                <a:lnTo>
                  <a:pt x="13753747" y="1282950"/>
                </a:lnTo>
                <a:lnTo>
                  <a:pt x="13763111" y="1304325"/>
                </a:lnTo>
                <a:lnTo>
                  <a:pt x="13766400" y="1325700"/>
                </a:lnTo>
                <a:lnTo>
                  <a:pt x="13763111" y="1347075"/>
                </a:lnTo>
                <a:lnTo>
                  <a:pt x="13753747" y="1368450"/>
                </a:lnTo>
                <a:lnTo>
                  <a:pt x="13739731" y="1389825"/>
                </a:lnTo>
                <a:lnTo>
                  <a:pt x="13723200" y="1411200"/>
                </a:lnTo>
                <a:lnTo>
                  <a:pt x="13723200" y="1411200"/>
                </a:lnTo>
                <a:lnTo>
                  <a:pt x="13700700" y="1427731"/>
                </a:lnTo>
                <a:lnTo>
                  <a:pt x="13678200" y="1441747"/>
                </a:lnTo>
                <a:lnTo>
                  <a:pt x="13655700" y="1451111"/>
                </a:lnTo>
                <a:lnTo>
                  <a:pt x="13633200" y="1454400"/>
                </a:lnTo>
                <a:lnTo>
                  <a:pt x="13610700" y="1451111"/>
                </a:lnTo>
                <a:lnTo>
                  <a:pt x="13588200" y="1441747"/>
                </a:lnTo>
                <a:lnTo>
                  <a:pt x="13565700" y="1427731"/>
                </a:lnTo>
                <a:lnTo>
                  <a:pt x="13543200" y="1411200"/>
                </a:lnTo>
                <a:lnTo>
                  <a:pt x="13543200" y="1411200"/>
                </a:lnTo>
                <a:lnTo>
                  <a:pt x="13520700" y="1427731"/>
                </a:lnTo>
                <a:lnTo>
                  <a:pt x="13498200" y="1441747"/>
                </a:lnTo>
                <a:lnTo>
                  <a:pt x="13475700" y="1451111"/>
                </a:lnTo>
                <a:lnTo>
                  <a:pt x="13453200" y="1454400"/>
                </a:lnTo>
                <a:lnTo>
                  <a:pt x="13430700" y="1451111"/>
                </a:lnTo>
                <a:lnTo>
                  <a:pt x="13408200" y="1441747"/>
                </a:lnTo>
                <a:lnTo>
                  <a:pt x="13385700" y="1427731"/>
                </a:lnTo>
                <a:lnTo>
                  <a:pt x="13363200" y="1411200"/>
                </a:lnTo>
                <a:lnTo>
                  <a:pt x="13363200" y="1411200"/>
                </a:lnTo>
                <a:lnTo>
                  <a:pt x="13340700" y="1427731"/>
                </a:lnTo>
                <a:lnTo>
                  <a:pt x="13318200" y="1441747"/>
                </a:lnTo>
                <a:lnTo>
                  <a:pt x="13295700" y="1451111"/>
                </a:lnTo>
                <a:lnTo>
                  <a:pt x="13273200" y="1454400"/>
                </a:lnTo>
                <a:lnTo>
                  <a:pt x="13250700" y="1451111"/>
                </a:lnTo>
                <a:lnTo>
                  <a:pt x="13228200" y="1441747"/>
                </a:lnTo>
                <a:lnTo>
                  <a:pt x="13205700" y="1427731"/>
                </a:lnTo>
                <a:lnTo>
                  <a:pt x="13183200" y="1411200"/>
                </a:lnTo>
                <a:lnTo>
                  <a:pt x="13183200" y="1411200"/>
                </a:lnTo>
                <a:lnTo>
                  <a:pt x="13160700" y="1427731"/>
                </a:lnTo>
                <a:lnTo>
                  <a:pt x="13138200" y="1441747"/>
                </a:lnTo>
                <a:lnTo>
                  <a:pt x="13115700" y="1451111"/>
                </a:lnTo>
                <a:lnTo>
                  <a:pt x="13093200" y="1454400"/>
                </a:lnTo>
                <a:lnTo>
                  <a:pt x="13070700" y="1451111"/>
                </a:lnTo>
                <a:lnTo>
                  <a:pt x="13048200" y="1441747"/>
                </a:lnTo>
                <a:lnTo>
                  <a:pt x="13025700" y="1427731"/>
                </a:lnTo>
                <a:lnTo>
                  <a:pt x="13003200" y="1411200"/>
                </a:lnTo>
                <a:lnTo>
                  <a:pt x="13003200" y="1411200"/>
                </a:lnTo>
                <a:lnTo>
                  <a:pt x="12980700" y="1427731"/>
                </a:lnTo>
                <a:lnTo>
                  <a:pt x="12958200" y="1441747"/>
                </a:lnTo>
                <a:lnTo>
                  <a:pt x="12935700" y="1451111"/>
                </a:lnTo>
                <a:lnTo>
                  <a:pt x="12913200" y="1454400"/>
                </a:lnTo>
                <a:lnTo>
                  <a:pt x="12890700" y="1451111"/>
                </a:lnTo>
                <a:lnTo>
                  <a:pt x="12868200" y="1441747"/>
                </a:lnTo>
                <a:lnTo>
                  <a:pt x="12845700" y="1427731"/>
                </a:lnTo>
                <a:lnTo>
                  <a:pt x="12823200" y="1411200"/>
                </a:lnTo>
                <a:lnTo>
                  <a:pt x="12823200" y="1411200"/>
                </a:lnTo>
                <a:lnTo>
                  <a:pt x="12800700" y="1427731"/>
                </a:lnTo>
                <a:lnTo>
                  <a:pt x="12778200" y="1441747"/>
                </a:lnTo>
                <a:lnTo>
                  <a:pt x="12755700" y="1451111"/>
                </a:lnTo>
                <a:lnTo>
                  <a:pt x="12733200" y="1454400"/>
                </a:lnTo>
                <a:lnTo>
                  <a:pt x="12710700" y="1451111"/>
                </a:lnTo>
                <a:lnTo>
                  <a:pt x="12688200" y="1441747"/>
                </a:lnTo>
                <a:lnTo>
                  <a:pt x="12665700" y="1427731"/>
                </a:lnTo>
                <a:lnTo>
                  <a:pt x="12643200" y="1411200"/>
                </a:lnTo>
                <a:lnTo>
                  <a:pt x="12643200" y="1411200"/>
                </a:lnTo>
                <a:lnTo>
                  <a:pt x="12620700" y="1427731"/>
                </a:lnTo>
                <a:lnTo>
                  <a:pt x="12598200" y="1441747"/>
                </a:lnTo>
                <a:lnTo>
                  <a:pt x="12575700" y="1451111"/>
                </a:lnTo>
                <a:lnTo>
                  <a:pt x="12553200" y="1454400"/>
                </a:lnTo>
                <a:lnTo>
                  <a:pt x="12530700" y="1451111"/>
                </a:lnTo>
                <a:lnTo>
                  <a:pt x="12508200" y="1441747"/>
                </a:lnTo>
                <a:lnTo>
                  <a:pt x="12485700" y="1427731"/>
                </a:lnTo>
                <a:lnTo>
                  <a:pt x="12463200" y="1411200"/>
                </a:lnTo>
                <a:lnTo>
                  <a:pt x="12463200" y="1411200"/>
                </a:lnTo>
                <a:lnTo>
                  <a:pt x="12440700" y="1427731"/>
                </a:lnTo>
                <a:lnTo>
                  <a:pt x="12418200" y="1441747"/>
                </a:lnTo>
                <a:lnTo>
                  <a:pt x="12395700" y="1451111"/>
                </a:lnTo>
                <a:lnTo>
                  <a:pt x="12373200" y="1454400"/>
                </a:lnTo>
                <a:lnTo>
                  <a:pt x="12350700" y="1451111"/>
                </a:lnTo>
                <a:lnTo>
                  <a:pt x="12328200" y="1441747"/>
                </a:lnTo>
                <a:lnTo>
                  <a:pt x="12305700" y="1427731"/>
                </a:lnTo>
                <a:lnTo>
                  <a:pt x="12283200" y="1411200"/>
                </a:lnTo>
                <a:lnTo>
                  <a:pt x="12283200" y="1411200"/>
                </a:lnTo>
                <a:lnTo>
                  <a:pt x="12260700" y="1427731"/>
                </a:lnTo>
                <a:lnTo>
                  <a:pt x="12238200" y="1441747"/>
                </a:lnTo>
                <a:lnTo>
                  <a:pt x="12215700" y="1451111"/>
                </a:lnTo>
                <a:lnTo>
                  <a:pt x="12193200" y="1454400"/>
                </a:lnTo>
                <a:lnTo>
                  <a:pt x="12170700" y="1451111"/>
                </a:lnTo>
                <a:lnTo>
                  <a:pt x="12148200" y="1441747"/>
                </a:lnTo>
                <a:lnTo>
                  <a:pt x="12125700" y="1427731"/>
                </a:lnTo>
                <a:lnTo>
                  <a:pt x="12103200" y="1411200"/>
                </a:lnTo>
                <a:lnTo>
                  <a:pt x="12103200" y="1411200"/>
                </a:lnTo>
                <a:lnTo>
                  <a:pt x="12080700" y="1427731"/>
                </a:lnTo>
                <a:lnTo>
                  <a:pt x="12058200" y="1441747"/>
                </a:lnTo>
                <a:lnTo>
                  <a:pt x="12035700" y="1451111"/>
                </a:lnTo>
                <a:lnTo>
                  <a:pt x="12013200" y="1454400"/>
                </a:lnTo>
                <a:lnTo>
                  <a:pt x="11990700" y="1451111"/>
                </a:lnTo>
                <a:lnTo>
                  <a:pt x="11968200" y="1441747"/>
                </a:lnTo>
                <a:lnTo>
                  <a:pt x="11945700" y="1427731"/>
                </a:lnTo>
                <a:lnTo>
                  <a:pt x="11923200" y="1411200"/>
                </a:lnTo>
                <a:lnTo>
                  <a:pt x="11923200" y="1411200"/>
                </a:lnTo>
                <a:lnTo>
                  <a:pt x="11900700" y="1427731"/>
                </a:lnTo>
                <a:lnTo>
                  <a:pt x="11878200" y="1441747"/>
                </a:lnTo>
                <a:lnTo>
                  <a:pt x="11855700" y="1451111"/>
                </a:lnTo>
                <a:lnTo>
                  <a:pt x="11833200" y="1454400"/>
                </a:lnTo>
                <a:lnTo>
                  <a:pt x="11810700" y="1451111"/>
                </a:lnTo>
                <a:lnTo>
                  <a:pt x="11788200" y="1441747"/>
                </a:lnTo>
                <a:lnTo>
                  <a:pt x="11765700" y="1427731"/>
                </a:lnTo>
                <a:lnTo>
                  <a:pt x="11743200" y="1411200"/>
                </a:lnTo>
                <a:lnTo>
                  <a:pt x="11743200" y="1411200"/>
                </a:lnTo>
                <a:lnTo>
                  <a:pt x="11720700" y="1427731"/>
                </a:lnTo>
                <a:lnTo>
                  <a:pt x="11698200" y="1441747"/>
                </a:lnTo>
                <a:lnTo>
                  <a:pt x="11675700" y="1451111"/>
                </a:lnTo>
                <a:lnTo>
                  <a:pt x="11653200" y="1454400"/>
                </a:lnTo>
                <a:lnTo>
                  <a:pt x="11630700" y="1451111"/>
                </a:lnTo>
                <a:lnTo>
                  <a:pt x="11608200" y="1441747"/>
                </a:lnTo>
                <a:lnTo>
                  <a:pt x="11585700" y="1427731"/>
                </a:lnTo>
                <a:lnTo>
                  <a:pt x="11563200" y="1411200"/>
                </a:lnTo>
                <a:lnTo>
                  <a:pt x="11563200" y="1411200"/>
                </a:lnTo>
                <a:lnTo>
                  <a:pt x="11540700" y="1427731"/>
                </a:lnTo>
                <a:lnTo>
                  <a:pt x="11518200" y="1441747"/>
                </a:lnTo>
                <a:lnTo>
                  <a:pt x="11495700" y="1451111"/>
                </a:lnTo>
                <a:lnTo>
                  <a:pt x="11473200" y="1454400"/>
                </a:lnTo>
                <a:lnTo>
                  <a:pt x="11450700" y="1451111"/>
                </a:lnTo>
                <a:lnTo>
                  <a:pt x="11428200" y="1441747"/>
                </a:lnTo>
                <a:lnTo>
                  <a:pt x="11405700" y="1427731"/>
                </a:lnTo>
                <a:lnTo>
                  <a:pt x="11383200" y="1411200"/>
                </a:lnTo>
                <a:lnTo>
                  <a:pt x="11383200" y="1411200"/>
                </a:lnTo>
                <a:lnTo>
                  <a:pt x="11360700" y="1427731"/>
                </a:lnTo>
                <a:lnTo>
                  <a:pt x="11338200" y="1441747"/>
                </a:lnTo>
                <a:lnTo>
                  <a:pt x="11315700" y="1451111"/>
                </a:lnTo>
                <a:lnTo>
                  <a:pt x="11293200" y="1454400"/>
                </a:lnTo>
                <a:lnTo>
                  <a:pt x="11270700" y="1451111"/>
                </a:lnTo>
                <a:lnTo>
                  <a:pt x="11248200" y="1441747"/>
                </a:lnTo>
                <a:lnTo>
                  <a:pt x="11225700" y="1427731"/>
                </a:lnTo>
                <a:lnTo>
                  <a:pt x="11203200" y="1411200"/>
                </a:lnTo>
                <a:lnTo>
                  <a:pt x="11203200" y="1411200"/>
                </a:lnTo>
                <a:lnTo>
                  <a:pt x="11180700" y="1427731"/>
                </a:lnTo>
                <a:lnTo>
                  <a:pt x="11158200" y="1441747"/>
                </a:lnTo>
                <a:lnTo>
                  <a:pt x="11135700" y="1451111"/>
                </a:lnTo>
                <a:lnTo>
                  <a:pt x="11113200" y="1454400"/>
                </a:lnTo>
                <a:lnTo>
                  <a:pt x="11090700" y="1451111"/>
                </a:lnTo>
                <a:lnTo>
                  <a:pt x="11068200" y="1441747"/>
                </a:lnTo>
                <a:lnTo>
                  <a:pt x="11045700" y="1427731"/>
                </a:lnTo>
                <a:lnTo>
                  <a:pt x="11023200" y="1411200"/>
                </a:lnTo>
                <a:lnTo>
                  <a:pt x="11023200" y="1411200"/>
                </a:lnTo>
                <a:lnTo>
                  <a:pt x="11000700" y="1427731"/>
                </a:lnTo>
                <a:lnTo>
                  <a:pt x="10978200" y="1441747"/>
                </a:lnTo>
                <a:lnTo>
                  <a:pt x="10955700" y="1451111"/>
                </a:lnTo>
                <a:lnTo>
                  <a:pt x="10933200" y="1454400"/>
                </a:lnTo>
                <a:lnTo>
                  <a:pt x="10910700" y="1451111"/>
                </a:lnTo>
                <a:lnTo>
                  <a:pt x="10888200" y="1441747"/>
                </a:lnTo>
                <a:lnTo>
                  <a:pt x="10865700" y="1427731"/>
                </a:lnTo>
                <a:lnTo>
                  <a:pt x="10843200" y="1411200"/>
                </a:lnTo>
                <a:lnTo>
                  <a:pt x="10843200" y="1411200"/>
                </a:lnTo>
                <a:lnTo>
                  <a:pt x="10820700" y="1427731"/>
                </a:lnTo>
                <a:lnTo>
                  <a:pt x="10798200" y="1441747"/>
                </a:lnTo>
                <a:lnTo>
                  <a:pt x="10775700" y="1451111"/>
                </a:lnTo>
                <a:lnTo>
                  <a:pt x="10753200" y="1454400"/>
                </a:lnTo>
                <a:lnTo>
                  <a:pt x="10730700" y="1451111"/>
                </a:lnTo>
                <a:lnTo>
                  <a:pt x="10708200" y="1441747"/>
                </a:lnTo>
                <a:lnTo>
                  <a:pt x="10685700" y="1427731"/>
                </a:lnTo>
                <a:lnTo>
                  <a:pt x="10663200" y="1411200"/>
                </a:lnTo>
                <a:lnTo>
                  <a:pt x="10663200" y="1411200"/>
                </a:lnTo>
                <a:lnTo>
                  <a:pt x="10640700" y="1427731"/>
                </a:lnTo>
                <a:lnTo>
                  <a:pt x="10618200" y="1441747"/>
                </a:lnTo>
                <a:lnTo>
                  <a:pt x="10595700" y="1451111"/>
                </a:lnTo>
                <a:lnTo>
                  <a:pt x="10573200" y="1454400"/>
                </a:lnTo>
                <a:lnTo>
                  <a:pt x="10550700" y="1451111"/>
                </a:lnTo>
                <a:lnTo>
                  <a:pt x="10528200" y="1441747"/>
                </a:lnTo>
                <a:lnTo>
                  <a:pt x="10505700" y="1427731"/>
                </a:lnTo>
                <a:lnTo>
                  <a:pt x="10483200" y="1411200"/>
                </a:lnTo>
                <a:lnTo>
                  <a:pt x="10483200" y="1411200"/>
                </a:lnTo>
                <a:lnTo>
                  <a:pt x="10460700" y="1427731"/>
                </a:lnTo>
                <a:lnTo>
                  <a:pt x="10438200" y="1441747"/>
                </a:lnTo>
                <a:lnTo>
                  <a:pt x="10415700" y="1451111"/>
                </a:lnTo>
                <a:lnTo>
                  <a:pt x="10393200" y="1454400"/>
                </a:lnTo>
                <a:lnTo>
                  <a:pt x="10370700" y="1451111"/>
                </a:lnTo>
                <a:lnTo>
                  <a:pt x="10348200" y="1441747"/>
                </a:lnTo>
                <a:lnTo>
                  <a:pt x="10325700" y="1427731"/>
                </a:lnTo>
                <a:lnTo>
                  <a:pt x="10303200" y="1411200"/>
                </a:lnTo>
                <a:lnTo>
                  <a:pt x="10303200" y="1411200"/>
                </a:lnTo>
                <a:lnTo>
                  <a:pt x="10280700" y="1427731"/>
                </a:lnTo>
                <a:lnTo>
                  <a:pt x="10258200" y="1441747"/>
                </a:lnTo>
                <a:lnTo>
                  <a:pt x="10235700" y="1451111"/>
                </a:lnTo>
                <a:lnTo>
                  <a:pt x="10213200" y="1454400"/>
                </a:lnTo>
                <a:lnTo>
                  <a:pt x="10190700" y="1451111"/>
                </a:lnTo>
                <a:lnTo>
                  <a:pt x="10168200" y="1441747"/>
                </a:lnTo>
                <a:lnTo>
                  <a:pt x="10145700" y="1427731"/>
                </a:lnTo>
                <a:lnTo>
                  <a:pt x="10123200" y="1411200"/>
                </a:lnTo>
                <a:lnTo>
                  <a:pt x="10123200" y="1411200"/>
                </a:lnTo>
                <a:lnTo>
                  <a:pt x="10100700" y="1427731"/>
                </a:lnTo>
                <a:lnTo>
                  <a:pt x="10078200" y="1441747"/>
                </a:lnTo>
                <a:lnTo>
                  <a:pt x="10055700" y="1451111"/>
                </a:lnTo>
                <a:lnTo>
                  <a:pt x="10033200" y="1454400"/>
                </a:lnTo>
                <a:lnTo>
                  <a:pt x="10010700" y="1451111"/>
                </a:lnTo>
                <a:lnTo>
                  <a:pt x="9988200" y="1441747"/>
                </a:lnTo>
                <a:lnTo>
                  <a:pt x="9965700" y="1427731"/>
                </a:lnTo>
                <a:lnTo>
                  <a:pt x="9943200" y="1411200"/>
                </a:lnTo>
                <a:lnTo>
                  <a:pt x="9943200" y="1411200"/>
                </a:lnTo>
                <a:lnTo>
                  <a:pt x="9920700" y="1427731"/>
                </a:lnTo>
                <a:lnTo>
                  <a:pt x="9898200" y="1441747"/>
                </a:lnTo>
                <a:lnTo>
                  <a:pt x="9875700" y="1451111"/>
                </a:lnTo>
                <a:lnTo>
                  <a:pt x="9853200" y="1454400"/>
                </a:lnTo>
                <a:lnTo>
                  <a:pt x="9830700" y="1451111"/>
                </a:lnTo>
                <a:lnTo>
                  <a:pt x="9808200" y="1441747"/>
                </a:lnTo>
                <a:lnTo>
                  <a:pt x="9785700" y="1427731"/>
                </a:lnTo>
                <a:lnTo>
                  <a:pt x="9763200" y="1411200"/>
                </a:lnTo>
                <a:lnTo>
                  <a:pt x="9763200" y="1411200"/>
                </a:lnTo>
                <a:lnTo>
                  <a:pt x="9740700" y="1427731"/>
                </a:lnTo>
                <a:lnTo>
                  <a:pt x="9718200" y="1441747"/>
                </a:lnTo>
                <a:lnTo>
                  <a:pt x="9695700" y="1451111"/>
                </a:lnTo>
                <a:lnTo>
                  <a:pt x="9673200" y="1454400"/>
                </a:lnTo>
                <a:lnTo>
                  <a:pt x="9650700" y="1451111"/>
                </a:lnTo>
                <a:lnTo>
                  <a:pt x="9628200" y="1441747"/>
                </a:lnTo>
                <a:lnTo>
                  <a:pt x="9605700" y="1427731"/>
                </a:lnTo>
                <a:lnTo>
                  <a:pt x="9583200" y="1411200"/>
                </a:lnTo>
                <a:lnTo>
                  <a:pt x="9583200" y="1411200"/>
                </a:lnTo>
                <a:lnTo>
                  <a:pt x="9560700" y="1427731"/>
                </a:lnTo>
                <a:lnTo>
                  <a:pt x="9538200" y="1441747"/>
                </a:lnTo>
                <a:lnTo>
                  <a:pt x="9515700" y="1451111"/>
                </a:lnTo>
                <a:lnTo>
                  <a:pt x="9493200" y="1454400"/>
                </a:lnTo>
                <a:lnTo>
                  <a:pt x="9470700" y="1451111"/>
                </a:lnTo>
                <a:lnTo>
                  <a:pt x="9448200" y="1441747"/>
                </a:lnTo>
                <a:lnTo>
                  <a:pt x="9425700" y="1427731"/>
                </a:lnTo>
                <a:lnTo>
                  <a:pt x="9403200" y="1411200"/>
                </a:lnTo>
                <a:lnTo>
                  <a:pt x="9403200" y="1411200"/>
                </a:lnTo>
                <a:lnTo>
                  <a:pt x="9380700" y="1427731"/>
                </a:lnTo>
                <a:lnTo>
                  <a:pt x="9358200" y="1441747"/>
                </a:lnTo>
                <a:lnTo>
                  <a:pt x="9335700" y="1451111"/>
                </a:lnTo>
                <a:lnTo>
                  <a:pt x="9313200" y="1454400"/>
                </a:lnTo>
                <a:lnTo>
                  <a:pt x="9290700" y="1451111"/>
                </a:lnTo>
                <a:lnTo>
                  <a:pt x="9268200" y="1441747"/>
                </a:lnTo>
                <a:lnTo>
                  <a:pt x="9245700" y="1427731"/>
                </a:lnTo>
                <a:lnTo>
                  <a:pt x="9223200" y="1411200"/>
                </a:lnTo>
                <a:lnTo>
                  <a:pt x="9223200" y="1411200"/>
                </a:lnTo>
                <a:lnTo>
                  <a:pt x="9200700" y="1427731"/>
                </a:lnTo>
                <a:lnTo>
                  <a:pt x="9178200" y="1441747"/>
                </a:lnTo>
                <a:lnTo>
                  <a:pt x="9155700" y="1451111"/>
                </a:lnTo>
                <a:lnTo>
                  <a:pt x="9133200" y="1454400"/>
                </a:lnTo>
                <a:lnTo>
                  <a:pt x="9110700" y="1451111"/>
                </a:lnTo>
                <a:lnTo>
                  <a:pt x="9088200" y="1441747"/>
                </a:lnTo>
                <a:lnTo>
                  <a:pt x="9065700" y="1427731"/>
                </a:lnTo>
                <a:lnTo>
                  <a:pt x="9043200" y="1411200"/>
                </a:lnTo>
                <a:lnTo>
                  <a:pt x="9043200" y="1411200"/>
                </a:lnTo>
                <a:lnTo>
                  <a:pt x="9020700" y="1427731"/>
                </a:lnTo>
                <a:lnTo>
                  <a:pt x="8998200" y="1441747"/>
                </a:lnTo>
                <a:lnTo>
                  <a:pt x="8975700" y="1451111"/>
                </a:lnTo>
                <a:lnTo>
                  <a:pt x="8953200" y="1454400"/>
                </a:lnTo>
                <a:lnTo>
                  <a:pt x="8930700" y="1451111"/>
                </a:lnTo>
                <a:lnTo>
                  <a:pt x="8908200" y="1441747"/>
                </a:lnTo>
                <a:lnTo>
                  <a:pt x="8885700" y="1427731"/>
                </a:lnTo>
                <a:lnTo>
                  <a:pt x="8863200" y="1411200"/>
                </a:lnTo>
                <a:lnTo>
                  <a:pt x="8863200" y="1411200"/>
                </a:lnTo>
                <a:lnTo>
                  <a:pt x="8840700" y="1427731"/>
                </a:lnTo>
                <a:lnTo>
                  <a:pt x="8818200" y="1441747"/>
                </a:lnTo>
                <a:lnTo>
                  <a:pt x="8795700" y="1451111"/>
                </a:lnTo>
                <a:lnTo>
                  <a:pt x="8773200" y="1454400"/>
                </a:lnTo>
                <a:lnTo>
                  <a:pt x="8750700" y="1451111"/>
                </a:lnTo>
                <a:lnTo>
                  <a:pt x="8728200" y="1441747"/>
                </a:lnTo>
                <a:lnTo>
                  <a:pt x="8705700" y="1427731"/>
                </a:lnTo>
                <a:lnTo>
                  <a:pt x="8683200" y="1411200"/>
                </a:lnTo>
                <a:lnTo>
                  <a:pt x="8683200" y="1411200"/>
                </a:lnTo>
                <a:lnTo>
                  <a:pt x="8660700" y="1427731"/>
                </a:lnTo>
                <a:lnTo>
                  <a:pt x="8638200" y="1441747"/>
                </a:lnTo>
                <a:lnTo>
                  <a:pt x="8615700" y="1451111"/>
                </a:lnTo>
                <a:lnTo>
                  <a:pt x="8593200" y="1454400"/>
                </a:lnTo>
                <a:lnTo>
                  <a:pt x="8570700" y="1451111"/>
                </a:lnTo>
                <a:lnTo>
                  <a:pt x="8548200" y="1441747"/>
                </a:lnTo>
                <a:lnTo>
                  <a:pt x="8525700" y="1427731"/>
                </a:lnTo>
                <a:lnTo>
                  <a:pt x="8503200" y="1411200"/>
                </a:lnTo>
                <a:lnTo>
                  <a:pt x="8503200" y="1411200"/>
                </a:lnTo>
                <a:lnTo>
                  <a:pt x="8480700" y="1427731"/>
                </a:lnTo>
                <a:lnTo>
                  <a:pt x="8458200" y="1441747"/>
                </a:lnTo>
                <a:lnTo>
                  <a:pt x="8435700" y="1451111"/>
                </a:lnTo>
                <a:lnTo>
                  <a:pt x="8413200" y="1454400"/>
                </a:lnTo>
                <a:lnTo>
                  <a:pt x="8390700" y="1451111"/>
                </a:lnTo>
                <a:lnTo>
                  <a:pt x="8368200" y="1441747"/>
                </a:lnTo>
                <a:lnTo>
                  <a:pt x="8345700" y="1427731"/>
                </a:lnTo>
                <a:lnTo>
                  <a:pt x="8323200" y="1411200"/>
                </a:lnTo>
                <a:lnTo>
                  <a:pt x="8323200" y="1411200"/>
                </a:lnTo>
                <a:lnTo>
                  <a:pt x="8300700" y="1427731"/>
                </a:lnTo>
                <a:lnTo>
                  <a:pt x="8278200" y="1441747"/>
                </a:lnTo>
                <a:lnTo>
                  <a:pt x="8255700" y="1451111"/>
                </a:lnTo>
                <a:lnTo>
                  <a:pt x="8233200" y="1454400"/>
                </a:lnTo>
                <a:lnTo>
                  <a:pt x="8210700" y="1451111"/>
                </a:lnTo>
                <a:lnTo>
                  <a:pt x="8188200" y="1441747"/>
                </a:lnTo>
                <a:lnTo>
                  <a:pt x="8165700" y="1427731"/>
                </a:lnTo>
                <a:lnTo>
                  <a:pt x="8143200" y="1411200"/>
                </a:lnTo>
                <a:lnTo>
                  <a:pt x="8143200" y="1411200"/>
                </a:lnTo>
                <a:lnTo>
                  <a:pt x="8120700" y="1427731"/>
                </a:lnTo>
                <a:lnTo>
                  <a:pt x="8098200" y="1441747"/>
                </a:lnTo>
                <a:lnTo>
                  <a:pt x="8075700" y="1451111"/>
                </a:lnTo>
                <a:lnTo>
                  <a:pt x="8053200" y="1454400"/>
                </a:lnTo>
                <a:lnTo>
                  <a:pt x="8030700" y="1451111"/>
                </a:lnTo>
                <a:lnTo>
                  <a:pt x="8008200" y="1441747"/>
                </a:lnTo>
                <a:lnTo>
                  <a:pt x="7985700" y="1427731"/>
                </a:lnTo>
                <a:lnTo>
                  <a:pt x="7963200" y="1411200"/>
                </a:lnTo>
                <a:lnTo>
                  <a:pt x="7963200" y="1411200"/>
                </a:lnTo>
                <a:lnTo>
                  <a:pt x="7940700" y="1427731"/>
                </a:lnTo>
                <a:lnTo>
                  <a:pt x="7918200" y="1441747"/>
                </a:lnTo>
                <a:lnTo>
                  <a:pt x="7895700" y="1451111"/>
                </a:lnTo>
                <a:lnTo>
                  <a:pt x="7873200" y="1454400"/>
                </a:lnTo>
                <a:lnTo>
                  <a:pt x="7850700" y="1451111"/>
                </a:lnTo>
                <a:lnTo>
                  <a:pt x="7828200" y="1441747"/>
                </a:lnTo>
                <a:lnTo>
                  <a:pt x="7805700" y="1427731"/>
                </a:lnTo>
                <a:lnTo>
                  <a:pt x="7783200" y="1411200"/>
                </a:lnTo>
                <a:lnTo>
                  <a:pt x="7783200" y="1411200"/>
                </a:lnTo>
                <a:lnTo>
                  <a:pt x="7760700" y="1427731"/>
                </a:lnTo>
                <a:lnTo>
                  <a:pt x="7738200" y="1441747"/>
                </a:lnTo>
                <a:lnTo>
                  <a:pt x="7715700" y="1451111"/>
                </a:lnTo>
                <a:lnTo>
                  <a:pt x="7693200" y="1454400"/>
                </a:lnTo>
                <a:lnTo>
                  <a:pt x="7670700" y="1451111"/>
                </a:lnTo>
                <a:lnTo>
                  <a:pt x="7648200" y="1441747"/>
                </a:lnTo>
                <a:lnTo>
                  <a:pt x="7625700" y="1427731"/>
                </a:lnTo>
                <a:lnTo>
                  <a:pt x="7603200" y="1411200"/>
                </a:lnTo>
                <a:lnTo>
                  <a:pt x="7603200" y="1411200"/>
                </a:lnTo>
                <a:lnTo>
                  <a:pt x="7580700" y="1427731"/>
                </a:lnTo>
                <a:lnTo>
                  <a:pt x="7558200" y="1441747"/>
                </a:lnTo>
                <a:lnTo>
                  <a:pt x="7535700" y="1451111"/>
                </a:lnTo>
                <a:lnTo>
                  <a:pt x="7513200" y="1454400"/>
                </a:lnTo>
                <a:lnTo>
                  <a:pt x="7490700" y="1451111"/>
                </a:lnTo>
                <a:lnTo>
                  <a:pt x="7468200" y="1441747"/>
                </a:lnTo>
                <a:lnTo>
                  <a:pt x="7445700" y="1427731"/>
                </a:lnTo>
                <a:lnTo>
                  <a:pt x="7423200" y="1411200"/>
                </a:lnTo>
                <a:lnTo>
                  <a:pt x="7423200" y="1411200"/>
                </a:lnTo>
                <a:lnTo>
                  <a:pt x="7400700" y="1427731"/>
                </a:lnTo>
                <a:lnTo>
                  <a:pt x="7378200" y="1441747"/>
                </a:lnTo>
                <a:lnTo>
                  <a:pt x="7355700" y="1451111"/>
                </a:lnTo>
                <a:lnTo>
                  <a:pt x="7333200" y="1454400"/>
                </a:lnTo>
                <a:lnTo>
                  <a:pt x="7310700" y="1451111"/>
                </a:lnTo>
                <a:lnTo>
                  <a:pt x="7288200" y="1441747"/>
                </a:lnTo>
                <a:lnTo>
                  <a:pt x="7265700" y="1427731"/>
                </a:lnTo>
                <a:lnTo>
                  <a:pt x="7243200" y="1411200"/>
                </a:lnTo>
                <a:lnTo>
                  <a:pt x="7243200" y="1411200"/>
                </a:lnTo>
                <a:lnTo>
                  <a:pt x="7220700" y="1427731"/>
                </a:lnTo>
                <a:lnTo>
                  <a:pt x="7198200" y="1441747"/>
                </a:lnTo>
                <a:lnTo>
                  <a:pt x="7175700" y="1451111"/>
                </a:lnTo>
                <a:lnTo>
                  <a:pt x="7153200" y="1454400"/>
                </a:lnTo>
                <a:lnTo>
                  <a:pt x="7130700" y="1451111"/>
                </a:lnTo>
                <a:lnTo>
                  <a:pt x="7108200" y="1441747"/>
                </a:lnTo>
                <a:lnTo>
                  <a:pt x="7085700" y="1427731"/>
                </a:lnTo>
                <a:lnTo>
                  <a:pt x="7063200" y="1411200"/>
                </a:lnTo>
                <a:lnTo>
                  <a:pt x="7063200" y="1411200"/>
                </a:lnTo>
                <a:lnTo>
                  <a:pt x="7040700" y="1427731"/>
                </a:lnTo>
                <a:lnTo>
                  <a:pt x="7018200" y="1441747"/>
                </a:lnTo>
                <a:lnTo>
                  <a:pt x="6995700" y="1451111"/>
                </a:lnTo>
                <a:lnTo>
                  <a:pt x="6973200" y="1454400"/>
                </a:lnTo>
                <a:lnTo>
                  <a:pt x="6950700" y="1451111"/>
                </a:lnTo>
                <a:lnTo>
                  <a:pt x="6928200" y="1441747"/>
                </a:lnTo>
                <a:lnTo>
                  <a:pt x="6905700" y="1427731"/>
                </a:lnTo>
                <a:lnTo>
                  <a:pt x="6883200" y="1411200"/>
                </a:lnTo>
                <a:lnTo>
                  <a:pt x="6883200" y="1411200"/>
                </a:lnTo>
                <a:lnTo>
                  <a:pt x="6860699" y="1427731"/>
                </a:lnTo>
                <a:lnTo>
                  <a:pt x="6838200" y="1441747"/>
                </a:lnTo>
                <a:lnTo>
                  <a:pt x="6815700" y="1451111"/>
                </a:lnTo>
                <a:lnTo>
                  <a:pt x="6793200" y="1454400"/>
                </a:lnTo>
                <a:lnTo>
                  <a:pt x="6770700" y="1451111"/>
                </a:lnTo>
                <a:lnTo>
                  <a:pt x="6748200" y="1441747"/>
                </a:lnTo>
                <a:lnTo>
                  <a:pt x="6725700" y="1427731"/>
                </a:lnTo>
                <a:lnTo>
                  <a:pt x="6703199" y="1411200"/>
                </a:lnTo>
                <a:lnTo>
                  <a:pt x="6703199" y="1411200"/>
                </a:lnTo>
                <a:lnTo>
                  <a:pt x="6680700" y="1427731"/>
                </a:lnTo>
                <a:lnTo>
                  <a:pt x="6658200" y="1441747"/>
                </a:lnTo>
                <a:lnTo>
                  <a:pt x="6635700" y="1451111"/>
                </a:lnTo>
                <a:lnTo>
                  <a:pt x="6613200" y="1454400"/>
                </a:lnTo>
                <a:lnTo>
                  <a:pt x="6590699" y="1451111"/>
                </a:lnTo>
                <a:lnTo>
                  <a:pt x="6568200" y="1441747"/>
                </a:lnTo>
                <a:lnTo>
                  <a:pt x="6545700" y="1427731"/>
                </a:lnTo>
                <a:lnTo>
                  <a:pt x="6523200" y="1411200"/>
                </a:lnTo>
                <a:lnTo>
                  <a:pt x="6523200" y="1411200"/>
                </a:lnTo>
                <a:lnTo>
                  <a:pt x="6500700" y="1427731"/>
                </a:lnTo>
                <a:lnTo>
                  <a:pt x="6478200" y="1441747"/>
                </a:lnTo>
                <a:lnTo>
                  <a:pt x="6455700" y="1451111"/>
                </a:lnTo>
                <a:lnTo>
                  <a:pt x="6433199" y="1454400"/>
                </a:lnTo>
                <a:lnTo>
                  <a:pt x="6410700" y="1451111"/>
                </a:lnTo>
                <a:lnTo>
                  <a:pt x="6388200" y="1441747"/>
                </a:lnTo>
                <a:lnTo>
                  <a:pt x="6365700" y="1427731"/>
                </a:lnTo>
                <a:lnTo>
                  <a:pt x="6343200" y="1411200"/>
                </a:lnTo>
                <a:lnTo>
                  <a:pt x="6343200" y="1411200"/>
                </a:lnTo>
                <a:lnTo>
                  <a:pt x="6320700" y="1427731"/>
                </a:lnTo>
                <a:lnTo>
                  <a:pt x="6298200" y="1441747"/>
                </a:lnTo>
                <a:lnTo>
                  <a:pt x="6275699" y="1451111"/>
                </a:lnTo>
                <a:lnTo>
                  <a:pt x="6253200" y="1454400"/>
                </a:lnTo>
                <a:lnTo>
                  <a:pt x="6230700" y="1451111"/>
                </a:lnTo>
                <a:lnTo>
                  <a:pt x="6208200" y="1441747"/>
                </a:lnTo>
                <a:lnTo>
                  <a:pt x="6185700" y="1427731"/>
                </a:lnTo>
                <a:lnTo>
                  <a:pt x="6163199" y="1411200"/>
                </a:lnTo>
                <a:lnTo>
                  <a:pt x="6163199" y="1411200"/>
                </a:lnTo>
                <a:lnTo>
                  <a:pt x="6140700" y="1427731"/>
                </a:lnTo>
                <a:lnTo>
                  <a:pt x="6118200" y="1441747"/>
                </a:lnTo>
                <a:lnTo>
                  <a:pt x="6095700" y="1451111"/>
                </a:lnTo>
                <a:lnTo>
                  <a:pt x="6073200" y="1454400"/>
                </a:lnTo>
                <a:lnTo>
                  <a:pt x="6050700" y="1451111"/>
                </a:lnTo>
                <a:lnTo>
                  <a:pt x="6028200" y="1441747"/>
                </a:lnTo>
                <a:lnTo>
                  <a:pt x="6005699" y="1427731"/>
                </a:lnTo>
                <a:lnTo>
                  <a:pt x="5983200" y="1411200"/>
                </a:lnTo>
                <a:lnTo>
                  <a:pt x="5983200" y="1411200"/>
                </a:lnTo>
                <a:lnTo>
                  <a:pt x="5960700" y="1427731"/>
                </a:lnTo>
                <a:lnTo>
                  <a:pt x="5938200" y="1441747"/>
                </a:lnTo>
                <a:lnTo>
                  <a:pt x="5915700" y="1451111"/>
                </a:lnTo>
                <a:lnTo>
                  <a:pt x="5893200" y="1454400"/>
                </a:lnTo>
                <a:lnTo>
                  <a:pt x="5870700" y="1451111"/>
                </a:lnTo>
                <a:lnTo>
                  <a:pt x="5848199" y="1441747"/>
                </a:lnTo>
                <a:lnTo>
                  <a:pt x="5825700" y="1427731"/>
                </a:lnTo>
                <a:lnTo>
                  <a:pt x="5803200" y="1411200"/>
                </a:lnTo>
                <a:lnTo>
                  <a:pt x="5803200" y="1411200"/>
                </a:lnTo>
                <a:lnTo>
                  <a:pt x="5780700" y="1427731"/>
                </a:lnTo>
                <a:lnTo>
                  <a:pt x="5758200" y="1441747"/>
                </a:lnTo>
                <a:lnTo>
                  <a:pt x="5735699" y="1451111"/>
                </a:lnTo>
                <a:lnTo>
                  <a:pt x="5713200" y="1454400"/>
                </a:lnTo>
                <a:lnTo>
                  <a:pt x="5690700" y="1451111"/>
                </a:lnTo>
                <a:lnTo>
                  <a:pt x="5668200" y="1441747"/>
                </a:lnTo>
                <a:lnTo>
                  <a:pt x="5645700" y="1427731"/>
                </a:lnTo>
                <a:lnTo>
                  <a:pt x="5623200" y="1411200"/>
                </a:lnTo>
                <a:lnTo>
                  <a:pt x="5623200" y="1411200"/>
                </a:lnTo>
                <a:lnTo>
                  <a:pt x="5600700" y="1427731"/>
                </a:lnTo>
                <a:lnTo>
                  <a:pt x="5578199" y="1441747"/>
                </a:lnTo>
                <a:lnTo>
                  <a:pt x="5555700" y="1451111"/>
                </a:lnTo>
                <a:lnTo>
                  <a:pt x="5533200" y="1454400"/>
                </a:lnTo>
                <a:lnTo>
                  <a:pt x="5510700" y="1451111"/>
                </a:lnTo>
                <a:lnTo>
                  <a:pt x="5488200" y="1441747"/>
                </a:lnTo>
                <a:lnTo>
                  <a:pt x="5465700" y="1427731"/>
                </a:lnTo>
                <a:lnTo>
                  <a:pt x="5443200" y="1411200"/>
                </a:lnTo>
                <a:lnTo>
                  <a:pt x="5443200" y="1411200"/>
                </a:lnTo>
                <a:lnTo>
                  <a:pt x="5420699" y="1427731"/>
                </a:lnTo>
                <a:lnTo>
                  <a:pt x="5398200" y="1441747"/>
                </a:lnTo>
                <a:lnTo>
                  <a:pt x="5375700" y="1451111"/>
                </a:lnTo>
                <a:lnTo>
                  <a:pt x="5353200" y="1454400"/>
                </a:lnTo>
                <a:lnTo>
                  <a:pt x="5330700" y="1451111"/>
                </a:lnTo>
                <a:lnTo>
                  <a:pt x="5308199" y="1441747"/>
                </a:lnTo>
                <a:lnTo>
                  <a:pt x="5285700" y="1427731"/>
                </a:lnTo>
                <a:lnTo>
                  <a:pt x="5263200" y="1411200"/>
                </a:lnTo>
                <a:lnTo>
                  <a:pt x="5263200" y="1411200"/>
                </a:lnTo>
                <a:lnTo>
                  <a:pt x="5240700" y="1427731"/>
                </a:lnTo>
                <a:lnTo>
                  <a:pt x="5218200" y="1441747"/>
                </a:lnTo>
                <a:lnTo>
                  <a:pt x="5195700" y="1451111"/>
                </a:lnTo>
                <a:lnTo>
                  <a:pt x="5173200" y="1454400"/>
                </a:lnTo>
                <a:lnTo>
                  <a:pt x="5150699" y="1451111"/>
                </a:lnTo>
                <a:lnTo>
                  <a:pt x="5128200" y="1441747"/>
                </a:lnTo>
                <a:lnTo>
                  <a:pt x="5105700" y="1427731"/>
                </a:lnTo>
                <a:lnTo>
                  <a:pt x="5083200" y="1411200"/>
                </a:lnTo>
                <a:lnTo>
                  <a:pt x="5083200" y="1411200"/>
                </a:lnTo>
                <a:lnTo>
                  <a:pt x="5060700" y="1427731"/>
                </a:lnTo>
                <a:lnTo>
                  <a:pt x="5038200" y="1441747"/>
                </a:lnTo>
                <a:lnTo>
                  <a:pt x="5015700" y="1451111"/>
                </a:lnTo>
                <a:lnTo>
                  <a:pt x="4993199" y="1454400"/>
                </a:lnTo>
                <a:lnTo>
                  <a:pt x="4970700" y="1451111"/>
                </a:lnTo>
                <a:lnTo>
                  <a:pt x="4948200" y="1441747"/>
                </a:lnTo>
                <a:lnTo>
                  <a:pt x="4925700" y="1427731"/>
                </a:lnTo>
                <a:lnTo>
                  <a:pt x="4903200" y="1411200"/>
                </a:lnTo>
                <a:lnTo>
                  <a:pt x="4903200" y="1411200"/>
                </a:lnTo>
                <a:lnTo>
                  <a:pt x="4880699" y="1427731"/>
                </a:lnTo>
                <a:lnTo>
                  <a:pt x="4858200" y="1441747"/>
                </a:lnTo>
                <a:lnTo>
                  <a:pt x="4835700" y="1451111"/>
                </a:lnTo>
                <a:lnTo>
                  <a:pt x="4813200" y="1454400"/>
                </a:lnTo>
                <a:lnTo>
                  <a:pt x="4790700" y="1451111"/>
                </a:lnTo>
                <a:lnTo>
                  <a:pt x="4768200" y="1441747"/>
                </a:lnTo>
                <a:lnTo>
                  <a:pt x="4745700" y="1427731"/>
                </a:lnTo>
                <a:lnTo>
                  <a:pt x="4723199" y="1411200"/>
                </a:lnTo>
                <a:lnTo>
                  <a:pt x="4723199" y="1411200"/>
                </a:lnTo>
                <a:lnTo>
                  <a:pt x="4700700" y="1427731"/>
                </a:lnTo>
                <a:lnTo>
                  <a:pt x="4678200" y="1441747"/>
                </a:lnTo>
                <a:lnTo>
                  <a:pt x="4655700" y="1451111"/>
                </a:lnTo>
                <a:lnTo>
                  <a:pt x="4633200" y="1454400"/>
                </a:lnTo>
                <a:lnTo>
                  <a:pt x="4610700" y="1451111"/>
                </a:lnTo>
                <a:lnTo>
                  <a:pt x="4588200" y="1441747"/>
                </a:lnTo>
                <a:lnTo>
                  <a:pt x="4565699" y="1427731"/>
                </a:lnTo>
                <a:lnTo>
                  <a:pt x="4543200" y="1411200"/>
                </a:lnTo>
                <a:lnTo>
                  <a:pt x="4543200" y="1411200"/>
                </a:lnTo>
                <a:lnTo>
                  <a:pt x="4520700" y="1427731"/>
                </a:lnTo>
                <a:lnTo>
                  <a:pt x="4498200" y="1441747"/>
                </a:lnTo>
                <a:lnTo>
                  <a:pt x="4475700" y="1451111"/>
                </a:lnTo>
                <a:lnTo>
                  <a:pt x="4453200" y="1454400"/>
                </a:lnTo>
                <a:lnTo>
                  <a:pt x="4430700" y="1451111"/>
                </a:lnTo>
                <a:lnTo>
                  <a:pt x="4408200" y="1441747"/>
                </a:lnTo>
                <a:lnTo>
                  <a:pt x="4385700" y="1427731"/>
                </a:lnTo>
                <a:lnTo>
                  <a:pt x="4363200" y="1411200"/>
                </a:lnTo>
                <a:lnTo>
                  <a:pt x="4363200" y="1411200"/>
                </a:lnTo>
                <a:lnTo>
                  <a:pt x="4340700" y="1427731"/>
                </a:lnTo>
                <a:lnTo>
                  <a:pt x="4318200" y="1441747"/>
                </a:lnTo>
                <a:lnTo>
                  <a:pt x="4295700" y="1451111"/>
                </a:lnTo>
                <a:lnTo>
                  <a:pt x="4273200" y="1454400"/>
                </a:lnTo>
                <a:lnTo>
                  <a:pt x="4250700" y="1451111"/>
                </a:lnTo>
                <a:lnTo>
                  <a:pt x="4228200" y="1441747"/>
                </a:lnTo>
                <a:lnTo>
                  <a:pt x="4205700" y="1427731"/>
                </a:lnTo>
                <a:lnTo>
                  <a:pt x="4183200" y="1411200"/>
                </a:lnTo>
                <a:lnTo>
                  <a:pt x="4183200" y="1411200"/>
                </a:lnTo>
                <a:lnTo>
                  <a:pt x="4160700" y="1427731"/>
                </a:lnTo>
                <a:lnTo>
                  <a:pt x="4138200" y="1441747"/>
                </a:lnTo>
                <a:lnTo>
                  <a:pt x="4115700" y="1451111"/>
                </a:lnTo>
                <a:lnTo>
                  <a:pt x="4093200" y="1454400"/>
                </a:lnTo>
                <a:lnTo>
                  <a:pt x="4070700" y="1451111"/>
                </a:lnTo>
                <a:lnTo>
                  <a:pt x="4048200" y="1441747"/>
                </a:lnTo>
                <a:lnTo>
                  <a:pt x="4025700" y="1427731"/>
                </a:lnTo>
                <a:lnTo>
                  <a:pt x="4003200" y="1411200"/>
                </a:lnTo>
                <a:lnTo>
                  <a:pt x="4003200" y="1411200"/>
                </a:lnTo>
                <a:lnTo>
                  <a:pt x="3980700" y="1427731"/>
                </a:lnTo>
                <a:lnTo>
                  <a:pt x="3958200" y="1441747"/>
                </a:lnTo>
                <a:lnTo>
                  <a:pt x="3935700" y="1451111"/>
                </a:lnTo>
                <a:lnTo>
                  <a:pt x="3913200" y="1454400"/>
                </a:lnTo>
                <a:lnTo>
                  <a:pt x="3890700" y="1451111"/>
                </a:lnTo>
                <a:lnTo>
                  <a:pt x="3868200" y="1441747"/>
                </a:lnTo>
                <a:lnTo>
                  <a:pt x="3845700" y="1427731"/>
                </a:lnTo>
                <a:lnTo>
                  <a:pt x="3823200" y="1411200"/>
                </a:lnTo>
                <a:lnTo>
                  <a:pt x="3823200" y="1411200"/>
                </a:lnTo>
                <a:lnTo>
                  <a:pt x="3800700" y="1427731"/>
                </a:lnTo>
                <a:lnTo>
                  <a:pt x="3778200" y="1441747"/>
                </a:lnTo>
                <a:lnTo>
                  <a:pt x="3755700" y="1451111"/>
                </a:lnTo>
                <a:lnTo>
                  <a:pt x="3733200" y="1454400"/>
                </a:lnTo>
                <a:lnTo>
                  <a:pt x="3710700" y="1451111"/>
                </a:lnTo>
                <a:lnTo>
                  <a:pt x="3688200" y="1441747"/>
                </a:lnTo>
                <a:lnTo>
                  <a:pt x="3665700" y="1427731"/>
                </a:lnTo>
                <a:lnTo>
                  <a:pt x="3643200" y="1411200"/>
                </a:lnTo>
                <a:lnTo>
                  <a:pt x="3643200" y="1411200"/>
                </a:lnTo>
                <a:lnTo>
                  <a:pt x="3620700" y="1427731"/>
                </a:lnTo>
                <a:lnTo>
                  <a:pt x="3598200" y="1441747"/>
                </a:lnTo>
                <a:lnTo>
                  <a:pt x="3575700" y="1451111"/>
                </a:lnTo>
                <a:lnTo>
                  <a:pt x="3553200" y="1454400"/>
                </a:lnTo>
                <a:lnTo>
                  <a:pt x="3530700" y="1451111"/>
                </a:lnTo>
                <a:lnTo>
                  <a:pt x="3508200" y="1441747"/>
                </a:lnTo>
                <a:lnTo>
                  <a:pt x="3485700" y="1427731"/>
                </a:lnTo>
                <a:lnTo>
                  <a:pt x="3463200" y="1411200"/>
                </a:lnTo>
                <a:lnTo>
                  <a:pt x="3463200" y="1411200"/>
                </a:lnTo>
                <a:lnTo>
                  <a:pt x="3440700" y="1427731"/>
                </a:lnTo>
                <a:lnTo>
                  <a:pt x="3418200" y="1441747"/>
                </a:lnTo>
                <a:lnTo>
                  <a:pt x="3395700" y="1451111"/>
                </a:lnTo>
                <a:lnTo>
                  <a:pt x="3373200" y="1454400"/>
                </a:lnTo>
                <a:lnTo>
                  <a:pt x="3350700" y="1451111"/>
                </a:lnTo>
                <a:lnTo>
                  <a:pt x="3328200" y="1441747"/>
                </a:lnTo>
                <a:lnTo>
                  <a:pt x="3305700" y="1427731"/>
                </a:lnTo>
                <a:lnTo>
                  <a:pt x="3283200" y="1411200"/>
                </a:lnTo>
                <a:lnTo>
                  <a:pt x="3283200" y="1411200"/>
                </a:lnTo>
                <a:lnTo>
                  <a:pt x="3260700" y="1427731"/>
                </a:lnTo>
                <a:lnTo>
                  <a:pt x="3238200" y="1441747"/>
                </a:lnTo>
                <a:lnTo>
                  <a:pt x="3215700" y="1451111"/>
                </a:lnTo>
                <a:lnTo>
                  <a:pt x="3193200" y="1454400"/>
                </a:lnTo>
                <a:lnTo>
                  <a:pt x="3170700" y="1451111"/>
                </a:lnTo>
                <a:lnTo>
                  <a:pt x="3148200" y="1441747"/>
                </a:lnTo>
                <a:lnTo>
                  <a:pt x="3125700" y="1427731"/>
                </a:lnTo>
                <a:lnTo>
                  <a:pt x="3103200" y="1411200"/>
                </a:lnTo>
                <a:lnTo>
                  <a:pt x="3103200" y="1411200"/>
                </a:lnTo>
                <a:lnTo>
                  <a:pt x="3080700" y="1427731"/>
                </a:lnTo>
                <a:lnTo>
                  <a:pt x="3058200" y="1441747"/>
                </a:lnTo>
                <a:lnTo>
                  <a:pt x="3035700" y="1451111"/>
                </a:lnTo>
                <a:lnTo>
                  <a:pt x="3013200" y="1454400"/>
                </a:lnTo>
                <a:lnTo>
                  <a:pt x="2990700" y="1451111"/>
                </a:lnTo>
                <a:lnTo>
                  <a:pt x="2968200" y="1441747"/>
                </a:lnTo>
                <a:lnTo>
                  <a:pt x="2945700" y="1427731"/>
                </a:lnTo>
                <a:lnTo>
                  <a:pt x="2923200" y="1411200"/>
                </a:lnTo>
                <a:lnTo>
                  <a:pt x="2923200" y="1411200"/>
                </a:lnTo>
                <a:lnTo>
                  <a:pt x="2900700" y="1427731"/>
                </a:lnTo>
                <a:lnTo>
                  <a:pt x="2878200" y="1441747"/>
                </a:lnTo>
                <a:lnTo>
                  <a:pt x="2855700" y="1451111"/>
                </a:lnTo>
                <a:lnTo>
                  <a:pt x="2833200" y="1454400"/>
                </a:lnTo>
                <a:lnTo>
                  <a:pt x="2810700" y="1451111"/>
                </a:lnTo>
                <a:lnTo>
                  <a:pt x="2788200" y="1441747"/>
                </a:lnTo>
                <a:lnTo>
                  <a:pt x="2765700" y="1427731"/>
                </a:lnTo>
                <a:lnTo>
                  <a:pt x="2743200" y="1411200"/>
                </a:lnTo>
                <a:lnTo>
                  <a:pt x="2743200" y="1411200"/>
                </a:lnTo>
                <a:lnTo>
                  <a:pt x="2720700" y="1427731"/>
                </a:lnTo>
                <a:lnTo>
                  <a:pt x="2698200" y="1441747"/>
                </a:lnTo>
                <a:lnTo>
                  <a:pt x="2675700" y="1451111"/>
                </a:lnTo>
                <a:lnTo>
                  <a:pt x="2653200" y="1454400"/>
                </a:lnTo>
                <a:lnTo>
                  <a:pt x="2630700" y="1451111"/>
                </a:lnTo>
                <a:lnTo>
                  <a:pt x="2608200" y="1441747"/>
                </a:lnTo>
                <a:lnTo>
                  <a:pt x="2585700" y="1427731"/>
                </a:lnTo>
                <a:lnTo>
                  <a:pt x="2563200" y="1411200"/>
                </a:lnTo>
                <a:lnTo>
                  <a:pt x="2563200" y="1411200"/>
                </a:lnTo>
                <a:lnTo>
                  <a:pt x="2540700" y="1427731"/>
                </a:lnTo>
                <a:lnTo>
                  <a:pt x="2518200" y="1441747"/>
                </a:lnTo>
                <a:lnTo>
                  <a:pt x="2495700" y="1451111"/>
                </a:lnTo>
                <a:lnTo>
                  <a:pt x="2473200" y="1454400"/>
                </a:lnTo>
                <a:lnTo>
                  <a:pt x="2450700" y="1451111"/>
                </a:lnTo>
                <a:lnTo>
                  <a:pt x="2428200" y="1441747"/>
                </a:lnTo>
                <a:lnTo>
                  <a:pt x="2405700" y="1427731"/>
                </a:lnTo>
                <a:lnTo>
                  <a:pt x="2383200" y="1411200"/>
                </a:lnTo>
                <a:lnTo>
                  <a:pt x="2383200" y="1411200"/>
                </a:lnTo>
                <a:lnTo>
                  <a:pt x="2360700" y="1427731"/>
                </a:lnTo>
                <a:lnTo>
                  <a:pt x="2338200" y="1441747"/>
                </a:lnTo>
                <a:lnTo>
                  <a:pt x="2315700" y="1451111"/>
                </a:lnTo>
                <a:lnTo>
                  <a:pt x="2293200" y="1454400"/>
                </a:lnTo>
                <a:lnTo>
                  <a:pt x="2270700" y="1451111"/>
                </a:lnTo>
                <a:lnTo>
                  <a:pt x="2248200" y="1441747"/>
                </a:lnTo>
                <a:lnTo>
                  <a:pt x="2225700" y="1427731"/>
                </a:lnTo>
                <a:lnTo>
                  <a:pt x="2203200" y="1411200"/>
                </a:lnTo>
                <a:lnTo>
                  <a:pt x="2203200" y="1411200"/>
                </a:lnTo>
                <a:lnTo>
                  <a:pt x="2180700" y="1427731"/>
                </a:lnTo>
                <a:lnTo>
                  <a:pt x="2158200" y="1441747"/>
                </a:lnTo>
                <a:lnTo>
                  <a:pt x="2135700" y="1451111"/>
                </a:lnTo>
                <a:lnTo>
                  <a:pt x="2113200" y="1454400"/>
                </a:lnTo>
                <a:lnTo>
                  <a:pt x="2090700" y="1451111"/>
                </a:lnTo>
                <a:lnTo>
                  <a:pt x="2068200" y="1441747"/>
                </a:lnTo>
                <a:lnTo>
                  <a:pt x="2045700" y="1427731"/>
                </a:lnTo>
                <a:lnTo>
                  <a:pt x="2023200" y="1411200"/>
                </a:lnTo>
                <a:lnTo>
                  <a:pt x="2023200" y="1411200"/>
                </a:lnTo>
                <a:lnTo>
                  <a:pt x="2000700" y="1427731"/>
                </a:lnTo>
                <a:lnTo>
                  <a:pt x="1978200" y="1441747"/>
                </a:lnTo>
                <a:lnTo>
                  <a:pt x="1955700" y="1451111"/>
                </a:lnTo>
                <a:lnTo>
                  <a:pt x="1933200" y="1454400"/>
                </a:lnTo>
                <a:lnTo>
                  <a:pt x="1910700" y="1451111"/>
                </a:lnTo>
                <a:lnTo>
                  <a:pt x="1888200" y="1441747"/>
                </a:lnTo>
                <a:lnTo>
                  <a:pt x="1865700" y="1427731"/>
                </a:lnTo>
                <a:lnTo>
                  <a:pt x="1843200" y="1411200"/>
                </a:lnTo>
                <a:lnTo>
                  <a:pt x="1843200" y="1411200"/>
                </a:lnTo>
                <a:lnTo>
                  <a:pt x="1820700" y="1427731"/>
                </a:lnTo>
                <a:lnTo>
                  <a:pt x="1798200" y="1441747"/>
                </a:lnTo>
                <a:lnTo>
                  <a:pt x="1775700" y="1451111"/>
                </a:lnTo>
                <a:lnTo>
                  <a:pt x="1753200" y="1454400"/>
                </a:lnTo>
                <a:lnTo>
                  <a:pt x="1730700" y="1451111"/>
                </a:lnTo>
                <a:lnTo>
                  <a:pt x="1708200" y="1441747"/>
                </a:lnTo>
                <a:lnTo>
                  <a:pt x="1685700" y="1427731"/>
                </a:lnTo>
                <a:lnTo>
                  <a:pt x="1663200" y="1411200"/>
                </a:lnTo>
                <a:lnTo>
                  <a:pt x="1663200" y="1411200"/>
                </a:lnTo>
                <a:lnTo>
                  <a:pt x="1640700" y="1427731"/>
                </a:lnTo>
                <a:lnTo>
                  <a:pt x="1618200" y="1441747"/>
                </a:lnTo>
                <a:lnTo>
                  <a:pt x="1595700" y="1451111"/>
                </a:lnTo>
                <a:lnTo>
                  <a:pt x="1573200" y="1454400"/>
                </a:lnTo>
                <a:lnTo>
                  <a:pt x="1550700" y="1451111"/>
                </a:lnTo>
                <a:lnTo>
                  <a:pt x="1528200" y="1441747"/>
                </a:lnTo>
                <a:lnTo>
                  <a:pt x="1505700" y="1427731"/>
                </a:lnTo>
                <a:lnTo>
                  <a:pt x="1483200" y="1411200"/>
                </a:lnTo>
                <a:lnTo>
                  <a:pt x="1483200" y="1411200"/>
                </a:lnTo>
                <a:lnTo>
                  <a:pt x="1460700" y="1427731"/>
                </a:lnTo>
                <a:lnTo>
                  <a:pt x="1438200" y="1441747"/>
                </a:lnTo>
                <a:lnTo>
                  <a:pt x="1415700" y="1451111"/>
                </a:lnTo>
                <a:lnTo>
                  <a:pt x="1393200" y="1454400"/>
                </a:lnTo>
                <a:lnTo>
                  <a:pt x="1370700" y="1451111"/>
                </a:lnTo>
                <a:lnTo>
                  <a:pt x="1348200" y="1441747"/>
                </a:lnTo>
                <a:lnTo>
                  <a:pt x="1325700" y="1427731"/>
                </a:lnTo>
                <a:lnTo>
                  <a:pt x="1303200" y="1411200"/>
                </a:lnTo>
                <a:lnTo>
                  <a:pt x="1303200" y="1411200"/>
                </a:lnTo>
                <a:lnTo>
                  <a:pt x="1280700" y="1427731"/>
                </a:lnTo>
                <a:lnTo>
                  <a:pt x="1258200" y="1441747"/>
                </a:lnTo>
                <a:lnTo>
                  <a:pt x="1235700" y="1451111"/>
                </a:lnTo>
                <a:lnTo>
                  <a:pt x="1213200" y="1454400"/>
                </a:lnTo>
                <a:lnTo>
                  <a:pt x="1190700" y="1451111"/>
                </a:lnTo>
                <a:lnTo>
                  <a:pt x="1168200" y="1441747"/>
                </a:lnTo>
                <a:lnTo>
                  <a:pt x="1145700" y="1427731"/>
                </a:lnTo>
                <a:lnTo>
                  <a:pt x="1123200" y="1411200"/>
                </a:lnTo>
                <a:lnTo>
                  <a:pt x="1123200" y="1411200"/>
                </a:lnTo>
                <a:lnTo>
                  <a:pt x="1100700" y="1427731"/>
                </a:lnTo>
                <a:lnTo>
                  <a:pt x="1078200" y="1441747"/>
                </a:lnTo>
                <a:lnTo>
                  <a:pt x="1055700" y="1451111"/>
                </a:lnTo>
                <a:lnTo>
                  <a:pt x="1033200" y="1454400"/>
                </a:lnTo>
                <a:lnTo>
                  <a:pt x="1010700" y="1451111"/>
                </a:lnTo>
                <a:lnTo>
                  <a:pt x="988200" y="1441747"/>
                </a:lnTo>
                <a:lnTo>
                  <a:pt x="965700" y="1427731"/>
                </a:lnTo>
                <a:lnTo>
                  <a:pt x="943200" y="1411200"/>
                </a:lnTo>
                <a:lnTo>
                  <a:pt x="943200" y="1411200"/>
                </a:lnTo>
                <a:lnTo>
                  <a:pt x="920700" y="1427731"/>
                </a:lnTo>
                <a:lnTo>
                  <a:pt x="898200" y="1441747"/>
                </a:lnTo>
                <a:lnTo>
                  <a:pt x="875700" y="1451111"/>
                </a:lnTo>
                <a:lnTo>
                  <a:pt x="853200" y="1454400"/>
                </a:lnTo>
                <a:lnTo>
                  <a:pt x="830700" y="1451111"/>
                </a:lnTo>
                <a:lnTo>
                  <a:pt x="808200" y="1441747"/>
                </a:lnTo>
                <a:lnTo>
                  <a:pt x="785700" y="1427731"/>
                </a:lnTo>
                <a:lnTo>
                  <a:pt x="763200" y="1411200"/>
                </a:lnTo>
                <a:lnTo>
                  <a:pt x="763200" y="1411200"/>
                </a:lnTo>
                <a:lnTo>
                  <a:pt x="740700" y="1427731"/>
                </a:lnTo>
                <a:lnTo>
                  <a:pt x="718200" y="1441747"/>
                </a:lnTo>
                <a:lnTo>
                  <a:pt x="695700" y="1451111"/>
                </a:lnTo>
                <a:lnTo>
                  <a:pt x="673200" y="1454400"/>
                </a:lnTo>
                <a:lnTo>
                  <a:pt x="650700" y="1451111"/>
                </a:lnTo>
                <a:lnTo>
                  <a:pt x="628200" y="1441747"/>
                </a:lnTo>
                <a:lnTo>
                  <a:pt x="605700" y="1427731"/>
                </a:lnTo>
                <a:lnTo>
                  <a:pt x="583200" y="1411200"/>
                </a:lnTo>
                <a:lnTo>
                  <a:pt x="583200" y="1411200"/>
                </a:lnTo>
                <a:lnTo>
                  <a:pt x="560700" y="1427731"/>
                </a:lnTo>
                <a:lnTo>
                  <a:pt x="538200" y="1441747"/>
                </a:lnTo>
                <a:lnTo>
                  <a:pt x="515700" y="1451111"/>
                </a:lnTo>
                <a:lnTo>
                  <a:pt x="493200" y="1454400"/>
                </a:lnTo>
                <a:lnTo>
                  <a:pt x="470700" y="1451111"/>
                </a:lnTo>
                <a:lnTo>
                  <a:pt x="448200" y="1441747"/>
                </a:lnTo>
                <a:lnTo>
                  <a:pt x="425700" y="1427731"/>
                </a:lnTo>
                <a:lnTo>
                  <a:pt x="403200" y="1411200"/>
                </a:lnTo>
                <a:lnTo>
                  <a:pt x="403200" y="1411200"/>
                </a:lnTo>
                <a:lnTo>
                  <a:pt x="380700" y="1427731"/>
                </a:lnTo>
                <a:lnTo>
                  <a:pt x="358200" y="1441747"/>
                </a:lnTo>
                <a:lnTo>
                  <a:pt x="335700" y="1451111"/>
                </a:lnTo>
                <a:lnTo>
                  <a:pt x="313200" y="1454400"/>
                </a:lnTo>
                <a:lnTo>
                  <a:pt x="290700" y="1451111"/>
                </a:lnTo>
                <a:lnTo>
                  <a:pt x="268200" y="1441747"/>
                </a:lnTo>
                <a:lnTo>
                  <a:pt x="245700" y="1427731"/>
                </a:lnTo>
                <a:lnTo>
                  <a:pt x="223200" y="1411200"/>
                </a:lnTo>
                <a:lnTo>
                  <a:pt x="223200" y="1411200"/>
                </a:lnTo>
                <a:lnTo>
                  <a:pt x="200700" y="1427731"/>
                </a:lnTo>
                <a:lnTo>
                  <a:pt x="178200" y="1441747"/>
                </a:lnTo>
                <a:lnTo>
                  <a:pt x="155700" y="1451111"/>
                </a:lnTo>
                <a:lnTo>
                  <a:pt x="133200" y="1454400"/>
                </a:lnTo>
                <a:lnTo>
                  <a:pt x="110700" y="1451111"/>
                </a:lnTo>
                <a:lnTo>
                  <a:pt x="88200" y="1441747"/>
                </a:lnTo>
                <a:lnTo>
                  <a:pt x="65700" y="1427731"/>
                </a:lnTo>
                <a:lnTo>
                  <a:pt x="43200" y="1411200"/>
                </a:lnTo>
                <a:lnTo>
                  <a:pt x="43200" y="1411200"/>
                </a:lnTo>
                <a:lnTo>
                  <a:pt x="26668" y="1389825"/>
                </a:lnTo>
                <a:lnTo>
                  <a:pt x="12652" y="1368450"/>
                </a:lnTo>
                <a:lnTo>
                  <a:pt x="3288" y="1347075"/>
                </a:lnTo>
                <a:lnTo>
                  <a:pt x="0" y="1325700"/>
                </a:lnTo>
                <a:lnTo>
                  <a:pt x="3288" y="1304325"/>
                </a:lnTo>
                <a:lnTo>
                  <a:pt x="12652" y="1282950"/>
                </a:lnTo>
                <a:lnTo>
                  <a:pt x="26668" y="1261575"/>
                </a:lnTo>
                <a:lnTo>
                  <a:pt x="43200" y="1240200"/>
                </a:lnTo>
                <a:lnTo>
                  <a:pt x="43200" y="1240200"/>
                </a:lnTo>
                <a:lnTo>
                  <a:pt x="26668" y="1218825"/>
                </a:lnTo>
                <a:lnTo>
                  <a:pt x="12652" y="1197450"/>
                </a:lnTo>
                <a:lnTo>
                  <a:pt x="3288" y="1176075"/>
                </a:lnTo>
                <a:lnTo>
                  <a:pt x="0" y="1154700"/>
                </a:lnTo>
                <a:lnTo>
                  <a:pt x="3288" y="1133325"/>
                </a:lnTo>
                <a:lnTo>
                  <a:pt x="12652" y="1111950"/>
                </a:lnTo>
                <a:lnTo>
                  <a:pt x="26668" y="1090575"/>
                </a:lnTo>
                <a:lnTo>
                  <a:pt x="43200" y="1069200"/>
                </a:lnTo>
                <a:lnTo>
                  <a:pt x="43200" y="1069200"/>
                </a:lnTo>
                <a:lnTo>
                  <a:pt x="26668" y="1047825"/>
                </a:lnTo>
                <a:lnTo>
                  <a:pt x="12652" y="1026450"/>
                </a:lnTo>
                <a:lnTo>
                  <a:pt x="3288" y="1005075"/>
                </a:lnTo>
                <a:lnTo>
                  <a:pt x="0" y="983700"/>
                </a:lnTo>
                <a:lnTo>
                  <a:pt x="3288" y="962325"/>
                </a:lnTo>
                <a:lnTo>
                  <a:pt x="12652" y="940950"/>
                </a:lnTo>
                <a:lnTo>
                  <a:pt x="26668" y="919575"/>
                </a:lnTo>
                <a:lnTo>
                  <a:pt x="43200" y="898200"/>
                </a:lnTo>
                <a:lnTo>
                  <a:pt x="43200" y="898200"/>
                </a:lnTo>
                <a:lnTo>
                  <a:pt x="26668" y="876825"/>
                </a:lnTo>
                <a:lnTo>
                  <a:pt x="12652" y="855450"/>
                </a:lnTo>
                <a:lnTo>
                  <a:pt x="3288" y="834075"/>
                </a:lnTo>
                <a:lnTo>
                  <a:pt x="0" y="812700"/>
                </a:lnTo>
                <a:lnTo>
                  <a:pt x="3288" y="791325"/>
                </a:lnTo>
                <a:lnTo>
                  <a:pt x="12652" y="769950"/>
                </a:lnTo>
                <a:lnTo>
                  <a:pt x="26668" y="748575"/>
                </a:lnTo>
                <a:lnTo>
                  <a:pt x="43200" y="727200"/>
                </a:lnTo>
                <a:lnTo>
                  <a:pt x="43200" y="727200"/>
                </a:lnTo>
                <a:lnTo>
                  <a:pt x="26668" y="705825"/>
                </a:lnTo>
                <a:lnTo>
                  <a:pt x="12652" y="684450"/>
                </a:lnTo>
                <a:lnTo>
                  <a:pt x="3288" y="663075"/>
                </a:lnTo>
                <a:lnTo>
                  <a:pt x="0" y="641700"/>
                </a:lnTo>
                <a:lnTo>
                  <a:pt x="3288" y="620325"/>
                </a:lnTo>
                <a:lnTo>
                  <a:pt x="12652" y="598950"/>
                </a:lnTo>
                <a:lnTo>
                  <a:pt x="26668" y="577575"/>
                </a:lnTo>
                <a:lnTo>
                  <a:pt x="43200" y="556200"/>
                </a:lnTo>
                <a:lnTo>
                  <a:pt x="43200" y="556200"/>
                </a:lnTo>
                <a:lnTo>
                  <a:pt x="26668" y="534825"/>
                </a:lnTo>
                <a:lnTo>
                  <a:pt x="12652" y="513450"/>
                </a:lnTo>
                <a:lnTo>
                  <a:pt x="3288" y="492075"/>
                </a:lnTo>
                <a:lnTo>
                  <a:pt x="0" y="470700"/>
                </a:lnTo>
                <a:lnTo>
                  <a:pt x="3288" y="449325"/>
                </a:lnTo>
                <a:lnTo>
                  <a:pt x="12652" y="427950"/>
                </a:lnTo>
                <a:lnTo>
                  <a:pt x="26668" y="406575"/>
                </a:lnTo>
                <a:lnTo>
                  <a:pt x="43200" y="385200"/>
                </a:lnTo>
                <a:lnTo>
                  <a:pt x="43200" y="385200"/>
                </a:lnTo>
                <a:lnTo>
                  <a:pt x="26668" y="363825"/>
                </a:lnTo>
                <a:lnTo>
                  <a:pt x="12652" y="342450"/>
                </a:lnTo>
                <a:lnTo>
                  <a:pt x="3288" y="321075"/>
                </a:lnTo>
                <a:lnTo>
                  <a:pt x="0" y="299700"/>
                </a:lnTo>
                <a:lnTo>
                  <a:pt x="3288" y="278325"/>
                </a:lnTo>
                <a:lnTo>
                  <a:pt x="12652" y="256950"/>
                </a:lnTo>
                <a:lnTo>
                  <a:pt x="26668" y="235575"/>
                </a:lnTo>
                <a:lnTo>
                  <a:pt x="43200" y="214200"/>
                </a:lnTo>
                <a:lnTo>
                  <a:pt x="43200" y="214200"/>
                </a:lnTo>
                <a:lnTo>
                  <a:pt x="26668" y="192825"/>
                </a:lnTo>
                <a:lnTo>
                  <a:pt x="12652" y="171450"/>
                </a:lnTo>
                <a:lnTo>
                  <a:pt x="3288" y="150075"/>
                </a:lnTo>
                <a:lnTo>
                  <a:pt x="0" y="128700"/>
                </a:lnTo>
                <a:lnTo>
                  <a:pt x="3288" y="107325"/>
                </a:lnTo>
                <a:lnTo>
                  <a:pt x="12652" y="85950"/>
                </a:lnTo>
                <a:lnTo>
                  <a:pt x="26668" y="64575"/>
                </a:lnTo>
                <a:lnTo>
                  <a:pt x="43200" y="43200"/>
                </a:lnTo>
                <a:close/>
              </a:path>
            </a:pathLst>
          </a:custGeom>
          <a:noFill/>
          <a:ln w="7620">
            <a:solidFill>
              <a:srgbClr val="A4433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8000" y="7956000"/>
            <a:ext cx="13464000" cy="11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  <a:r>
              <a:t>TBC #16 / #26 — counter interior is a proposed arrangement: 20 top, steel carcass/frame, removable storage trays, rear service chase and adjustable feet. Confirm all new thicknesses, storage layout, service clearances and feet before fabrication. External 1000 × 450 × 900 and 300 × 450 mesh insert remain confirmed.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Counter / services and removable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AP-21 · section through proposed service compartment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540000" y="9792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540000" y="10008000"/>
            <a:ext cx="7128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FOR COORDINATION  ·  SITE ITEMS OPEN  ·  REV B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06 OCT 2026  /  SOURCE REV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4000" y="10008000"/>
            <a:ext cx="522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1:5 — indicative assembly @ A3  ·  DIMENSIONS mm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SPEC SNAPSHOT eeccbde1cd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92000" y="10008000"/>
            <a:ext cx="1152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AP-21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548000" y="2052000"/>
            <a:ext cx="0" cy="7308000"/>
          </a:xfrm>
          <a:prstGeom prst="line">
            <a:avLst/>
          </a:prstGeom>
          <a:ln w="7620">
            <a:solidFill>
              <a:srgbClr val="E8E1D5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10908000" y="2088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TOP / FRONT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08000" y="2448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Simple light-coloured top; light-neutral steel front. Proposed 20 solid-surface top on steel support; material/thickness approval #16.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08000" y="3852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STORAGE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08000" y="4212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Removable steel trays/drawers, avoiding timber or heavy joinery. Slide specification, payload and usable depth TBC #16.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08000" y="5616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POWER /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08000" y="5976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Proposed rear grommet to segregated service chase; accessible isolation and removable panel on staff side.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08000" y="7380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LEVELLING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08000" y="7740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Concealed adjustable feet bear on verified floor. Finish to remain at 900H. Foot travel and point loads require consultant confirmation.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76000" y="2448000"/>
            <a:ext cx="3240000" cy="6480000"/>
          </a:xfrm>
          <a:prstGeom prst="rect">
            <a:avLst/>
          </a:prstGeom>
          <a:noFill/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76000" y="2448000"/>
            <a:ext cx="3240000" cy="144000"/>
          </a:xfrm>
          <a:prstGeom prst="rect">
            <a:avLst/>
          </a:prstGeom>
          <a:solidFill>
            <a:srgbClr val="E8E1D5"/>
          </a:solidFill>
          <a:ln w="8890">
            <a:solidFill>
              <a:srgbClr val="A44338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76000" y="2592000"/>
            <a:ext cx="144000" cy="561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72000" y="2592000"/>
            <a:ext cx="144000" cy="561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420000" y="7344000"/>
            <a:ext cx="2376000" cy="144000"/>
          </a:xfrm>
          <a:prstGeom prst="rect">
            <a:avLst/>
          </a:prstGeom>
          <a:noFill/>
          <a:ln w="8890">
            <a:solidFill>
              <a:srgbClr val="A44338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20000" y="5544000"/>
            <a:ext cx="2376000" cy="144000"/>
          </a:xfrm>
          <a:prstGeom prst="rect">
            <a:avLst/>
          </a:prstGeom>
          <a:noFill/>
          <a:ln w="8890">
            <a:solidFill>
              <a:srgbClr val="A44338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20000" y="3744000"/>
            <a:ext cx="2376000" cy="144000"/>
          </a:xfrm>
          <a:prstGeom prst="rect">
            <a:avLst/>
          </a:prstGeom>
          <a:noFill/>
          <a:ln w="8890">
            <a:solidFill>
              <a:srgbClr val="A44338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V="1">
            <a:off x="5940000" y="2592000"/>
            <a:ext cx="0" cy="5472000"/>
          </a:xfrm>
          <a:prstGeom prst="line">
            <a:avLst/>
          </a:prstGeom>
          <a:ln w="7620">
            <a:solidFill>
              <a:srgbClr val="A44338"/>
            </a:solidFill>
            <a:prstDash val="dash"/>
          </a:ln>
          <a:effectLst/>
        </p:spPr>
      </p:cxnSp>
      <p:sp>
        <p:nvSpPr>
          <p:cNvPr id="28" name="Rectangle 27"/>
          <p:cNvSpPr/>
          <p:nvPr/>
        </p:nvSpPr>
        <p:spPr>
          <a:xfrm>
            <a:off x="5976000" y="5472000"/>
            <a:ext cx="396000" cy="2160000"/>
          </a:xfrm>
          <a:prstGeom prst="rect">
            <a:avLst/>
          </a:prstGeom>
          <a:noFill/>
          <a:ln w="8890">
            <a:solidFill>
              <a:srgbClr val="A44338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92000" y="8208000"/>
            <a:ext cx="180000" cy="576000"/>
          </a:xfrm>
          <a:prstGeom prst="rect">
            <a:avLst/>
          </a:prstGeom>
          <a:noFill/>
          <a:ln w="8890">
            <a:solidFill>
              <a:srgbClr val="A44338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84000" y="8208000"/>
            <a:ext cx="180000" cy="576000"/>
          </a:xfrm>
          <a:prstGeom prst="rect">
            <a:avLst/>
          </a:prstGeom>
          <a:noFill/>
          <a:ln w="8890">
            <a:solidFill>
              <a:srgbClr val="A44338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3276000" y="8928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>
            <a:off x="6516000" y="8928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3276000" y="9216000"/>
            <a:ext cx="324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 flipV="1">
            <a:off x="3240000" y="918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 flipV="1">
            <a:off x="6480000" y="918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6" name="TextBox 35"/>
          <p:cNvSpPr txBox="1"/>
          <p:nvPr/>
        </p:nvSpPr>
        <p:spPr>
          <a:xfrm>
            <a:off x="4356000" y="9036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450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2844000" y="8928000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8" name="Connector 37"/>
          <p:cNvCxnSpPr/>
          <p:nvPr/>
        </p:nvCxnSpPr>
        <p:spPr>
          <a:xfrm flipH="1">
            <a:off x="2844000" y="2448000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" name="Connector 38"/>
          <p:cNvCxnSpPr/>
          <p:nvPr/>
        </p:nvCxnSpPr>
        <p:spPr>
          <a:xfrm flipV="1">
            <a:off x="2844000" y="2448000"/>
            <a:ext cx="0" cy="648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0" name="Connector 39"/>
          <p:cNvCxnSpPr/>
          <p:nvPr/>
        </p:nvCxnSpPr>
        <p:spPr>
          <a:xfrm flipV="1">
            <a:off x="2808000" y="889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1" name="Connector 40"/>
          <p:cNvCxnSpPr/>
          <p:nvPr/>
        </p:nvCxnSpPr>
        <p:spPr>
          <a:xfrm flipV="1">
            <a:off x="2808000" y="241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2" name="TextBox 41"/>
          <p:cNvSpPr txBox="1"/>
          <p:nvPr/>
        </p:nvSpPr>
        <p:spPr>
          <a:xfrm>
            <a:off x="2412000" y="5688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900</a:t>
            </a:r>
          </a:p>
        </p:txBody>
      </p:sp>
      <p:sp>
        <p:nvSpPr>
          <p:cNvPr id="43" name="Freeform 42"/>
          <p:cNvSpPr/>
          <p:nvPr/>
        </p:nvSpPr>
        <p:spPr>
          <a:xfrm>
            <a:off x="6940800" y="4420800"/>
            <a:ext cx="3218400" cy="2966400"/>
          </a:xfrm>
          <a:custGeom>
            <a:avLst/>
            <a:gdLst/>
            <a:ahLst/>
            <a:cxnLst/>
            <a:rect l="l" t="t" r="r" b="b"/>
            <a:pathLst>
              <a:path w="3218400" h="2966400">
                <a:moveTo>
                  <a:pt x="43200" y="43200"/>
                </a:moveTo>
                <a:lnTo>
                  <a:pt x="66229" y="26668"/>
                </a:lnTo>
                <a:lnTo>
                  <a:pt x="89258" y="12652"/>
                </a:lnTo>
                <a:lnTo>
                  <a:pt x="112288" y="3288"/>
                </a:lnTo>
                <a:lnTo>
                  <a:pt x="135317" y="0"/>
                </a:lnTo>
                <a:lnTo>
                  <a:pt x="158347" y="3288"/>
                </a:lnTo>
                <a:lnTo>
                  <a:pt x="181376" y="12652"/>
                </a:lnTo>
                <a:lnTo>
                  <a:pt x="204405" y="26668"/>
                </a:lnTo>
                <a:lnTo>
                  <a:pt x="227435" y="43200"/>
                </a:lnTo>
                <a:lnTo>
                  <a:pt x="227435" y="43200"/>
                </a:lnTo>
                <a:lnTo>
                  <a:pt x="250464" y="26668"/>
                </a:lnTo>
                <a:lnTo>
                  <a:pt x="273494" y="12652"/>
                </a:lnTo>
                <a:lnTo>
                  <a:pt x="296523" y="3288"/>
                </a:lnTo>
                <a:lnTo>
                  <a:pt x="319552" y="0"/>
                </a:lnTo>
                <a:lnTo>
                  <a:pt x="342582" y="3288"/>
                </a:lnTo>
                <a:lnTo>
                  <a:pt x="365611" y="12652"/>
                </a:lnTo>
                <a:lnTo>
                  <a:pt x="388641" y="26668"/>
                </a:lnTo>
                <a:lnTo>
                  <a:pt x="411670" y="43200"/>
                </a:lnTo>
                <a:lnTo>
                  <a:pt x="411670" y="43200"/>
                </a:lnTo>
                <a:lnTo>
                  <a:pt x="434700" y="26668"/>
                </a:lnTo>
                <a:lnTo>
                  <a:pt x="457729" y="12652"/>
                </a:lnTo>
                <a:lnTo>
                  <a:pt x="480758" y="3288"/>
                </a:lnTo>
                <a:lnTo>
                  <a:pt x="503788" y="0"/>
                </a:lnTo>
                <a:lnTo>
                  <a:pt x="526817" y="3288"/>
                </a:lnTo>
                <a:lnTo>
                  <a:pt x="549847" y="12652"/>
                </a:lnTo>
                <a:lnTo>
                  <a:pt x="572876" y="26668"/>
                </a:lnTo>
                <a:lnTo>
                  <a:pt x="595905" y="43200"/>
                </a:lnTo>
                <a:lnTo>
                  <a:pt x="595905" y="43200"/>
                </a:lnTo>
                <a:lnTo>
                  <a:pt x="618935" y="26668"/>
                </a:lnTo>
                <a:lnTo>
                  <a:pt x="641964" y="12652"/>
                </a:lnTo>
                <a:lnTo>
                  <a:pt x="664994" y="3288"/>
                </a:lnTo>
                <a:lnTo>
                  <a:pt x="688023" y="0"/>
                </a:lnTo>
                <a:lnTo>
                  <a:pt x="711052" y="3288"/>
                </a:lnTo>
                <a:lnTo>
                  <a:pt x="734082" y="12652"/>
                </a:lnTo>
                <a:lnTo>
                  <a:pt x="757111" y="26668"/>
                </a:lnTo>
                <a:lnTo>
                  <a:pt x="780141" y="43200"/>
                </a:lnTo>
                <a:lnTo>
                  <a:pt x="780141" y="43200"/>
                </a:lnTo>
                <a:lnTo>
                  <a:pt x="803170" y="26668"/>
                </a:lnTo>
                <a:lnTo>
                  <a:pt x="826200" y="12652"/>
                </a:lnTo>
                <a:lnTo>
                  <a:pt x="849229" y="3288"/>
                </a:lnTo>
                <a:lnTo>
                  <a:pt x="872258" y="0"/>
                </a:lnTo>
                <a:lnTo>
                  <a:pt x="895288" y="3288"/>
                </a:lnTo>
                <a:lnTo>
                  <a:pt x="918317" y="12652"/>
                </a:lnTo>
                <a:lnTo>
                  <a:pt x="941347" y="26668"/>
                </a:lnTo>
                <a:lnTo>
                  <a:pt x="964376" y="43200"/>
                </a:lnTo>
                <a:lnTo>
                  <a:pt x="964376" y="43200"/>
                </a:lnTo>
                <a:lnTo>
                  <a:pt x="987405" y="26668"/>
                </a:lnTo>
                <a:lnTo>
                  <a:pt x="1010435" y="12652"/>
                </a:lnTo>
                <a:lnTo>
                  <a:pt x="1033464" y="3288"/>
                </a:lnTo>
                <a:lnTo>
                  <a:pt x="1056494" y="0"/>
                </a:lnTo>
                <a:lnTo>
                  <a:pt x="1079523" y="3288"/>
                </a:lnTo>
                <a:lnTo>
                  <a:pt x="1102552" y="12652"/>
                </a:lnTo>
                <a:lnTo>
                  <a:pt x="1125582" y="26668"/>
                </a:lnTo>
                <a:lnTo>
                  <a:pt x="1148611" y="43200"/>
                </a:lnTo>
                <a:lnTo>
                  <a:pt x="1148611" y="43200"/>
                </a:lnTo>
                <a:lnTo>
                  <a:pt x="1171641" y="26668"/>
                </a:lnTo>
                <a:lnTo>
                  <a:pt x="1194670" y="12652"/>
                </a:lnTo>
                <a:lnTo>
                  <a:pt x="1217700" y="3288"/>
                </a:lnTo>
                <a:lnTo>
                  <a:pt x="1240729" y="0"/>
                </a:lnTo>
                <a:lnTo>
                  <a:pt x="1263758" y="3288"/>
                </a:lnTo>
                <a:lnTo>
                  <a:pt x="1286788" y="12652"/>
                </a:lnTo>
                <a:lnTo>
                  <a:pt x="1309817" y="26668"/>
                </a:lnTo>
                <a:lnTo>
                  <a:pt x="1332847" y="43200"/>
                </a:lnTo>
                <a:lnTo>
                  <a:pt x="1332847" y="43200"/>
                </a:lnTo>
                <a:lnTo>
                  <a:pt x="1355876" y="26668"/>
                </a:lnTo>
                <a:lnTo>
                  <a:pt x="1378905" y="12652"/>
                </a:lnTo>
                <a:lnTo>
                  <a:pt x="1401935" y="3288"/>
                </a:lnTo>
                <a:lnTo>
                  <a:pt x="1424964" y="0"/>
                </a:lnTo>
                <a:lnTo>
                  <a:pt x="1447994" y="3288"/>
                </a:lnTo>
                <a:lnTo>
                  <a:pt x="1471023" y="12652"/>
                </a:lnTo>
                <a:lnTo>
                  <a:pt x="1494052" y="26668"/>
                </a:lnTo>
                <a:lnTo>
                  <a:pt x="1517082" y="43200"/>
                </a:lnTo>
                <a:lnTo>
                  <a:pt x="1517082" y="43200"/>
                </a:lnTo>
                <a:lnTo>
                  <a:pt x="1540111" y="26668"/>
                </a:lnTo>
                <a:lnTo>
                  <a:pt x="1563141" y="12652"/>
                </a:lnTo>
                <a:lnTo>
                  <a:pt x="1586170" y="3288"/>
                </a:lnTo>
                <a:lnTo>
                  <a:pt x="1609200" y="0"/>
                </a:lnTo>
                <a:lnTo>
                  <a:pt x="1632229" y="3288"/>
                </a:lnTo>
                <a:lnTo>
                  <a:pt x="1655258" y="12652"/>
                </a:lnTo>
                <a:lnTo>
                  <a:pt x="1678288" y="26668"/>
                </a:lnTo>
                <a:lnTo>
                  <a:pt x="1701317" y="43200"/>
                </a:lnTo>
                <a:lnTo>
                  <a:pt x="1701317" y="43200"/>
                </a:lnTo>
                <a:lnTo>
                  <a:pt x="1724347" y="26668"/>
                </a:lnTo>
                <a:lnTo>
                  <a:pt x="1747376" y="12652"/>
                </a:lnTo>
                <a:lnTo>
                  <a:pt x="1770405" y="3288"/>
                </a:lnTo>
                <a:lnTo>
                  <a:pt x="1793435" y="0"/>
                </a:lnTo>
                <a:lnTo>
                  <a:pt x="1816464" y="3288"/>
                </a:lnTo>
                <a:lnTo>
                  <a:pt x="1839494" y="12652"/>
                </a:lnTo>
                <a:lnTo>
                  <a:pt x="1862523" y="26668"/>
                </a:lnTo>
                <a:lnTo>
                  <a:pt x="1885552" y="43200"/>
                </a:lnTo>
                <a:lnTo>
                  <a:pt x="1885552" y="43200"/>
                </a:lnTo>
                <a:lnTo>
                  <a:pt x="1908582" y="26668"/>
                </a:lnTo>
                <a:lnTo>
                  <a:pt x="1931611" y="12652"/>
                </a:lnTo>
                <a:lnTo>
                  <a:pt x="1954641" y="3288"/>
                </a:lnTo>
                <a:lnTo>
                  <a:pt x="1977670" y="0"/>
                </a:lnTo>
                <a:lnTo>
                  <a:pt x="2000700" y="3288"/>
                </a:lnTo>
                <a:lnTo>
                  <a:pt x="2023729" y="12652"/>
                </a:lnTo>
                <a:lnTo>
                  <a:pt x="2046758" y="26668"/>
                </a:lnTo>
                <a:lnTo>
                  <a:pt x="2069788" y="43200"/>
                </a:lnTo>
                <a:lnTo>
                  <a:pt x="2069788" y="43200"/>
                </a:lnTo>
                <a:lnTo>
                  <a:pt x="2092817" y="26668"/>
                </a:lnTo>
                <a:lnTo>
                  <a:pt x="2115847" y="12652"/>
                </a:lnTo>
                <a:lnTo>
                  <a:pt x="2138876" y="3288"/>
                </a:lnTo>
                <a:lnTo>
                  <a:pt x="2161905" y="0"/>
                </a:lnTo>
                <a:lnTo>
                  <a:pt x="2184935" y="3288"/>
                </a:lnTo>
                <a:lnTo>
                  <a:pt x="2207964" y="12652"/>
                </a:lnTo>
                <a:lnTo>
                  <a:pt x="2230994" y="26668"/>
                </a:lnTo>
                <a:lnTo>
                  <a:pt x="2254023" y="43200"/>
                </a:lnTo>
                <a:lnTo>
                  <a:pt x="2254023" y="43200"/>
                </a:lnTo>
                <a:lnTo>
                  <a:pt x="2277052" y="26668"/>
                </a:lnTo>
                <a:lnTo>
                  <a:pt x="2300082" y="12652"/>
                </a:lnTo>
                <a:lnTo>
                  <a:pt x="2323111" y="3288"/>
                </a:lnTo>
                <a:lnTo>
                  <a:pt x="2346141" y="0"/>
                </a:lnTo>
                <a:lnTo>
                  <a:pt x="2369170" y="3288"/>
                </a:lnTo>
                <a:lnTo>
                  <a:pt x="2392200" y="12652"/>
                </a:lnTo>
                <a:lnTo>
                  <a:pt x="2415229" y="26668"/>
                </a:lnTo>
                <a:lnTo>
                  <a:pt x="2438258" y="43200"/>
                </a:lnTo>
                <a:lnTo>
                  <a:pt x="2438258" y="43200"/>
                </a:lnTo>
                <a:lnTo>
                  <a:pt x="2461288" y="26668"/>
                </a:lnTo>
                <a:lnTo>
                  <a:pt x="2484317" y="12652"/>
                </a:lnTo>
                <a:lnTo>
                  <a:pt x="2507347" y="3288"/>
                </a:lnTo>
                <a:lnTo>
                  <a:pt x="2530376" y="0"/>
                </a:lnTo>
                <a:lnTo>
                  <a:pt x="2553405" y="3288"/>
                </a:lnTo>
                <a:lnTo>
                  <a:pt x="2576435" y="12652"/>
                </a:lnTo>
                <a:lnTo>
                  <a:pt x="2599464" y="26668"/>
                </a:lnTo>
                <a:lnTo>
                  <a:pt x="2622494" y="43200"/>
                </a:lnTo>
                <a:lnTo>
                  <a:pt x="2622494" y="43200"/>
                </a:lnTo>
                <a:lnTo>
                  <a:pt x="2645523" y="26668"/>
                </a:lnTo>
                <a:lnTo>
                  <a:pt x="2668552" y="12652"/>
                </a:lnTo>
                <a:lnTo>
                  <a:pt x="2691582" y="3288"/>
                </a:lnTo>
                <a:lnTo>
                  <a:pt x="2714611" y="0"/>
                </a:lnTo>
                <a:lnTo>
                  <a:pt x="2737641" y="3288"/>
                </a:lnTo>
                <a:lnTo>
                  <a:pt x="2760670" y="12652"/>
                </a:lnTo>
                <a:lnTo>
                  <a:pt x="2783700" y="26668"/>
                </a:lnTo>
                <a:lnTo>
                  <a:pt x="2806729" y="43200"/>
                </a:lnTo>
                <a:lnTo>
                  <a:pt x="2806729" y="43200"/>
                </a:lnTo>
                <a:lnTo>
                  <a:pt x="2829758" y="26668"/>
                </a:lnTo>
                <a:lnTo>
                  <a:pt x="2852788" y="12652"/>
                </a:lnTo>
                <a:lnTo>
                  <a:pt x="2875817" y="3288"/>
                </a:lnTo>
                <a:lnTo>
                  <a:pt x="2898847" y="0"/>
                </a:lnTo>
                <a:lnTo>
                  <a:pt x="2921876" y="3288"/>
                </a:lnTo>
                <a:lnTo>
                  <a:pt x="2944905" y="12652"/>
                </a:lnTo>
                <a:lnTo>
                  <a:pt x="2967935" y="26668"/>
                </a:lnTo>
                <a:lnTo>
                  <a:pt x="2990964" y="43200"/>
                </a:lnTo>
                <a:lnTo>
                  <a:pt x="2990964" y="43200"/>
                </a:lnTo>
                <a:lnTo>
                  <a:pt x="3013994" y="26668"/>
                </a:lnTo>
                <a:lnTo>
                  <a:pt x="3037023" y="12652"/>
                </a:lnTo>
                <a:lnTo>
                  <a:pt x="3060052" y="3288"/>
                </a:lnTo>
                <a:lnTo>
                  <a:pt x="3083082" y="0"/>
                </a:lnTo>
                <a:lnTo>
                  <a:pt x="3106111" y="3288"/>
                </a:lnTo>
                <a:lnTo>
                  <a:pt x="3129141" y="12652"/>
                </a:lnTo>
                <a:lnTo>
                  <a:pt x="3152170" y="26668"/>
                </a:lnTo>
                <a:lnTo>
                  <a:pt x="3175200" y="43200"/>
                </a:lnTo>
                <a:lnTo>
                  <a:pt x="3175200" y="43200"/>
                </a:lnTo>
                <a:lnTo>
                  <a:pt x="3191731" y="65700"/>
                </a:lnTo>
                <a:lnTo>
                  <a:pt x="3205747" y="88200"/>
                </a:lnTo>
                <a:lnTo>
                  <a:pt x="3215111" y="110700"/>
                </a:lnTo>
                <a:lnTo>
                  <a:pt x="3218400" y="133200"/>
                </a:lnTo>
                <a:lnTo>
                  <a:pt x="3215111" y="155700"/>
                </a:lnTo>
                <a:lnTo>
                  <a:pt x="3205747" y="178200"/>
                </a:lnTo>
                <a:lnTo>
                  <a:pt x="3191731" y="200700"/>
                </a:lnTo>
                <a:lnTo>
                  <a:pt x="3175200" y="223200"/>
                </a:lnTo>
                <a:lnTo>
                  <a:pt x="3175200" y="223200"/>
                </a:lnTo>
                <a:lnTo>
                  <a:pt x="3191731" y="245700"/>
                </a:lnTo>
                <a:lnTo>
                  <a:pt x="3205747" y="268200"/>
                </a:lnTo>
                <a:lnTo>
                  <a:pt x="3215111" y="290700"/>
                </a:lnTo>
                <a:lnTo>
                  <a:pt x="3218400" y="313200"/>
                </a:lnTo>
                <a:lnTo>
                  <a:pt x="3215111" y="335700"/>
                </a:lnTo>
                <a:lnTo>
                  <a:pt x="3205747" y="358200"/>
                </a:lnTo>
                <a:lnTo>
                  <a:pt x="3191731" y="380700"/>
                </a:lnTo>
                <a:lnTo>
                  <a:pt x="3175200" y="403200"/>
                </a:lnTo>
                <a:lnTo>
                  <a:pt x="3175200" y="403200"/>
                </a:lnTo>
                <a:lnTo>
                  <a:pt x="3191731" y="425700"/>
                </a:lnTo>
                <a:lnTo>
                  <a:pt x="3205747" y="448200"/>
                </a:lnTo>
                <a:lnTo>
                  <a:pt x="3215111" y="470700"/>
                </a:lnTo>
                <a:lnTo>
                  <a:pt x="3218400" y="493200"/>
                </a:lnTo>
                <a:lnTo>
                  <a:pt x="3215111" y="515700"/>
                </a:lnTo>
                <a:lnTo>
                  <a:pt x="3205747" y="538200"/>
                </a:lnTo>
                <a:lnTo>
                  <a:pt x="3191731" y="560700"/>
                </a:lnTo>
                <a:lnTo>
                  <a:pt x="3175200" y="583200"/>
                </a:lnTo>
                <a:lnTo>
                  <a:pt x="3175200" y="583200"/>
                </a:lnTo>
                <a:lnTo>
                  <a:pt x="3191731" y="605700"/>
                </a:lnTo>
                <a:lnTo>
                  <a:pt x="3205747" y="628200"/>
                </a:lnTo>
                <a:lnTo>
                  <a:pt x="3215111" y="650700"/>
                </a:lnTo>
                <a:lnTo>
                  <a:pt x="3218400" y="673200"/>
                </a:lnTo>
                <a:lnTo>
                  <a:pt x="3215111" y="695700"/>
                </a:lnTo>
                <a:lnTo>
                  <a:pt x="3205747" y="718200"/>
                </a:lnTo>
                <a:lnTo>
                  <a:pt x="3191731" y="740700"/>
                </a:lnTo>
                <a:lnTo>
                  <a:pt x="3175200" y="763200"/>
                </a:lnTo>
                <a:lnTo>
                  <a:pt x="3175200" y="763200"/>
                </a:lnTo>
                <a:lnTo>
                  <a:pt x="3191731" y="785700"/>
                </a:lnTo>
                <a:lnTo>
                  <a:pt x="3205747" y="808200"/>
                </a:lnTo>
                <a:lnTo>
                  <a:pt x="3215111" y="830700"/>
                </a:lnTo>
                <a:lnTo>
                  <a:pt x="3218400" y="853200"/>
                </a:lnTo>
                <a:lnTo>
                  <a:pt x="3215111" y="875700"/>
                </a:lnTo>
                <a:lnTo>
                  <a:pt x="3205747" y="898200"/>
                </a:lnTo>
                <a:lnTo>
                  <a:pt x="3191731" y="920700"/>
                </a:lnTo>
                <a:lnTo>
                  <a:pt x="3175200" y="943200"/>
                </a:lnTo>
                <a:lnTo>
                  <a:pt x="3175200" y="943200"/>
                </a:lnTo>
                <a:lnTo>
                  <a:pt x="3191731" y="965700"/>
                </a:lnTo>
                <a:lnTo>
                  <a:pt x="3205747" y="988200"/>
                </a:lnTo>
                <a:lnTo>
                  <a:pt x="3215111" y="1010700"/>
                </a:lnTo>
                <a:lnTo>
                  <a:pt x="3218400" y="1033200"/>
                </a:lnTo>
                <a:lnTo>
                  <a:pt x="3215111" y="1055700"/>
                </a:lnTo>
                <a:lnTo>
                  <a:pt x="3205747" y="1078200"/>
                </a:lnTo>
                <a:lnTo>
                  <a:pt x="3191731" y="1100700"/>
                </a:lnTo>
                <a:lnTo>
                  <a:pt x="3175200" y="1123200"/>
                </a:lnTo>
                <a:lnTo>
                  <a:pt x="3175200" y="1123200"/>
                </a:lnTo>
                <a:lnTo>
                  <a:pt x="3191731" y="1145700"/>
                </a:lnTo>
                <a:lnTo>
                  <a:pt x="3205747" y="1168200"/>
                </a:lnTo>
                <a:lnTo>
                  <a:pt x="3215111" y="1190700"/>
                </a:lnTo>
                <a:lnTo>
                  <a:pt x="3218400" y="1213200"/>
                </a:lnTo>
                <a:lnTo>
                  <a:pt x="3215111" y="1235700"/>
                </a:lnTo>
                <a:lnTo>
                  <a:pt x="3205747" y="1258200"/>
                </a:lnTo>
                <a:lnTo>
                  <a:pt x="3191731" y="1280700"/>
                </a:lnTo>
                <a:lnTo>
                  <a:pt x="3175200" y="1303200"/>
                </a:lnTo>
                <a:lnTo>
                  <a:pt x="3175200" y="1303200"/>
                </a:lnTo>
                <a:lnTo>
                  <a:pt x="3191731" y="1325700"/>
                </a:lnTo>
                <a:lnTo>
                  <a:pt x="3205747" y="1348200"/>
                </a:lnTo>
                <a:lnTo>
                  <a:pt x="3215111" y="1370700"/>
                </a:lnTo>
                <a:lnTo>
                  <a:pt x="3218400" y="1393200"/>
                </a:lnTo>
                <a:lnTo>
                  <a:pt x="3215111" y="1415700"/>
                </a:lnTo>
                <a:lnTo>
                  <a:pt x="3205747" y="1438200"/>
                </a:lnTo>
                <a:lnTo>
                  <a:pt x="3191731" y="1460700"/>
                </a:lnTo>
                <a:lnTo>
                  <a:pt x="3175200" y="1483200"/>
                </a:lnTo>
                <a:lnTo>
                  <a:pt x="3175200" y="1483200"/>
                </a:lnTo>
                <a:lnTo>
                  <a:pt x="3191731" y="1505700"/>
                </a:lnTo>
                <a:lnTo>
                  <a:pt x="3205747" y="1528200"/>
                </a:lnTo>
                <a:lnTo>
                  <a:pt x="3215111" y="1550700"/>
                </a:lnTo>
                <a:lnTo>
                  <a:pt x="3218400" y="1573200"/>
                </a:lnTo>
                <a:lnTo>
                  <a:pt x="3215111" y="1595700"/>
                </a:lnTo>
                <a:lnTo>
                  <a:pt x="3205747" y="1618200"/>
                </a:lnTo>
                <a:lnTo>
                  <a:pt x="3191731" y="1640700"/>
                </a:lnTo>
                <a:lnTo>
                  <a:pt x="3175200" y="1663200"/>
                </a:lnTo>
                <a:lnTo>
                  <a:pt x="3175200" y="1663200"/>
                </a:lnTo>
                <a:lnTo>
                  <a:pt x="3191731" y="1685700"/>
                </a:lnTo>
                <a:lnTo>
                  <a:pt x="3205747" y="1708200"/>
                </a:lnTo>
                <a:lnTo>
                  <a:pt x="3215111" y="1730700"/>
                </a:lnTo>
                <a:lnTo>
                  <a:pt x="3218400" y="1753200"/>
                </a:lnTo>
                <a:lnTo>
                  <a:pt x="3215111" y="1775700"/>
                </a:lnTo>
                <a:lnTo>
                  <a:pt x="3205747" y="1798200"/>
                </a:lnTo>
                <a:lnTo>
                  <a:pt x="3191731" y="1820700"/>
                </a:lnTo>
                <a:lnTo>
                  <a:pt x="3175200" y="1843200"/>
                </a:lnTo>
                <a:lnTo>
                  <a:pt x="3175200" y="1843200"/>
                </a:lnTo>
                <a:lnTo>
                  <a:pt x="3191731" y="1865700"/>
                </a:lnTo>
                <a:lnTo>
                  <a:pt x="3205747" y="1888200"/>
                </a:lnTo>
                <a:lnTo>
                  <a:pt x="3215111" y="1910700"/>
                </a:lnTo>
                <a:lnTo>
                  <a:pt x="3218400" y="1933200"/>
                </a:lnTo>
                <a:lnTo>
                  <a:pt x="3215111" y="1955700"/>
                </a:lnTo>
                <a:lnTo>
                  <a:pt x="3205747" y="1978200"/>
                </a:lnTo>
                <a:lnTo>
                  <a:pt x="3191731" y="2000700"/>
                </a:lnTo>
                <a:lnTo>
                  <a:pt x="3175200" y="2023200"/>
                </a:lnTo>
                <a:lnTo>
                  <a:pt x="3175200" y="2023200"/>
                </a:lnTo>
                <a:lnTo>
                  <a:pt x="3191731" y="2045700"/>
                </a:lnTo>
                <a:lnTo>
                  <a:pt x="3205747" y="2068200"/>
                </a:lnTo>
                <a:lnTo>
                  <a:pt x="3215111" y="2090700"/>
                </a:lnTo>
                <a:lnTo>
                  <a:pt x="3218400" y="2113200"/>
                </a:lnTo>
                <a:lnTo>
                  <a:pt x="3215111" y="2135700"/>
                </a:lnTo>
                <a:lnTo>
                  <a:pt x="3205747" y="2158200"/>
                </a:lnTo>
                <a:lnTo>
                  <a:pt x="3191731" y="2180700"/>
                </a:lnTo>
                <a:lnTo>
                  <a:pt x="3175200" y="2203200"/>
                </a:lnTo>
                <a:lnTo>
                  <a:pt x="3175200" y="2203200"/>
                </a:lnTo>
                <a:lnTo>
                  <a:pt x="3191731" y="2225700"/>
                </a:lnTo>
                <a:lnTo>
                  <a:pt x="3205747" y="2248200"/>
                </a:lnTo>
                <a:lnTo>
                  <a:pt x="3215111" y="2270700"/>
                </a:lnTo>
                <a:lnTo>
                  <a:pt x="3218400" y="2293200"/>
                </a:lnTo>
                <a:lnTo>
                  <a:pt x="3215111" y="2315700"/>
                </a:lnTo>
                <a:lnTo>
                  <a:pt x="3205747" y="2338200"/>
                </a:lnTo>
                <a:lnTo>
                  <a:pt x="3191731" y="2360700"/>
                </a:lnTo>
                <a:lnTo>
                  <a:pt x="3175200" y="2383200"/>
                </a:lnTo>
                <a:lnTo>
                  <a:pt x="3175200" y="2383200"/>
                </a:lnTo>
                <a:lnTo>
                  <a:pt x="3191731" y="2405700"/>
                </a:lnTo>
                <a:lnTo>
                  <a:pt x="3205747" y="2428200"/>
                </a:lnTo>
                <a:lnTo>
                  <a:pt x="3215111" y="2450700"/>
                </a:lnTo>
                <a:lnTo>
                  <a:pt x="3218400" y="2473200"/>
                </a:lnTo>
                <a:lnTo>
                  <a:pt x="3215111" y="2495700"/>
                </a:lnTo>
                <a:lnTo>
                  <a:pt x="3205747" y="2518200"/>
                </a:lnTo>
                <a:lnTo>
                  <a:pt x="3191731" y="2540700"/>
                </a:lnTo>
                <a:lnTo>
                  <a:pt x="3175200" y="2563200"/>
                </a:lnTo>
                <a:lnTo>
                  <a:pt x="3175200" y="2563200"/>
                </a:lnTo>
                <a:lnTo>
                  <a:pt x="3191731" y="2585700"/>
                </a:lnTo>
                <a:lnTo>
                  <a:pt x="3205747" y="2608200"/>
                </a:lnTo>
                <a:lnTo>
                  <a:pt x="3215111" y="2630700"/>
                </a:lnTo>
                <a:lnTo>
                  <a:pt x="3218400" y="2653200"/>
                </a:lnTo>
                <a:lnTo>
                  <a:pt x="3215111" y="2675700"/>
                </a:lnTo>
                <a:lnTo>
                  <a:pt x="3205747" y="2698200"/>
                </a:lnTo>
                <a:lnTo>
                  <a:pt x="3191731" y="2720700"/>
                </a:lnTo>
                <a:lnTo>
                  <a:pt x="3175200" y="2743200"/>
                </a:lnTo>
                <a:lnTo>
                  <a:pt x="3175200" y="2743200"/>
                </a:lnTo>
                <a:lnTo>
                  <a:pt x="3191731" y="2765700"/>
                </a:lnTo>
                <a:lnTo>
                  <a:pt x="3205747" y="2788200"/>
                </a:lnTo>
                <a:lnTo>
                  <a:pt x="3215111" y="2810700"/>
                </a:lnTo>
                <a:lnTo>
                  <a:pt x="3218400" y="2833200"/>
                </a:lnTo>
                <a:lnTo>
                  <a:pt x="3215111" y="2855700"/>
                </a:lnTo>
                <a:lnTo>
                  <a:pt x="3205747" y="2878200"/>
                </a:lnTo>
                <a:lnTo>
                  <a:pt x="3191731" y="2900700"/>
                </a:lnTo>
                <a:lnTo>
                  <a:pt x="3175200" y="2923200"/>
                </a:lnTo>
                <a:lnTo>
                  <a:pt x="3175200" y="2923200"/>
                </a:lnTo>
                <a:lnTo>
                  <a:pt x="3152170" y="2939731"/>
                </a:lnTo>
                <a:lnTo>
                  <a:pt x="3129141" y="2953747"/>
                </a:lnTo>
                <a:lnTo>
                  <a:pt x="3106111" y="2963111"/>
                </a:lnTo>
                <a:lnTo>
                  <a:pt x="3083082" y="2966400"/>
                </a:lnTo>
                <a:lnTo>
                  <a:pt x="3060052" y="2963111"/>
                </a:lnTo>
                <a:lnTo>
                  <a:pt x="3037023" y="2953747"/>
                </a:lnTo>
                <a:lnTo>
                  <a:pt x="3013994" y="2939731"/>
                </a:lnTo>
                <a:lnTo>
                  <a:pt x="2990964" y="2923200"/>
                </a:lnTo>
                <a:lnTo>
                  <a:pt x="2990964" y="2923200"/>
                </a:lnTo>
                <a:lnTo>
                  <a:pt x="2967935" y="2939731"/>
                </a:lnTo>
                <a:lnTo>
                  <a:pt x="2944905" y="2953747"/>
                </a:lnTo>
                <a:lnTo>
                  <a:pt x="2921876" y="2963111"/>
                </a:lnTo>
                <a:lnTo>
                  <a:pt x="2898847" y="2966400"/>
                </a:lnTo>
                <a:lnTo>
                  <a:pt x="2875817" y="2963111"/>
                </a:lnTo>
                <a:lnTo>
                  <a:pt x="2852788" y="2953747"/>
                </a:lnTo>
                <a:lnTo>
                  <a:pt x="2829758" y="2939731"/>
                </a:lnTo>
                <a:lnTo>
                  <a:pt x="2806729" y="2923200"/>
                </a:lnTo>
                <a:lnTo>
                  <a:pt x="2806729" y="2923200"/>
                </a:lnTo>
                <a:lnTo>
                  <a:pt x="2783700" y="2939731"/>
                </a:lnTo>
                <a:lnTo>
                  <a:pt x="2760670" y="2953747"/>
                </a:lnTo>
                <a:lnTo>
                  <a:pt x="2737641" y="2963111"/>
                </a:lnTo>
                <a:lnTo>
                  <a:pt x="2714611" y="2966400"/>
                </a:lnTo>
                <a:lnTo>
                  <a:pt x="2691582" y="2963111"/>
                </a:lnTo>
                <a:lnTo>
                  <a:pt x="2668552" y="2953747"/>
                </a:lnTo>
                <a:lnTo>
                  <a:pt x="2645523" y="2939731"/>
                </a:lnTo>
                <a:lnTo>
                  <a:pt x="2622494" y="2923200"/>
                </a:lnTo>
                <a:lnTo>
                  <a:pt x="2622494" y="2923200"/>
                </a:lnTo>
                <a:lnTo>
                  <a:pt x="2599464" y="2939731"/>
                </a:lnTo>
                <a:lnTo>
                  <a:pt x="2576435" y="2953747"/>
                </a:lnTo>
                <a:lnTo>
                  <a:pt x="2553405" y="2963111"/>
                </a:lnTo>
                <a:lnTo>
                  <a:pt x="2530376" y="2966400"/>
                </a:lnTo>
                <a:lnTo>
                  <a:pt x="2507347" y="2963111"/>
                </a:lnTo>
                <a:lnTo>
                  <a:pt x="2484317" y="2953747"/>
                </a:lnTo>
                <a:lnTo>
                  <a:pt x="2461288" y="2939731"/>
                </a:lnTo>
                <a:lnTo>
                  <a:pt x="2438258" y="2923200"/>
                </a:lnTo>
                <a:lnTo>
                  <a:pt x="2438258" y="2923200"/>
                </a:lnTo>
                <a:lnTo>
                  <a:pt x="2415229" y="2939731"/>
                </a:lnTo>
                <a:lnTo>
                  <a:pt x="2392200" y="2953747"/>
                </a:lnTo>
                <a:lnTo>
                  <a:pt x="2369170" y="2963111"/>
                </a:lnTo>
                <a:lnTo>
                  <a:pt x="2346141" y="2966400"/>
                </a:lnTo>
                <a:lnTo>
                  <a:pt x="2323111" y="2963111"/>
                </a:lnTo>
                <a:lnTo>
                  <a:pt x="2300082" y="2953747"/>
                </a:lnTo>
                <a:lnTo>
                  <a:pt x="2277052" y="2939731"/>
                </a:lnTo>
                <a:lnTo>
                  <a:pt x="2254023" y="2923200"/>
                </a:lnTo>
                <a:lnTo>
                  <a:pt x="2254023" y="2923200"/>
                </a:lnTo>
                <a:lnTo>
                  <a:pt x="2230994" y="2939731"/>
                </a:lnTo>
                <a:lnTo>
                  <a:pt x="2207964" y="2953747"/>
                </a:lnTo>
                <a:lnTo>
                  <a:pt x="2184935" y="2963111"/>
                </a:lnTo>
                <a:lnTo>
                  <a:pt x="2161905" y="2966400"/>
                </a:lnTo>
                <a:lnTo>
                  <a:pt x="2138876" y="2963111"/>
                </a:lnTo>
                <a:lnTo>
                  <a:pt x="2115847" y="2953747"/>
                </a:lnTo>
                <a:lnTo>
                  <a:pt x="2092817" y="2939731"/>
                </a:lnTo>
                <a:lnTo>
                  <a:pt x="2069788" y="2923200"/>
                </a:lnTo>
                <a:lnTo>
                  <a:pt x="2069788" y="2923200"/>
                </a:lnTo>
                <a:lnTo>
                  <a:pt x="2046758" y="2939731"/>
                </a:lnTo>
                <a:lnTo>
                  <a:pt x="2023729" y="2953747"/>
                </a:lnTo>
                <a:lnTo>
                  <a:pt x="2000700" y="2963111"/>
                </a:lnTo>
                <a:lnTo>
                  <a:pt x="1977670" y="2966400"/>
                </a:lnTo>
                <a:lnTo>
                  <a:pt x="1954641" y="2963111"/>
                </a:lnTo>
                <a:lnTo>
                  <a:pt x="1931611" y="2953747"/>
                </a:lnTo>
                <a:lnTo>
                  <a:pt x="1908582" y="2939731"/>
                </a:lnTo>
                <a:lnTo>
                  <a:pt x="1885552" y="2923200"/>
                </a:lnTo>
                <a:lnTo>
                  <a:pt x="1885552" y="2923200"/>
                </a:lnTo>
                <a:lnTo>
                  <a:pt x="1862523" y="2939731"/>
                </a:lnTo>
                <a:lnTo>
                  <a:pt x="1839494" y="2953747"/>
                </a:lnTo>
                <a:lnTo>
                  <a:pt x="1816464" y="2963111"/>
                </a:lnTo>
                <a:lnTo>
                  <a:pt x="1793435" y="2966400"/>
                </a:lnTo>
                <a:lnTo>
                  <a:pt x="1770405" y="2963111"/>
                </a:lnTo>
                <a:lnTo>
                  <a:pt x="1747376" y="2953747"/>
                </a:lnTo>
                <a:lnTo>
                  <a:pt x="1724347" y="2939731"/>
                </a:lnTo>
                <a:lnTo>
                  <a:pt x="1701317" y="2923200"/>
                </a:lnTo>
                <a:lnTo>
                  <a:pt x="1701317" y="2923200"/>
                </a:lnTo>
                <a:lnTo>
                  <a:pt x="1678288" y="2939731"/>
                </a:lnTo>
                <a:lnTo>
                  <a:pt x="1655258" y="2953747"/>
                </a:lnTo>
                <a:lnTo>
                  <a:pt x="1632229" y="2963111"/>
                </a:lnTo>
                <a:lnTo>
                  <a:pt x="1609200" y="2966400"/>
                </a:lnTo>
                <a:lnTo>
                  <a:pt x="1586170" y="2963111"/>
                </a:lnTo>
                <a:lnTo>
                  <a:pt x="1563141" y="2953747"/>
                </a:lnTo>
                <a:lnTo>
                  <a:pt x="1540111" y="2939731"/>
                </a:lnTo>
                <a:lnTo>
                  <a:pt x="1517082" y="2923200"/>
                </a:lnTo>
                <a:lnTo>
                  <a:pt x="1517082" y="2923200"/>
                </a:lnTo>
                <a:lnTo>
                  <a:pt x="1494052" y="2939731"/>
                </a:lnTo>
                <a:lnTo>
                  <a:pt x="1471023" y="2953747"/>
                </a:lnTo>
                <a:lnTo>
                  <a:pt x="1447994" y="2963111"/>
                </a:lnTo>
                <a:lnTo>
                  <a:pt x="1424964" y="2966400"/>
                </a:lnTo>
                <a:lnTo>
                  <a:pt x="1401935" y="2963111"/>
                </a:lnTo>
                <a:lnTo>
                  <a:pt x="1378905" y="2953747"/>
                </a:lnTo>
                <a:lnTo>
                  <a:pt x="1355876" y="2939731"/>
                </a:lnTo>
                <a:lnTo>
                  <a:pt x="1332847" y="2923200"/>
                </a:lnTo>
                <a:lnTo>
                  <a:pt x="1332847" y="2923200"/>
                </a:lnTo>
                <a:lnTo>
                  <a:pt x="1309817" y="2939731"/>
                </a:lnTo>
                <a:lnTo>
                  <a:pt x="1286788" y="2953747"/>
                </a:lnTo>
                <a:lnTo>
                  <a:pt x="1263758" y="2963111"/>
                </a:lnTo>
                <a:lnTo>
                  <a:pt x="1240729" y="2966400"/>
                </a:lnTo>
                <a:lnTo>
                  <a:pt x="1217700" y="2963111"/>
                </a:lnTo>
                <a:lnTo>
                  <a:pt x="1194670" y="2953747"/>
                </a:lnTo>
                <a:lnTo>
                  <a:pt x="1171641" y="2939731"/>
                </a:lnTo>
                <a:lnTo>
                  <a:pt x="1148611" y="2923200"/>
                </a:lnTo>
                <a:lnTo>
                  <a:pt x="1148611" y="2923200"/>
                </a:lnTo>
                <a:lnTo>
                  <a:pt x="1125582" y="2939731"/>
                </a:lnTo>
                <a:lnTo>
                  <a:pt x="1102552" y="2953747"/>
                </a:lnTo>
                <a:lnTo>
                  <a:pt x="1079523" y="2963111"/>
                </a:lnTo>
                <a:lnTo>
                  <a:pt x="1056494" y="2966400"/>
                </a:lnTo>
                <a:lnTo>
                  <a:pt x="1033464" y="2963111"/>
                </a:lnTo>
                <a:lnTo>
                  <a:pt x="1010435" y="2953747"/>
                </a:lnTo>
                <a:lnTo>
                  <a:pt x="987405" y="2939731"/>
                </a:lnTo>
                <a:lnTo>
                  <a:pt x="964376" y="2923200"/>
                </a:lnTo>
                <a:lnTo>
                  <a:pt x="964376" y="2923200"/>
                </a:lnTo>
                <a:lnTo>
                  <a:pt x="941347" y="2939731"/>
                </a:lnTo>
                <a:lnTo>
                  <a:pt x="918317" y="2953747"/>
                </a:lnTo>
                <a:lnTo>
                  <a:pt x="895288" y="2963111"/>
                </a:lnTo>
                <a:lnTo>
                  <a:pt x="872258" y="2966400"/>
                </a:lnTo>
                <a:lnTo>
                  <a:pt x="849229" y="2963111"/>
                </a:lnTo>
                <a:lnTo>
                  <a:pt x="826200" y="2953747"/>
                </a:lnTo>
                <a:lnTo>
                  <a:pt x="803170" y="2939731"/>
                </a:lnTo>
                <a:lnTo>
                  <a:pt x="780141" y="2923200"/>
                </a:lnTo>
                <a:lnTo>
                  <a:pt x="780141" y="2923200"/>
                </a:lnTo>
                <a:lnTo>
                  <a:pt x="757111" y="2939731"/>
                </a:lnTo>
                <a:lnTo>
                  <a:pt x="734082" y="2953747"/>
                </a:lnTo>
                <a:lnTo>
                  <a:pt x="711052" y="2963111"/>
                </a:lnTo>
                <a:lnTo>
                  <a:pt x="688023" y="2966400"/>
                </a:lnTo>
                <a:lnTo>
                  <a:pt x="664994" y="2963111"/>
                </a:lnTo>
                <a:lnTo>
                  <a:pt x="641964" y="2953747"/>
                </a:lnTo>
                <a:lnTo>
                  <a:pt x="618935" y="2939731"/>
                </a:lnTo>
                <a:lnTo>
                  <a:pt x="595905" y="2923200"/>
                </a:lnTo>
                <a:lnTo>
                  <a:pt x="595905" y="2923200"/>
                </a:lnTo>
                <a:lnTo>
                  <a:pt x="572876" y="2939731"/>
                </a:lnTo>
                <a:lnTo>
                  <a:pt x="549847" y="2953747"/>
                </a:lnTo>
                <a:lnTo>
                  <a:pt x="526817" y="2963111"/>
                </a:lnTo>
                <a:lnTo>
                  <a:pt x="503788" y="2966400"/>
                </a:lnTo>
                <a:lnTo>
                  <a:pt x="480758" y="2963111"/>
                </a:lnTo>
                <a:lnTo>
                  <a:pt x="457729" y="2953747"/>
                </a:lnTo>
                <a:lnTo>
                  <a:pt x="434700" y="2939731"/>
                </a:lnTo>
                <a:lnTo>
                  <a:pt x="411670" y="2923200"/>
                </a:lnTo>
                <a:lnTo>
                  <a:pt x="411670" y="2923200"/>
                </a:lnTo>
                <a:lnTo>
                  <a:pt x="388641" y="2939731"/>
                </a:lnTo>
                <a:lnTo>
                  <a:pt x="365611" y="2953747"/>
                </a:lnTo>
                <a:lnTo>
                  <a:pt x="342582" y="2963111"/>
                </a:lnTo>
                <a:lnTo>
                  <a:pt x="319552" y="2966400"/>
                </a:lnTo>
                <a:lnTo>
                  <a:pt x="296523" y="2963111"/>
                </a:lnTo>
                <a:lnTo>
                  <a:pt x="273494" y="2953747"/>
                </a:lnTo>
                <a:lnTo>
                  <a:pt x="250464" y="2939731"/>
                </a:lnTo>
                <a:lnTo>
                  <a:pt x="227435" y="2923200"/>
                </a:lnTo>
                <a:lnTo>
                  <a:pt x="227435" y="2923200"/>
                </a:lnTo>
                <a:lnTo>
                  <a:pt x="204405" y="2939731"/>
                </a:lnTo>
                <a:lnTo>
                  <a:pt x="181376" y="2953747"/>
                </a:lnTo>
                <a:lnTo>
                  <a:pt x="158347" y="2963111"/>
                </a:lnTo>
                <a:lnTo>
                  <a:pt x="135317" y="2966400"/>
                </a:lnTo>
                <a:lnTo>
                  <a:pt x="112288" y="2963111"/>
                </a:lnTo>
                <a:lnTo>
                  <a:pt x="89258" y="2953747"/>
                </a:lnTo>
                <a:lnTo>
                  <a:pt x="66229" y="2939731"/>
                </a:lnTo>
                <a:lnTo>
                  <a:pt x="43200" y="2923200"/>
                </a:lnTo>
                <a:lnTo>
                  <a:pt x="43200" y="2923200"/>
                </a:lnTo>
                <a:lnTo>
                  <a:pt x="26668" y="2900700"/>
                </a:lnTo>
                <a:lnTo>
                  <a:pt x="12652" y="2878200"/>
                </a:lnTo>
                <a:lnTo>
                  <a:pt x="3288" y="2855700"/>
                </a:lnTo>
                <a:lnTo>
                  <a:pt x="0" y="2833200"/>
                </a:lnTo>
                <a:lnTo>
                  <a:pt x="3288" y="2810700"/>
                </a:lnTo>
                <a:lnTo>
                  <a:pt x="12652" y="2788200"/>
                </a:lnTo>
                <a:lnTo>
                  <a:pt x="26668" y="2765700"/>
                </a:lnTo>
                <a:lnTo>
                  <a:pt x="43200" y="2743200"/>
                </a:lnTo>
                <a:lnTo>
                  <a:pt x="43200" y="2743200"/>
                </a:lnTo>
                <a:lnTo>
                  <a:pt x="26668" y="2720700"/>
                </a:lnTo>
                <a:lnTo>
                  <a:pt x="12652" y="2698200"/>
                </a:lnTo>
                <a:lnTo>
                  <a:pt x="3288" y="2675700"/>
                </a:lnTo>
                <a:lnTo>
                  <a:pt x="0" y="2653200"/>
                </a:lnTo>
                <a:lnTo>
                  <a:pt x="3288" y="2630700"/>
                </a:lnTo>
                <a:lnTo>
                  <a:pt x="12652" y="2608200"/>
                </a:lnTo>
                <a:lnTo>
                  <a:pt x="26668" y="2585700"/>
                </a:lnTo>
                <a:lnTo>
                  <a:pt x="43200" y="2563200"/>
                </a:lnTo>
                <a:lnTo>
                  <a:pt x="43200" y="2563200"/>
                </a:lnTo>
                <a:lnTo>
                  <a:pt x="26668" y="2540700"/>
                </a:lnTo>
                <a:lnTo>
                  <a:pt x="12652" y="2518200"/>
                </a:lnTo>
                <a:lnTo>
                  <a:pt x="3288" y="2495700"/>
                </a:lnTo>
                <a:lnTo>
                  <a:pt x="0" y="2473200"/>
                </a:lnTo>
                <a:lnTo>
                  <a:pt x="3288" y="2450700"/>
                </a:lnTo>
                <a:lnTo>
                  <a:pt x="12652" y="2428200"/>
                </a:lnTo>
                <a:lnTo>
                  <a:pt x="26668" y="2405700"/>
                </a:lnTo>
                <a:lnTo>
                  <a:pt x="43200" y="2383200"/>
                </a:lnTo>
                <a:lnTo>
                  <a:pt x="43200" y="2383200"/>
                </a:lnTo>
                <a:lnTo>
                  <a:pt x="26668" y="2360700"/>
                </a:lnTo>
                <a:lnTo>
                  <a:pt x="12652" y="2338200"/>
                </a:lnTo>
                <a:lnTo>
                  <a:pt x="3288" y="2315700"/>
                </a:lnTo>
                <a:lnTo>
                  <a:pt x="0" y="2293200"/>
                </a:lnTo>
                <a:lnTo>
                  <a:pt x="3288" y="2270700"/>
                </a:lnTo>
                <a:lnTo>
                  <a:pt x="12652" y="2248200"/>
                </a:lnTo>
                <a:lnTo>
                  <a:pt x="26668" y="2225700"/>
                </a:lnTo>
                <a:lnTo>
                  <a:pt x="43200" y="2203200"/>
                </a:lnTo>
                <a:lnTo>
                  <a:pt x="43200" y="2203200"/>
                </a:lnTo>
                <a:lnTo>
                  <a:pt x="26668" y="2180700"/>
                </a:lnTo>
                <a:lnTo>
                  <a:pt x="12652" y="2158200"/>
                </a:lnTo>
                <a:lnTo>
                  <a:pt x="3288" y="2135700"/>
                </a:lnTo>
                <a:lnTo>
                  <a:pt x="0" y="2113200"/>
                </a:lnTo>
                <a:lnTo>
                  <a:pt x="3288" y="2090700"/>
                </a:lnTo>
                <a:lnTo>
                  <a:pt x="12652" y="2068200"/>
                </a:lnTo>
                <a:lnTo>
                  <a:pt x="26668" y="2045700"/>
                </a:lnTo>
                <a:lnTo>
                  <a:pt x="43200" y="2023200"/>
                </a:lnTo>
                <a:lnTo>
                  <a:pt x="43200" y="2023200"/>
                </a:lnTo>
                <a:lnTo>
                  <a:pt x="26668" y="2000700"/>
                </a:lnTo>
                <a:lnTo>
                  <a:pt x="12652" y="1978200"/>
                </a:lnTo>
                <a:lnTo>
                  <a:pt x="3288" y="1955700"/>
                </a:lnTo>
                <a:lnTo>
                  <a:pt x="0" y="1933200"/>
                </a:lnTo>
                <a:lnTo>
                  <a:pt x="3288" y="1910700"/>
                </a:lnTo>
                <a:lnTo>
                  <a:pt x="12652" y="1888200"/>
                </a:lnTo>
                <a:lnTo>
                  <a:pt x="26668" y="1865700"/>
                </a:lnTo>
                <a:lnTo>
                  <a:pt x="43200" y="1843200"/>
                </a:lnTo>
                <a:lnTo>
                  <a:pt x="43200" y="1843200"/>
                </a:lnTo>
                <a:lnTo>
                  <a:pt x="26668" y="1820700"/>
                </a:lnTo>
                <a:lnTo>
                  <a:pt x="12652" y="1798200"/>
                </a:lnTo>
                <a:lnTo>
                  <a:pt x="3288" y="1775700"/>
                </a:lnTo>
                <a:lnTo>
                  <a:pt x="0" y="1753200"/>
                </a:lnTo>
                <a:lnTo>
                  <a:pt x="3288" y="1730700"/>
                </a:lnTo>
                <a:lnTo>
                  <a:pt x="12652" y="1708200"/>
                </a:lnTo>
                <a:lnTo>
                  <a:pt x="26668" y="1685700"/>
                </a:lnTo>
                <a:lnTo>
                  <a:pt x="43200" y="1663200"/>
                </a:lnTo>
                <a:lnTo>
                  <a:pt x="43200" y="1663200"/>
                </a:lnTo>
                <a:lnTo>
                  <a:pt x="26668" y="1640700"/>
                </a:lnTo>
                <a:lnTo>
                  <a:pt x="12652" y="1618200"/>
                </a:lnTo>
                <a:lnTo>
                  <a:pt x="3288" y="1595700"/>
                </a:lnTo>
                <a:lnTo>
                  <a:pt x="0" y="1573200"/>
                </a:lnTo>
                <a:lnTo>
                  <a:pt x="3288" y="1550700"/>
                </a:lnTo>
                <a:lnTo>
                  <a:pt x="12652" y="1528200"/>
                </a:lnTo>
                <a:lnTo>
                  <a:pt x="26668" y="1505700"/>
                </a:lnTo>
                <a:lnTo>
                  <a:pt x="43200" y="1483200"/>
                </a:lnTo>
                <a:lnTo>
                  <a:pt x="43200" y="1483200"/>
                </a:lnTo>
                <a:lnTo>
                  <a:pt x="26668" y="1460700"/>
                </a:lnTo>
                <a:lnTo>
                  <a:pt x="12652" y="1438200"/>
                </a:lnTo>
                <a:lnTo>
                  <a:pt x="3288" y="1415700"/>
                </a:lnTo>
                <a:lnTo>
                  <a:pt x="0" y="1393200"/>
                </a:lnTo>
                <a:lnTo>
                  <a:pt x="3288" y="1370700"/>
                </a:lnTo>
                <a:lnTo>
                  <a:pt x="12652" y="1348200"/>
                </a:lnTo>
                <a:lnTo>
                  <a:pt x="26668" y="1325700"/>
                </a:lnTo>
                <a:lnTo>
                  <a:pt x="43200" y="1303200"/>
                </a:lnTo>
                <a:lnTo>
                  <a:pt x="43200" y="1303200"/>
                </a:lnTo>
                <a:lnTo>
                  <a:pt x="26668" y="1280700"/>
                </a:lnTo>
                <a:lnTo>
                  <a:pt x="12652" y="1258200"/>
                </a:lnTo>
                <a:lnTo>
                  <a:pt x="3288" y="1235700"/>
                </a:lnTo>
                <a:lnTo>
                  <a:pt x="0" y="1213200"/>
                </a:lnTo>
                <a:lnTo>
                  <a:pt x="3288" y="1190700"/>
                </a:lnTo>
                <a:lnTo>
                  <a:pt x="12652" y="1168200"/>
                </a:lnTo>
                <a:lnTo>
                  <a:pt x="26668" y="1145700"/>
                </a:lnTo>
                <a:lnTo>
                  <a:pt x="43200" y="1123200"/>
                </a:lnTo>
                <a:lnTo>
                  <a:pt x="43200" y="1123200"/>
                </a:lnTo>
                <a:lnTo>
                  <a:pt x="26668" y="1100700"/>
                </a:lnTo>
                <a:lnTo>
                  <a:pt x="12652" y="1078200"/>
                </a:lnTo>
                <a:lnTo>
                  <a:pt x="3288" y="1055700"/>
                </a:lnTo>
                <a:lnTo>
                  <a:pt x="0" y="1033200"/>
                </a:lnTo>
                <a:lnTo>
                  <a:pt x="3288" y="1010700"/>
                </a:lnTo>
                <a:lnTo>
                  <a:pt x="12652" y="988200"/>
                </a:lnTo>
                <a:lnTo>
                  <a:pt x="26668" y="965700"/>
                </a:lnTo>
                <a:lnTo>
                  <a:pt x="43200" y="943200"/>
                </a:lnTo>
                <a:lnTo>
                  <a:pt x="43200" y="943200"/>
                </a:lnTo>
                <a:lnTo>
                  <a:pt x="26668" y="920700"/>
                </a:lnTo>
                <a:lnTo>
                  <a:pt x="12652" y="898200"/>
                </a:lnTo>
                <a:lnTo>
                  <a:pt x="3288" y="875700"/>
                </a:lnTo>
                <a:lnTo>
                  <a:pt x="0" y="853200"/>
                </a:lnTo>
                <a:lnTo>
                  <a:pt x="3288" y="830700"/>
                </a:lnTo>
                <a:lnTo>
                  <a:pt x="12652" y="808200"/>
                </a:lnTo>
                <a:lnTo>
                  <a:pt x="26668" y="785700"/>
                </a:lnTo>
                <a:lnTo>
                  <a:pt x="43200" y="763200"/>
                </a:lnTo>
                <a:lnTo>
                  <a:pt x="43200" y="763200"/>
                </a:lnTo>
                <a:lnTo>
                  <a:pt x="26668" y="740700"/>
                </a:lnTo>
                <a:lnTo>
                  <a:pt x="12652" y="718200"/>
                </a:lnTo>
                <a:lnTo>
                  <a:pt x="3288" y="695700"/>
                </a:lnTo>
                <a:lnTo>
                  <a:pt x="0" y="673200"/>
                </a:lnTo>
                <a:lnTo>
                  <a:pt x="3288" y="650700"/>
                </a:lnTo>
                <a:lnTo>
                  <a:pt x="12652" y="628200"/>
                </a:lnTo>
                <a:lnTo>
                  <a:pt x="26668" y="605700"/>
                </a:lnTo>
                <a:lnTo>
                  <a:pt x="43200" y="583200"/>
                </a:lnTo>
                <a:lnTo>
                  <a:pt x="43200" y="583200"/>
                </a:lnTo>
                <a:lnTo>
                  <a:pt x="26668" y="560700"/>
                </a:lnTo>
                <a:lnTo>
                  <a:pt x="12652" y="538200"/>
                </a:lnTo>
                <a:lnTo>
                  <a:pt x="3288" y="515700"/>
                </a:lnTo>
                <a:lnTo>
                  <a:pt x="0" y="493200"/>
                </a:lnTo>
                <a:lnTo>
                  <a:pt x="3288" y="470700"/>
                </a:lnTo>
                <a:lnTo>
                  <a:pt x="12652" y="448200"/>
                </a:lnTo>
                <a:lnTo>
                  <a:pt x="26668" y="425700"/>
                </a:lnTo>
                <a:lnTo>
                  <a:pt x="43200" y="403200"/>
                </a:lnTo>
                <a:lnTo>
                  <a:pt x="43200" y="403200"/>
                </a:lnTo>
                <a:lnTo>
                  <a:pt x="26668" y="380700"/>
                </a:lnTo>
                <a:lnTo>
                  <a:pt x="12652" y="358200"/>
                </a:lnTo>
                <a:lnTo>
                  <a:pt x="3288" y="335700"/>
                </a:lnTo>
                <a:lnTo>
                  <a:pt x="0" y="313200"/>
                </a:lnTo>
                <a:lnTo>
                  <a:pt x="3288" y="290700"/>
                </a:lnTo>
                <a:lnTo>
                  <a:pt x="12652" y="268200"/>
                </a:lnTo>
                <a:lnTo>
                  <a:pt x="26668" y="245700"/>
                </a:lnTo>
                <a:lnTo>
                  <a:pt x="43200" y="223200"/>
                </a:lnTo>
                <a:lnTo>
                  <a:pt x="43200" y="223200"/>
                </a:lnTo>
                <a:lnTo>
                  <a:pt x="26668" y="200700"/>
                </a:lnTo>
                <a:lnTo>
                  <a:pt x="12652" y="178200"/>
                </a:lnTo>
                <a:lnTo>
                  <a:pt x="3288" y="155700"/>
                </a:lnTo>
                <a:lnTo>
                  <a:pt x="0" y="133200"/>
                </a:lnTo>
                <a:lnTo>
                  <a:pt x="3288" y="110700"/>
                </a:lnTo>
                <a:lnTo>
                  <a:pt x="12652" y="88200"/>
                </a:lnTo>
                <a:lnTo>
                  <a:pt x="26668" y="65700"/>
                </a:lnTo>
                <a:lnTo>
                  <a:pt x="43200" y="43200"/>
                </a:lnTo>
                <a:close/>
              </a:path>
            </a:pathLst>
          </a:custGeom>
          <a:noFill/>
          <a:ln w="7620">
            <a:solidFill>
              <a:srgbClr val="A4433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92000" y="4572000"/>
            <a:ext cx="2916000" cy="270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  <a:r>
              <a:t>TBC #16 / #26</a:t>
            </a:r>
          </a:p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</a:p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  <a:r>
              <a:t>Internal dimensions are proposed.</a:t>
            </a:r>
          </a:p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  <a:r>
              <a:t>Confirm selected grommet, service chase, drawer slides and feet.</a:t>
            </a:r>
          </a:p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  <a:r>
              <a:t>Staff access remains a separate open issue.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Finish junctions / controlled terminations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AP-22 · four typical coordination details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540000" y="9792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540000" y="10008000"/>
            <a:ext cx="7128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FOR COORDINATION  ·  SITE ITEMS OPEN  ·  REV B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06 OCT 2026  /  SOURCE REV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4000" y="10008000"/>
            <a:ext cx="522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1:2 — indicative assemblies @ A3  ·  DIMENSIONS mm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SPEC SNAPSHOT eeccbde1cd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92000" y="10008000"/>
            <a:ext cx="1152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AP-22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2196000"/>
            <a:ext cx="342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2725"/>
                </a:solidFill>
                <a:latin typeface="Liberation Sans"/>
              </a:defRPr>
            </a:pPr>
            <a:r>
              <a:t>01  FLOOR / WALL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0" y="2196000"/>
            <a:ext cx="342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2725"/>
                </a:solidFill>
                <a:latin typeface="Liberation Sans"/>
              </a:defRPr>
            </a:pPr>
            <a:r>
              <a:t>02  WALL / CEILING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0" y="2196000"/>
            <a:ext cx="342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2725"/>
                </a:solidFill>
                <a:latin typeface="Liberation Sans"/>
              </a:defRPr>
            </a:pPr>
            <a:r>
              <a:t>03  DISPLAY / WALL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0000" y="2196000"/>
            <a:ext cx="342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2725"/>
                </a:solidFill>
                <a:latin typeface="Liberation Sans"/>
              </a:defRPr>
            </a:pPr>
            <a:r>
              <a:t>04  INTERNAL CORNER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80000" y="3600000"/>
            <a:ext cx="324000" cy="2340000"/>
          </a:xfrm>
          <a:prstGeom prst="rect">
            <a:avLst/>
          </a:prstGeom>
          <a:solidFill>
            <a:srgbClr val="E8E1D5"/>
          </a:solidFill>
          <a:ln w="8890">
            <a:solidFill>
              <a:srgbClr val="A44338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94000" y="5760000"/>
            <a:ext cx="2340000" cy="180000"/>
          </a:xfrm>
          <a:prstGeom prst="rect">
            <a:avLst/>
          </a:prstGeom>
          <a:solidFill>
            <a:srgbClr val="E8E1D5"/>
          </a:solidFill>
          <a:ln w="8890">
            <a:solidFill>
              <a:srgbClr val="A44338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404000" y="5940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1494000" y="5940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1404000" y="6228000"/>
            <a:ext cx="9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0" name="Connector 19"/>
          <p:cNvCxnSpPr/>
          <p:nvPr/>
        </p:nvCxnSpPr>
        <p:spPr>
          <a:xfrm flipV="1">
            <a:off x="1368000" y="619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1" name="Connector 20"/>
          <p:cNvCxnSpPr/>
          <p:nvPr/>
        </p:nvCxnSpPr>
        <p:spPr>
          <a:xfrm flipV="1">
            <a:off x="1458000" y="619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2" name="TextBox 21"/>
          <p:cNvSpPr txBox="1"/>
          <p:nvPr/>
        </p:nvSpPr>
        <p:spPr>
          <a:xfrm>
            <a:off x="909000" y="6048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5 joint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000" y="7560000"/>
            <a:ext cx="3348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A44338"/>
                </a:solidFill>
                <a:latin typeface="Liberation Sans"/>
              </a:defRPr>
            </a:pPr>
            <a:r>
              <a:t>Flexible compatible seal</a:t>
            </a:r>
          </a:p>
          <a:p>
            <a:pPr>
              <a:spcAft>
                <a:spcPts val="400"/>
              </a:spcAft>
              <a:defRPr sz="900" b="0">
                <a:solidFill>
                  <a:srgbClr val="A44338"/>
                </a:solidFill>
                <a:latin typeface="Liberation Sans"/>
              </a:defRPr>
            </a:pPr>
            <a:r>
              <a:t>Build-up TBC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80000" y="3600000"/>
            <a:ext cx="324000" cy="2340000"/>
          </a:xfrm>
          <a:prstGeom prst="rect">
            <a:avLst/>
          </a:prstGeom>
          <a:solidFill>
            <a:srgbClr val="E8E1D5"/>
          </a:solidFill>
          <a:ln w="8890">
            <a:solidFill>
              <a:srgbClr val="A44338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04000" y="3600000"/>
            <a:ext cx="2340000" cy="324000"/>
          </a:xfrm>
          <a:prstGeom prst="rect">
            <a:avLst/>
          </a:prstGeom>
          <a:solidFill>
            <a:srgbClr val="E8E1D5"/>
          </a:solidFill>
          <a:ln w="8890">
            <a:solidFill>
              <a:srgbClr val="A44338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5004000" y="3924000"/>
            <a:ext cx="666000" cy="0"/>
          </a:xfrm>
          <a:prstGeom prst="line">
            <a:avLst/>
          </a:prstGeom>
          <a:ln w="12700">
            <a:solidFill>
              <a:srgbClr val="A44338"/>
            </a:solidFill>
            <a:prstDash val="dash"/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4320000" y="7560000"/>
            <a:ext cx="3348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A44338"/>
                </a:solidFill>
                <a:latin typeface="Liberation Sans"/>
              </a:defRPr>
            </a:pPr>
            <a:r>
              <a:t>Controlled reveal TBC</a:t>
            </a:r>
          </a:p>
          <a:p>
            <a:pPr>
              <a:spcAft>
                <a:spcPts val="400"/>
              </a:spcAft>
              <a:defRPr sz="900" b="0">
                <a:solidFill>
                  <a:srgbClr val="A44338"/>
                </a:solidFill>
                <a:latin typeface="Liberation Sans"/>
              </a:defRPr>
            </a:pPr>
            <a:r>
              <a:t>Independent ceiling support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80000" y="3600000"/>
            <a:ext cx="324000" cy="2340000"/>
          </a:xfrm>
          <a:prstGeom prst="rect">
            <a:avLst/>
          </a:prstGeom>
          <a:solidFill>
            <a:srgbClr val="E8E1D5"/>
          </a:solidFill>
          <a:ln w="8890">
            <a:solidFill>
              <a:srgbClr val="A44338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90000" y="3960000"/>
            <a:ext cx="450000" cy="180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8604000" y="4860000"/>
            <a:ext cx="486000" cy="0"/>
          </a:xfrm>
          <a:prstGeom prst="line">
            <a:avLst/>
          </a:prstGeom>
          <a:ln w="15240">
            <a:solidFill>
              <a:srgbClr val="A44338"/>
            </a:solidFill>
            <a:prstDash val="dash"/>
          </a:ln>
          <a:effectLst/>
        </p:spPr>
      </p:cxnSp>
      <p:sp>
        <p:nvSpPr>
          <p:cNvPr id="31" name="TextBox 30"/>
          <p:cNvSpPr txBox="1"/>
          <p:nvPr/>
        </p:nvSpPr>
        <p:spPr>
          <a:xfrm>
            <a:off x="7920000" y="7560000"/>
            <a:ext cx="3348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A44338"/>
                </a:solidFill>
                <a:latin typeface="Liberation Sans"/>
              </a:defRPr>
            </a:pPr>
            <a:r>
              <a:t>Adjustable wall bracket</a:t>
            </a:r>
          </a:p>
          <a:p>
            <a:pPr>
              <a:spcAft>
                <a:spcPts val="400"/>
              </a:spcAft>
              <a:defRPr sz="900" b="0">
                <a:solidFill>
                  <a:srgbClr val="A44338"/>
                </a:solidFill>
                <a:latin typeface="Liberation Sans"/>
              </a:defRPr>
            </a:pPr>
            <a:r>
              <a:t>Accessible fastener / packer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880000" y="3600000"/>
            <a:ext cx="324000" cy="2340000"/>
          </a:xfrm>
          <a:prstGeom prst="rect">
            <a:avLst/>
          </a:prstGeom>
          <a:solidFill>
            <a:srgbClr val="E8E1D5"/>
          </a:solidFill>
          <a:ln w="8890">
            <a:solidFill>
              <a:srgbClr val="A44338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2204000" y="5616000"/>
            <a:ext cx="2160000" cy="324000"/>
          </a:xfrm>
          <a:prstGeom prst="rect">
            <a:avLst/>
          </a:prstGeom>
          <a:solidFill>
            <a:srgbClr val="E8E1D5"/>
          </a:solidFill>
          <a:ln w="8890">
            <a:solidFill>
              <a:srgbClr val="A44338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 flipV="1">
            <a:off x="12204000" y="5454000"/>
            <a:ext cx="162000" cy="162000"/>
          </a:xfrm>
          <a:prstGeom prst="line">
            <a:avLst/>
          </a:prstGeom>
          <a:ln w="8890">
            <a:solidFill>
              <a:srgbClr val="A44338"/>
            </a:solidFill>
            <a:prstDash val="dash"/>
          </a:ln>
          <a:effectLst/>
        </p:spPr>
      </p:cxnSp>
      <p:sp>
        <p:nvSpPr>
          <p:cNvPr id="35" name="TextBox 34"/>
          <p:cNvSpPr txBox="1"/>
          <p:nvPr/>
        </p:nvSpPr>
        <p:spPr>
          <a:xfrm>
            <a:off x="11520000" y="7560000"/>
            <a:ext cx="3348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A44338"/>
                </a:solidFill>
                <a:latin typeface="Liberation Sans"/>
              </a:defRPr>
            </a:pPr>
            <a:r>
              <a:t>Plan / internal return</a:t>
            </a:r>
          </a:p>
          <a:p>
            <a:pPr>
              <a:spcAft>
                <a:spcPts val="400"/>
              </a:spcAft>
              <a:defRPr sz="900" b="0">
                <a:solidFill>
                  <a:srgbClr val="A44338"/>
                </a:solidFill>
                <a:latin typeface="Liberation Sans"/>
              </a:defRPr>
            </a:pPr>
            <a:r>
              <a:t>Reinforced plaster corner</a:t>
            </a:r>
          </a:p>
          <a:p>
            <a:pPr>
              <a:spcAft>
                <a:spcPts val="400"/>
              </a:spcAft>
              <a:defRPr sz="900" b="0">
                <a:solidFill>
                  <a:srgbClr val="A44338"/>
                </a:solidFill>
                <a:latin typeface="Liberation Sans"/>
              </a:defRPr>
            </a:pPr>
            <a:r>
              <a:t>Movement treatment TBC</a:t>
            </a:r>
          </a:p>
        </p:txBody>
      </p:sp>
      <p:sp>
        <p:nvSpPr>
          <p:cNvPr id="36" name="Freeform 35"/>
          <p:cNvSpPr/>
          <p:nvPr/>
        </p:nvSpPr>
        <p:spPr>
          <a:xfrm>
            <a:off x="676800" y="8092800"/>
            <a:ext cx="13766400" cy="1166400"/>
          </a:xfrm>
          <a:custGeom>
            <a:avLst/>
            <a:gdLst/>
            <a:ahLst/>
            <a:cxnLst/>
            <a:rect l="l" t="t" r="r" b="b"/>
            <a:pathLst>
              <a:path w="13766400" h="1166400">
                <a:moveTo>
                  <a:pt x="43200" y="43200"/>
                </a:moveTo>
                <a:lnTo>
                  <a:pt x="65700" y="26668"/>
                </a:lnTo>
                <a:lnTo>
                  <a:pt x="88200" y="12652"/>
                </a:lnTo>
                <a:lnTo>
                  <a:pt x="110700" y="3288"/>
                </a:lnTo>
                <a:lnTo>
                  <a:pt x="133200" y="0"/>
                </a:lnTo>
                <a:lnTo>
                  <a:pt x="155700" y="3288"/>
                </a:lnTo>
                <a:lnTo>
                  <a:pt x="178200" y="12652"/>
                </a:lnTo>
                <a:lnTo>
                  <a:pt x="200700" y="26668"/>
                </a:lnTo>
                <a:lnTo>
                  <a:pt x="223200" y="43200"/>
                </a:lnTo>
                <a:lnTo>
                  <a:pt x="223200" y="43200"/>
                </a:lnTo>
                <a:lnTo>
                  <a:pt x="245700" y="26668"/>
                </a:lnTo>
                <a:lnTo>
                  <a:pt x="268200" y="12652"/>
                </a:lnTo>
                <a:lnTo>
                  <a:pt x="290700" y="3288"/>
                </a:lnTo>
                <a:lnTo>
                  <a:pt x="313200" y="0"/>
                </a:lnTo>
                <a:lnTo>
                  <a:pt x="335700" y="3288"/>
                </a:lnTo>
                <a:lnTo>
                  <a:pt x="358200" y="12652"/>
                </a:lnTo>
                <a:lnTo>
                  <a:pt x="380700" y="26668"/>
                </a:lnTo>
                <a:lnTo>
                  <a:pt x="403200" y="43200"/>
                </a:lnTo>
                <a:lnTo>
                  <a:pt x="403200" y="43200"/>
                </a:lnTo>
                <a:lnTo>
                  <a:pt x="425700" y="26668"/>
                </a:lnTo>
                <a:lnTo>
                  <a:pt x="448200" y="12652"/>
                </a:lnTo>
                <a:lnTo>
                  <a:pt x="470700" y="3288"/>
                </a:lnTo>
                <a:lnTo>
                  <a:pt x="493200" y="0"/>
                </a:lnTo>
                <a:lnTo>
                  <a:pt x="515700" y="3288"/>
                </a:lnTo>
                <a:lnTo>
                  <a:pt x="538200" y="12652"/>
                </a:lnTo>
                <a:lnTo>
                  <a:pt x="560700" y="26668"/>
                </a:lnTo>
                <a:lnTo>
                  <a:pt x="583200" y="43200"/>
                </a:lnTo>
                <a:lnTo>
                  <a:pt x="583200" y="43200"/>
                </a:lnTo>
                <a:lnTo>
                  <a:pt x="605700" y="26668"/>
                </a:lnTo>
                <a:lnTo>
                  <a:pt x="628200" y="12652"/>
                </a:lnTo>
                <a:lnTo>
                  <a:pt x="650700" y="3288"/>
                </a:lnTo>
                <a:lnTo>
                  <a:pt x="673200" y="0"/>
                </a:lnTo>
                <a:lnTo>
                  <a:pt x="695700" y="3288"/>
                </a:lnTo>
                <a:lnTo>
                  <a:pt x="718200" y="12652"/>
                </a:lnTo>
                <a:lnTo>
                  <a:pt x="740700" y="26668"/>
                </a:lnTo>
                <a:lnTo>
                  <a:pt x="763200" y="43200"/>
                </a:lnTo>
                <a:lnTo>
                  <a:pt x="763200" y="43200"/>
                </a:lnTo>
                <a:lnTo>
                  <a:pt x="785700" y="26668"/>
                </a:lnTo>
                <a:lnTo>
                  <a:pt x="808200" y="12652"/>
                </a:lnTo>
                <a:lnTo>
                  <a:pt x="830700" y="3288"/>
                </a:lnTo>
                <a:lnTo>
                  <a:pt x="853200" y="0"/>
                </a:lnTo>
                <a:lnTo>
                  <a:pt x="875700" y="3288"/>
                </a:lnTo>
                <a:lnTo>
                  <a:pt x="898200" y="12652"/>
                </a:lnTo>
                <a:lnTo>
                  <a:pt x="920700" y="26668"/>
                </a:lnTo>
                <a:lnTo>
                  <a:pt x="943200" y="43200"/>
                </a:lnTo>
                <a:lnTo>
                  <a:pt x="943200" y="43200"/>
                </a:lnTo>
                <a:lnTo>
                  <a:pt x="965700" y="26668"/>
                </a:lnTo>
                <a:lnTo>
                  <a:pt x="988200" y="12652"/>
                </a:lnTo>
                <a:lnTo>
                  <a:pt x="1010700" y="3288"/>
                </a:lnTo>
                <a:lnTo>
                  <a:pt x="1033200" y="0"/>
                </a:lnTo>
                <a:lnTo>
                  <a:pt x="1055700" y="3288"/>
                </a:lnTo>
                <a:lnTo>
                  <a:pt x="1078200" y="12652"/>
                </a:lnTo>
                <a:lnTo>
                  <a:pt x="1100700" y="26668"/>
                </a:lnTo>
                <a:lnTo>
                  <a:pt x="1123200" y="43200"/>
                </a:lnTo>
                <a:lnTo>
                  <a:pt x="1123200" y="43200"/>
                </a:lnTo>
                <a:lnTo>
                  <a:pt x="1145700" y="26668"/>
                </a:lnTo>
                <a:lnTo>
                  <a:pt x="1168200" y="12652"/>
                </a:lnTo>
                <a:lnTo>
                  <a:pt x="1190700" y="3288"/>
                </a:lnTo>
                <a:lnTo>
                  <a:pt x="1213200" y="0"/>
                </a:lnTo>
                <a:lnTo>
                  <a:pt x="1235700" y="3288"/>
                </a:lnTo>
                <a:lnTo>
                  <a:pt x="1258200" y="12652"/>
                </a:lnTo>
                <a:lnTo>
                  <a:pt x="1280700" y="26668"/>
                </a:lnTo>
                <a:lnTo>
                  <a:pt x="1303200" y="43200"/>
                </a:lnTo>
                <a:lnTo>
                  <a:pt x="1303200" y="43200"/>
                </a:lnTo>
                <a:lnTo>
                  <a:pt x="1325700" y="26668"/>
                </a:lnTo>
                <a:lnTo>
                  <a:pt x="1348200" y="12652"/>
                </a:lnTo>
                <a:lnTo>
                  <a:pt x="1370700" y="3288"/>
                </a:lnTo>
                <a:lnTo>
                  <a:pt x="1393200" y="0"/>
                </a:lnTo>
                <a:lnTo>
                  <a:pt x="1415700" y="3288"/>
                </a:lnTo>
                <a:lnTo>
                  <a:pt x="1438200" y="12652"/>
                </a:lnTo>
                <a:lnTo>
                  <a:pt x="1460700" y="26668"/>
                </a:lnTo>
                <a:lnTo>
                  <a:pt x="1483200" y="43200"/>
                </a:lnTo>
                <a:lnTo>
                  <a:pt x="1483200" y="43200"/>
                </a:lnTo>
                <a:lnTo>
                  <a:pt x="1505700" y="26668"/>
                </a:lnTo>
                <a:lnTo>
                  <a:pt x="1528200" y="12652"/>
                </a:lnTo>
                <a:lnTo>
                  <a:pt x="1550700" y="3288"/>
                </a:lnTo>
                <a:lnTo>
                  <a:pt x="1573200" y="0"/>
                </a:lnTo>
                <a:lnTo>
                  <a:pt x="1595700" y="3288"/>
                </a:lnTo>
                <a:lnTo>
                  <a:pt x="1618200" y="12652"/>
                </a:lnTo>
                <a:lnTo>
                  <a:pt x="1640700" y="26668"/>
                </a:lnTo>
                <a:lnTo>
                  <a:pt x="1663200" y="43200"/>
                </a:lnTo>
                <a:lnTo>
                  <a:pt x="1663200" y="43200"/>
                </a:lnTo>
                <a:lnTo>
                  <a:pt x="1685700" y="26668"/>
                </a:lnTo>
                <a:lnTo>
                  <a:pt x="1708200" y="12652"/>
                </a:lnTo>
                <a:lnTo>
                  <a:pt x="1730700" y="3288"/>
                </a:lnTo>
                <a:lnTo>
                  <a:pt x="1753200" y="0"/>
                </a:lnTo>
                <a:lnTo>
                  <a:pt x="1775700" y="3288"/>
                </a:lnTo>
                <a:lnTo>
                  <a:pt x="1798200" y="12652"/>
                </a:lnTo>
                <a:lnTo>
                  <a:pt x="1820700" y="26668"/>
                </a:lnTo>
                <a:lnTo>
                  <a:pt x="1843200" y="43200"/>
                </a:lnTo>
                <a:lnTo>
                  <a:pt x="1843200" y="43200"/>
                </a:lnTo>
                <a:lnTo>
                  <a:pt x="1865700" y="26668"/>
                </a:lnTo>
                <a:lnTo>
                  <a:pt x="1888200" y="12652"/>
                </a:lnTo>
                <a:lnTo>
                  <a:pt x="1910700" y="3288"/>
                </a:lnTo>
                <a:lnTo>
                  <a:pt x="1933200" y="0"/>
                </a:lnTo>
                <a:lnTo>
                  <a:pt x="1955700" y="3288"/>
                </a:lnTo>
                <a:lnTo>
                  <a:pt x="1978200" y="12652"/>
                </a:lnTo>
                <a:lnTo>
                  <a:pt x="2000700" y="26668"/>
                </a:lnTo>
                <a:lnTo>
                  <a:pt x="2023200" y="43200"/>
                </a:lnTo>
                <a:lnTo>
                  <a:pt x="2023200" y="43200"/>
                </a:lnTo>
                <a:lnTo>
                  <a:pt x="2045700" y="26668"/>
                </a:lnTo>
                <a:lnTo>
                  <a:pt x="2068200" y="12652"/>
                </a:lnTo>
                <a:lnTo>
                  <a:pt x="2090700" y="3288"/>
                </a:lnTo>
                <a:lnTo>
                  <a:pt x="2113200" y="0"/>
                </a:lnTo>
                <a:lnTo>
                  <a:pt x="2135700" y="3288"/>
                </a:lnTo>
                <a:lnTo>
                  <a:pt x="2158200" y="12652"/>
                </a:lnTo>
                <a:lnTo>
                  <a:pt x="2180700" y="26668"/>
                </a:lnTo>
                <a:lnTo>
                  <a:pt x="2203200" y="43200"/>
                </a:lnTo>
                <a:lnTo>
                  <a:pt x="2203200" y="43200"/>
                </a:lnTo>
                <a:lnTo>
                  <a:pt x="2225700" y="26668"/>
                </a:lnTo>
                <a:lnTo>
                  <a:pt x="2248200" y="12652"/>
                </a:lnTo>
                <a:lnTo>
                  <a:pt x="2270700" y="3288"/>
                </a:lnTo>
                <a:lnTo>
                  <a:pt x="2293200" y="0"/>
                </a:lnTo>
                <a:lnTo>
                  <a:pt x="2315700" y="3288"/>
                </a:lnTo>
                <a:lnTo>
                  <a:pt x="2338200" y="12652"/>
                </a:lnTo>
                <a:lnTo>
                  <a:pt x="2360700" y="26668"/>
                </a:lnTo>
                <a:lnTo>
                  <a:pt x="2383200" y="43200"/>
                </a:lnTo>
                <a:lnTo>
                  <a:pt x="2383200" y="43200"/>
                </a:lnTo>
                <a:lnTo>
                  <a:pt x="2405700" y="26668"/>
                </a:lnTo>
                <a:lnTo>
                  <a:pt x="2428200" y="12652"/>
                </a:lnTo>
                <a:lnTo>
                  <a:pt x="2450700" y="3288"/>
                </a:lnTo>
                <a:lnTo>
                  <a:pt x="2473200" y="0"/>
                </a:lnTo>
                <a:lnTo>
                  <a:pt x="2495700" y="3288"/>
                </a:lnTo>
                <a:lnTo>
                  <a:pt x="2518200" y="12652"/>
                </a:lnTo>
                <a:lnTo>
                  <a:pt x="2540700" y="26668"/>
                </a:lnTo>
                <a:lnTo>
                  <a:pt x="2563200" y="43200"/>
                </a:lnTo>
                <a:lnTo>
                  <a:pt x="2563200" y="43200"/>
                </a:lnTo>
                <a:lnTo>
                  <a:pt x="2585700" y="26668"/>
                </a:lnTo>
                <a:lnTo>
                  <a:pt x="2608200" y="12652"/>
                </a:lnTo>
                <a:lnTo>
                  <a:pt x="2630700" y="3288"/>
                </a:lnTo>
                <a:lnTo>
                  <a:pt x="2653200" y="0"/>
                </a:lnTo>
                <a:lnTo>
                  <a:pt x="2675700" y="3288"/>
                </a:lnTo>
                <a:lnTo>
                  <a:pt x="2698200" y="12652"/>
                </a:lnTo>
                <a:lnTo>
                  <a:pt x="2720700" y="26668"/>
                </a:lnTo>
                <a:lnTo>
                  <a:pt x="2743200" y="43200"/>
                </a:lnTo>
                <a:lnTo>
                  <a:pt x="2743200" y="43200"/>
                </a:lnTo>
                <a:lnTo>
                  <a:pt x="2765700" y="26668"/>
                </a:lnTo>
                <a:lnTo>
                  <a:pt x="2788200" y="12652"/>
                </a:lnTo>
                <a:lnTo>
                  <a:pt x="2810700" y="3288"/>
                </a:lnTo>
                <a:lnTo>
                  <a:pt x="2833200" y="0"/>
                </a:lnTo>
                <a:lnTo>
                  <a:pt x="2855700" y="3288"/>
                </a:lnTo>
                <a:lnTo>
                  <a:pt x="2878200" y="12652"/>
                </a:lnTo>
                <a:lnTo>
                  <a:pt x="2900700" y="26668"/>
                </a:lnTo>
                <a:lnTo>
                  <a:pt x="2923200" y="43200"/>
                </a:lnTo>
                <a:lnTo>
                  <a:pt x="2923200" y="43200"/>
                </a:lnTo>
                <a:lnTo>
                  <a:pt x="2945700" y="26668"/>
                </a:lnTo>
                <a:lnTo>
                  <a:pt x="2968200" y="12652"/>
                </a:lnTo>
                <a:lnTo>
                  <a:pt x="2990700" y="3288"/>
                </a:lnTo>
                <a:lnTo>
                  <a:pt x="3013200" y="0"/>
                </a:lnTo>
                <a:lnTo>
                  <a:pt x="3035700" y="3288"/>
                </a:lnTo>
                <a:lnTo>
                  <a:pt x="3058200" y="12652"/>
                </a:lnTo>
                <a:lnTo>
                  <a:pt x="3080700" y="26668"/>
                </a:lnTo>
                <a:lnTo>
                  <a:pt x="3103200" y="43200"/>
                </a:lnTo>
                <a:lnTo>
                  <a:pt x="3103200" y="43200"/>
                </a:lnTo>
                <a:lnTo>
                  <a:pt x="3125700" y="26668"/>
                </a:lnTo>
                <a:lnTo>
                  <a:pt x="3148200" y="12652"/>
                </a:lnTo>
                <a:lnTo>
                  <a:pt x="3170700" y="3288"/>
                </a:lnTo>
                <a:lnTo>
                  <a:pt x="3193200" y="0"/>
                </a:lnTo>
                <a:lnTo>
                  <a:pt x="3215700" y="3288"/>
                </a:lnTo>
                <a:lnTo>
                  <a:pt x="3238200" y="12652"/>
                </a:lnTo>
                <a:lnTo>
                  <a:pt x="3260700" y="26668"/>
                </a:lnTo>
                <a:lnTo>
                  <a:pt x="3283200" y="43200"/>
                </a:lnTo>
                <a:lnTo>
                  <a:pt x="3283200" y="43200"/>
                </a:lnTo>
                <a:lnTo>
                  <a:pt x="3305700" y="26668"/>
                </a:lnTo>
                <a:lnTo>
                  <a:pt x="3328200" y="12652"/>
                </a:lnTo>
                <a:lnTo>
                  <a:pt x="3350700" y="3288"/>
                </a:lnTo>
                <a:lnTo>
                  <a:pt x="3373200" y="0"/>
                </a:lnTo>
                <a:lnTo>
                  <a:pt x="3395700" y="3288"/>
                </a:lnTo>
                <a:lnTo>
                  <a:pt x="3418200" y="12652"/>
                </a:lnTo>
                <a:lnTo>
                  <a:pt x="3440700" y="26668"/>
                </a:lnTo>
                <a:lnTo>
                  <a:pt x="3463200" y="43200"/>
                </a:lnTo>
                <a:lnTo>
                  <a:pt x="3463200" y="43200"/>
                </a:lnTo>
                <a:lnTo>
                  <a:pt x="3485700" y="26668"/>
                </a:lnTo>
                <a:lnTo>
                  <a:pt x="3508200" y="12652"/>
                </a:lnTo>
                <a:lnTo>
                  <a:pt x="3530699" y="3288"/>
                </a:lnTo>
                <a:lnTo>
                  <a:pt x="3553200" y="0"/>
                </a:lnTo>
                <a:lnTo>
                  <a:pt x="3575700" y="3288"/>
                </a:lnTo>
                <a:lnTo>
                  <a:pt x="3598200" y="12652"/>
                </a:lnTo>
                <a:lnTo>
                  <a:pt x="3620700" y="26668"/>
                </a:lnTo>
                <a:lnTo>
                  <a:pt x="3643200" y="43200"/>
                </a:lnTo>
                <a:lnTo>
                  <a:pt x="3643200" y="43200"/>
                </a:lnTo>
                <a:lnTo>
                  <a:pt x="3665699" y="26668"/>
                </a:lnTo>
                <a:lnTo>
                  <a:pt x="3688200" y="12652"/>
                </a:lnTo>
                <a:lnTo>
                  <a:pt x="3710700" y="3288"/>
                </a:lnTo>
                <a:lnTo>
                  <a:pt x="3733200" y="0"/>
                </a:lnTo>
                <a:lnTo>
                  <a:pt x="3755700" y="3288"/>
                </a:lnTo>
                <a:lnTo>
                  <a:pt x="3778200" y="12652"/>
                </a:lnTo>
                <a:lnTo>
                  <a:pt x="3800699" y="26668"/>
                </a:lnTo>
                <a:lnTo>
                  <a:pt x="3823200" y="43200"/>
                </a:lnTo>
                <a:lnTo>
                  <a:pt x="3823200" y="43200"/>
                </a:lnTo>
                <a:lnTo>
                  <a:pt x="3845700" y="26668"/>
                </a:lnTo>
                <a:lnTo>
                  <a:pt x="3868200" y="12652"/>
                </a:lnTo>
                <a:lnTo>
                  <a:pt x="3890700" y="3288"/>
                </a:lnTo>
                <a:lnTo>
                  <a:pt x="3913200" y="0"/>
                </a:lnTo>
                <a:lnTo>
                  <a:pt x="3935700" y="3288"/>
                </a:lnTo>
                <a:lnTo>
                  <a:pt x="3958200" y="12652"/>
                </a:lnTo>
                <a:lnTo>
                  <a:pt x="3980700" y="26668"/>
                </a:lnTo>
                <a:lnTo>
                  <a:pt x="4003200" y="43200"/>
                </a:lnTo>
                <a:lnTo>
                  <a:pt x="4003200" y="43200"/>
                </a:lnTo>
                <a:lnTo>
                  <a:pt x="4025700" y="26668"/>
                </a:lnTo>
                <a:lnTo>
                  <a:pt x="4048200" y="12652"/>
                </a:lnTo>
                <a:lnTo>
                  <a:pt x="4070700" y="3288"/>
                </a:lnTo>
                <a:lnTo>
                  <a:pt x="4093200" y="0"/>
                </a:lnTo>
                <a:lnTo>
                  <a:pt x="4115700" y="3288"/>
                </a:lnTo>
                <a:lnTo>
                  <a:pt x="4138200" y="12652"/>
                </a:lnTo>
                <a:lnTo>
                  <a:pt x="4160700" y="26668"/>
                </a:lnTo>
                <a:lnTo>
                  <a:pt x="4183200" y="43200"/>
                </a:lnTo>
                <a:lnTo>
                  <a:pt x="4183200" y="43200"/>
                </a:lnTo>
                <a:lnTo>
                  <a:pt x="4205700" y="26668"/>
                </a:lnTo>
                <a:lnTo>
                  <a:pt x="4228200" y="12652"/>
                </a:lnTo>
                <a:lnTo>
                  <a:pt x="4250700" y="3288"/>
                </a:lnTo>
                <a:lnTo>
                  <a:pt x="4273200" y="0"/>
                </a:lnTo>
                <a:lnTo>
                  <a:pt x="4295700" y="3288"/>
                </a:lnTo>
                <a:lnTo>
                  <a:pt x="4318200" y="12652"/>
                </a:lnTo>
                <a:lnTo>
                  <a:pt x="4340700" y="26668"/>
                </a:lnTo>
                <a:lnTo>
                  <a:pt x="4363200" y="43200"/>
                </a:lnTo>
                <a:lnTo>
                  <a:pt x="4363200" y="43200"/>
                </a:lnTo>
                <a:lnTo>
                  <a:pt x="4385700" y="26668"/>
                </a:lnTo>
                <a:lnTo>
                  <a:pt x="4408200" y="12652"/>
                </a:lnTo>
                <a:lnTo>
                  <a:pt x="4430700" y="3288"/>
                </a:lnTo>
                <a:lnTo>
                  <a:pt x="4453200" y="0"/>
                </a:lnTo>
                <a:lnTo>
                  <a:pt x="4475700" y="3288"/>
                </a:lnTo>
                <a:lnTo>
                  <a:pt x="4498200" y="12652"/>
                </a:lnTo>
                <a:lnTo>
                  <a:pt x="4520700" y="26668"/>
                </a:lnTo>
                <a:lnTo>
                  <a:pt x="4543200" y="43200"/>
                </a:lnTo>
                <a:lnTo>
                  <a:pt x="4543200" y="43200"/>
                </a:lnTo>
                <a:lnTo>
                  <a:pt x="4565700" y="26668"/>
                </a:lnTo>
                <a:lnTo>
                  <a:pt x="4588200" y="12652"/>
                </a:lnTo>
                <a:lnTo>
                  <a:pt x="4610700" y="3288"/>
                </a:lnTo>
                <a:lnTo>
                  <a:pt x="4633200" y="0"/>
                </a:lnTo>
                <a:lnTo>
                  <a:pt x="4655700" y="3288"/>
                </a:lnTo>
                <a:lnTo>
                  <a:pt x="4678200" y="12652"/>
                </a:lnTo>
                <a:lnTo>
                  <a:pt x="4700700" y="26668"/>
                </a:lnTo>
                <a:lnTo>
                  <a:pt x="4723200" y="43200"/>
                </a:lnTo>
                <a:lnTo>
                  <a:pt x="4723200" y="43200"/>
                </a:lnTo>
                <a:lnTo>
                  <a:pt x="4745700" y="26668"/>
                </a:lnTo>
                <a:lnTo>
                  <a:pt x="4768200" y="12652"/>
                </a:lnTo>
                <a:lnTo>
                  <a:pt x="4790700" y="3288"/>
                </a:lnTo>
                <a:lnTo>
                  <a:pt x="4813200" y="0"/>
                </a:lnTo>
                <a:lnTo>
                  <a:pt x="4835700" y="3288"/>
                </a:lnTo>
                <a:lnTo>
                  <a:pt x="4858200" y="12652"/>
                </a:lnTo>
                <a:lnTo>
                  <a:pt x="4880700" y="26668"/>
                </a:lnTo>
                <a:lnTo>
                  <a:pt x="4903200" y="43200"/>
                </a:lnTo>
                <a:lnTo>
                  <a:pt x="4903200" y="43200"/>
                </a:lnTo>
                <a:lnTo>
                  <a:pt x="4925700" y="26668"/>
                </a:lnTo>
                <a:lnTo>
                  <a:pt x="4948200" y="12652"/>
                </a:lnTo>
                <a:lnTo>
                  <a:pt x="4970700" y="3288"/>
                </a:lnTo>
                <a:lnTo>
                  <a:pt x="4993200" y="0"/>
                </a:lnTo>
                <a:lnTo>
                  <a:pt x="5015700" y="3288"/>
                </a:lnTo>
                <a:lnTo>
                  <a:pt x="5038200" y="12652"/>
                </a:lnTo>
                <a:lnTo>
                  <a:pt x="5060700" y="26668"/>
                </a:lnTo>
                <a:lnTo>
                  <a:pt x="5083200" y="43200"/>
                </a:lnTo>
                <a:lnTo>
                  <a:pt x="5083200" y="43200"/>
                </a:lnTo>
                <a:lnTo>
                  <a:pt x="5105700" y="26668"/>
                </a:lnTo>
                <a:lnTo>
                  <a:pt x="5128200" y="12652"/>
                </a:lnTo>
                <a:lnTo>
                  <a:pt x="5150700" y="3288"/>
                </a:lnTo>
                <a:lnTo>
                  <a:pt x="5173200" y="0"/>
                </a:lnTo>
                <a:lnTo>
                  <a:pt x="5195700" y="3288"/>
                </a:lnTo>
                <a:lnTo>
                  <a:pt x="5218200" y="12652"/>
                </a:lnTo>
                <a:lnTo>
                  <a:pt x="5240700" y="26668"/>
                </a:lnTo>
                <a:lnTo>
                  <a:pt x="5263200" y="43200"/>
                </a:lnTo>
                <a:lnTo>
                  <a:pt x="5263200" y="43200"/>
                </a:lnTo>
                <a:lnTo>
                  <a:pt x="5285700" y="26668"/>
                </a:lnTo>
                <a:lnTo>
                  <a:pt x="5308200" y="12652"/>
                </a:lnTo>
                <a:lnTo>
                  <a:pt x="5330700" y="3288"/>
                </a:lnTo>
                <a:lnTo>
                  <a:pt x="5353200" y="0"/>
                </a:lnTo>
                <a:lnTo>
                  <a:pt x="5375700" y="3288"/>
                </a:lnTo>
                <a:lnTo>
                  <a:pt x="5398200" y="12652"/>
                </a:lnTo>
                <a:lnTo>
                  <a:pt x="5420700" y="26668"/>
                </a:lnTo>
                <a:lnTo>
                  <a:pt x="5443200" y="43200"/>
                </a:lnTo>
                <a:lnTo>
                  <a:pt x="5443200" y="43200"/>
                </a:lnTo>
                <a:lnTo>
                  <a:pt x="5465700" y="26668"/>
                </a:lnTo>
                <a:lnTo>
                  <a:pt x="5488200" y="12652"/>
                </a:lnTo>
                <a:lnTo>
                  <a:pt x="5510700" y="3288"/>
                </a:lnTo>
                <a:lnTo>
                  <a:pt x="5533200" y="0"/>
                </a:lnTo>
                <a:lnTo>
                  <a:pt x="5555700" y="3288"/>
                </a:lnTo>
                <a:lnTo>
                  <a:pt x="5578200" y="12652"/>
                </a:lnTo>
                <a:lnTo>
                  <a:pt x="5600700" y="26668"/>
                </a:lnTo>
                <a:lnTo>
                  <a:pt x="5623200" y="43200"/>
                </a:lnTo>
                <a:lnTo>
                  <a:pt x="5623200" y="43200"/>
                </a:lnTo>
                <a:lnTo>
                  <a:pt x="5645700" y="26668"/>
                </a:lnTo>
                <a:lnTo>
                  <a:pt x="5668200" y="12652"/>
                </a:lnTo>
                <a:lnTo>
                  <a:pt x="5690700" y="3288"/>
                </a:lnTo>
                <a:lnTo>
                  <a:pt x="5713200" y="0"/>
                </a:lnTo>
                <a:lnTo>
                  <a:pt x="5735700" y="3288"/>
                </a:lnTo>
                <a:lnTo>
                  <a:pt x="5758200" y="12652"/>
                </a:lnTo>
                <a:lnTo>
                  <a:pt x="5780700" y="26668"/>
                </a:lnTo>
                <a:lnTo>
                  <a:pt x="5803200" y="43200"/>
                </a:lnTo>
                <a:lnTo>
                  <a:pt x="5803200" y="43200"/>
                </a:lnTo>
                <a:lnTo>
                  <a:pt x="5825700" y="26668"/>
                </a:lnTo>
                <a:lnTo>
                  <a:pt x="5848200" y="12652"/>
                </a:lnTo>
                <a:lnTo>
                  <a:pt x="5870700" y="3288"/>
                </a:lnTo>
                <a:lnTo>
                  <a:pt x="5893200" y="0"/>
                </a:lnTo>
                <a:lnTo>
                  <a:pt x="5915700" y="3288"/>
                </a:lnTo>
                <a:lnTo>
                  <a:pt x="5938200" y="12652"/>
                </a:lnTo>
                <a:lnTo>
                  <a:pt x="5960700" y="26668"/>
                </a:lnTo>
                <a:lnTo>
                  <a:pt x="5983200" y="43200"/>
                </a:lnTo>
                <a:lnTo>
                  <a:pt x="5983200" y="43200"/>
                </a:lnTo>
                <a:lnTo>
                  <a:pt x="6005700" y="26668"/>
                </a:lnTo>
                <a:lnTo>
                  <a:pt x="6028200" y="12652"/>
                </a:lnTo>
                <a:lnTo>
                  <a:pt x="6050700" y="3288"/>
                </a:lnTo>
                <a:lnTo>
                  <a:pt x="6073200" y="0"/>
                </a:lnTo>
                <a:lnTo>
                  <a:pt x="6095700" y="3288"/>
                </a:lnTo>
                <a:lnTo>
                  <a:pt x="6118200" y="12652"/>
                </a:lnTo>
                <a:lnTo>
                  <a:pt x="6140700" y="26668"/>
                </a:lnTo>
                <a:lnTo>
                  <a:pt x="6163200" y="43200"/>
                </a:lnTo>
                <a:lnTo>
                  <a:pt x="6163200" y="43200"/>
                </a:lnTo>
                <a:lnTo>
                  <a:pt x="6185700" y="26668"/>
                </a:lnTo>
                <a:lnTo>
                  <a:pt x="6208200" y="12652"/>
                </a:lnTo>
                <a:lnTo>
                  <a:pt x="6230700" y="3288"/>
                </a:lnTo>
                <a:lnTo>
                  <a:pt x="6253200" y="0"/>
                </a:lnTo>
                <a:lnTo>
                  <a:pt x="6275700" y="3288"/>
                </a:lnTo>
                <a:lnTo>
                  <a:pt x="6298200" y="12652"/>
                </a:lnTo>
                <a:lnTo>
                  <a:pt x="6320700" y="26668"/>
                </a:lnTo>
                <a:lnTo>
                  <a:pt x="6343200" y="43200"/>
                </a:lnTo>
                <a:lnTo>
                  <a:pt x="6343200" y="43200"/>
                </a:lnTo>
                <a:lnTo>
                  <a:pt x="6365700" y="26668"/>
                </a:lnTo>
                <a:lnTo>
                  <a:pt x="6388200" y="12652"/>
                </a:lnTo>
                <a:lnTo>
                  <a:pt x="6410700" y="3288"/>
                </a:lnTo>
                <a:lnTo>
                  <a:pt x="6433200" y="0"/>
                </a:lnTo>
                <a:lnTo>
                  <a:pt x="6455700" y="3288"/>
                </a:lnTo>
                <a:lnTo>
                  <a:pt x="6478200" y="12652"/>
                </a:lnTo>
                <a:lnTo>
                  <a:pt x="6500700" y="26668"/>
                </a:lnTo>
                <a:lnTo>
                  <a:pt x="6523200" y="43200"/>
                </a:lnTo>
                <a:lnTo>
                  <a:pt x="6523200" y="43200"/>
                </a:lnTo>
                <a:lnTo>
                  <a:pt x="6545700" y="26668"/>
                </a:lnTo>
                <a:lnTo>
                  <a:pt x="6568200" y="12652"/>
                </a:lnTo>
                <a:lnTo>
                  <a:pt x="6590700" y="3288"/>
                </a:lnTo>
                <a:lnTo>
                  <a:pt x="6613200" y="0"/>
                </a:lnTo>
                <a:lnTo>
                  <a:pt x="6635700" y="3288"/>
                </a:lnTo>
                <a:lnTo>
                  <a:pt x="6658200" y="12652"/>
                </a:lnTo>
                <a:lnTo>
                  <a:pt x="6680700" y="26668"/>
                </a:lnTo>
                <a:lnTo>
                  <a:pt x="6703200" y="43200"/>
                </a:lnTo>
                <a:lnTo>
                  <a:pt x="6703200" y="43200"/>
                </a:lnTo>
                <a:lnTo>
                  <a:pt x="6725700" y="26668"/>
                </a:lnTo>
                <a:lnTo>
                  <a:pt x="6748200" y="12652"/>
                </a:lnTo>
                <a:lnTo>
                  <a:pt x="6770700" y="3288"/>
                </a:lnTo>
                <a:lnTo>
                  <a:pt x="6793200" y="0"/>
                </a:lnTo>
                <a:lnTo>
                  <a:pt x="6815700" y="3288"/>
                </a:lnTo>
                <a:lnTo>
                  <a:pt x="6838200" y="12652"/>
                </a:lnTo>
                <a:lnTo>
                  <a:pt x="6860700" y="26668"/>
                </a:lnTo>
                <a:lnTo>
                  <a:pt x="6883200" y="43200"/>
                </a:lnTo>
                <a:lnTo>
                  <a:pt x="6883200" y="43200"/>
                </a:lnTo>
                <a:lnTo>
                  <a:pt x="6905700" y="26668"/>
                </a:lnTo>
                <a:lnTo>
                  <a:pt x="6928200" y="12652"/>
                </a:lnTo>
                <a:lnTo>
                  <a:pt x="6950700" y="3288"/>
                </a:lnTo>
                <a:lnTo>
                  <a:pt x="6973200" y="0"/>
                </a:lnTo>
                <a:lnTo>
                  <a:pt x="6995700" y="3288"/>
                </a:lnTo>
                <a:lnTo>
                  <a:pt x="7018199" y="12652"/>
                </a:lnTo>
                <a:lnTo>
                  <a:pt x="7040700" y="26668"/>
                </a:lnTo>
                <a:lnTo>
                  <a:pt x="7063200" y="43200"/>
                </a:lnTo>
                <a:lnTo>
                  <a:pt x="7063200" y="43200"/>
                </a:lnTo>
                <a:lnTo>
                  <a:pt x="7085700" y="26668"/>
                </a:lnTo>
                <a:lnTo>
                  <a:pt x="7108200" y="12652"/>
                </a:lnTo>
                <a:lnTo>
                  <a:pt x="7130699" y="3288"/>
                </a:lnTo>
                <a:lnTo>
                  <a:pt x="7153200" y="0"/>
                </a:lnTo>
                <a:lnTo>
                  <a:pt x="7175700" y="3288"/>
                </a:lnTo>
                <a:lnTo>
                  <a:pt x="7198200" y="12652"/>
                </a:lnTo>
                <a:lnTo>
                  <a:pt x="7220700" y="26668"/>
                </a:lnTo>
                <a:lnTo>
                  <a:pt x="7243200" y="43200"/>
                </a:lnTo>
                <a:lnTo>
                  <a:pt x="7243200" y="43200"/>
                </a:lnTo>
                <a:lnTo>
                  <a:pt x="7265700" y="26668"/>
                </a:lnTo>
                <a:lnTo>
                  <a:pt x="7288199" y="12652"/>
                </a:lnTo>
                <a:lnTo>
                  <a:pt x="7310700" y="3288"/>
                </a:lnTo>
                <a:lnTo>
                  <a:pt x="7333200" y="0"/>
                </a:lnTo>
                <a:lnTo>
                  <a:pt x="7355700" y="3288"/>
                </a:lnTo>
                <a:lnTo>
                  <a:pt x="7378200" y="12652"/>
                </a:lnTo>
                <a:lnTo>
                  <a:pt x="7400700" y="26668"/>
                </a:lnTo>
                <a:lnTo>
                  <a:pt x="7423200" y="43200"/>
                </a:lnTo>
                <a:lnTo>
                  <a:pt x="7423200" y="43200"/>
                </a:lnTo>
                <a:lnTo>
                  <a:pt x="7445699" y="26668"/>
                </a:lnTo>
                <a:lnTo>
                  <a:pt x="7468200" y="12652"/>
                </a:lnTo>
                <a:lnTo>
                  <a:pt x="7490700" y="3288"/>
                </a:lnTo>
                <a:lnTo>
                  <a:pt x="7513200" y="0"/>
                </a:lnTo>
                <a:lnTo>
                  <a:pt x="7535700" y="3288"/>
                </a:lnTo>
                <a:lnTo>
                  <a:pt x="7558199" y="12652"/>
                </a:lnTo>
                <a:lnTo>
                  <a:pt x="7580700" y="26668"/>
                </a:lnTo>
                <a:lnTo>
                  <a:pt x="7603200" y="43200"/>
                </a:lnTo>
                <a:lnTo>
                  <a:pt x="7603200" y="43200"/>
                </a:lnTo>
                <a:lnTo>
                  <a:pt x="7625700" y="26668"/>
                </a:lnTo>
                <a:lnTo>
                  <a:pt x="7648200" y="12652"/>
                </a:lnTo>
                <a:lnTo>
                  <a:pt x="7670700" y="3288"/>
                </a:lnTo>
                <a:lnTo>
                  <a:pt x="7693200" y="0"/>
                </a:lnTo>
                <a:lnTo>
                  <a:pt x="7715699" y="3288"/>
                </a:lnTo>
                <a:lnTo>
                  <a:pt x="7738200" y="12652"/>
                </a:lnTo>
                <a:lnTo>
                  <a:pt x="7760700" y="26668"/>
                </a:lnTo>
                <a:lnTo>
                  <a:pt x="7783200" y="43200"/>
                </a:lnTo>
                <a:lnTo>
                  <a:pt x="7783200" y="43200"/>
                </a:lnTo>
                <a:lnTo>
                  <a:pt x="7805700" y="26668"/>
                </a:lnTo>
                <a:lnTo>
                  <a:pt x="7828200" y="12652"/>
                </a:lnTo>
                <a:lnTo>
                  <a:pt x="7850700" y="3288"/>
                </a:lnTo>
                <a:lnTo>
                  <a:pt x="7873199" y="0"/>
                </a:lnTo>
                <a:lnTo>
                  <a:pt x="7895700" y="3288"/>
                </a:lnTo>
                <a:lnTo>
                  <a:pt x="7918200" y="12652"/>
                </a:lnTo>
                <a:lnTo>
                  <a:pt x="7940700" y="26668"/>
                </a:lnTo>
                <a:lnTo>
                  <a:pt x="7963200" y="43200"/>
                </a:lnTo>
                <a:lnTo>
                  <a:pt x="7963200" y="43200"/>
                </a:lnTo>
                <a:lnTo>
                  <a:pt x="7985699" y="26668"/>
                </a:lnTo>
                <a:lnTo>
                  <a:pt x="8008200" y="12652"/>
                </a:lnTo>
                <a:lnTo>
                  <a:pt x="8030700" y="3288"/>
                </a:lnTo>
                <a:lnTo>
                  <a:pt x="8053200" y="0"/>
                </a:lnTo>
                <a:lnTo>
                  <a:pt x="8075700" y="3288"/>
                </a:lnTo>
                <a:lnTo>
                  <a:pt x="8098200" y="12652"/>
                </a:lnTo>
                <a:lnTo>
                  <a:pt x="8120700" y="26668"/>
                </a:lnTo>
                <a:lnTo>
                  <a:pt x="8143199" y="43200"/>
                </a:lnTo>
                <a:lnTo>
                  <a:pt x="8143199" y="43200"/>
                </a:lnTo>
                <a:lnTo>
                  <a:pt x="8165700" y="26668"/>
                </a:lnTo>
                <a:lnTo>
                  <a:pt x="8188200" y="12652"/>
                </a:lnTo>
                <a:lnTo>
                  <a:pt x="8210700" y="3288"/>
                </a:lnTo>
                <a:lnTo>
                  <a:pt x="8233200" y="0"/>
                </a:lnTo>
                <a:lnTo>
                  <a:pt x="8255700" y="3288"/>
                </a:lnTo>
                <a:lnTo>
                  <a:pt x="8278200" y="12652"/>
                </a:lnTo>
                <a:lnTo>
                  <a:pt x="8300699" y="26668"/>
                </a:lnTo>
                <a:lnTo>
                  <a:pt x="8323200" y="43200"/>
                </a:lnTo>
                <a:lnTo>
                  <a:pt x="8323200" y="43200"/>
                </a:lnTo>
                <a:lnTo>
                  <a:pt x="8345700" y="26668"/>
                </a:lnTo>
                <a:lnTo>
                  <a:pt x="8368200" y="12652"/>
                </a:lnTo>
                <a:lnTo>
                  <a:pt x="8390700" y="3288"/>
                </a:lnTo>
                <a:lnTo>
                  <a:pt x="8413199" y="0"/>
                </a:lnTo>
                <a:lnTo>
                  <a:pt x="8435700" y="3288"/>
                </a:lnTo>
                <a:lnTo>
                  <a:pt x="8458200" y="12652"/>
                </a:lnTo>
                <a:lnTo>
                  <a:pt x="8480700" y="26668"/>
                </a:lnTo>
                <a:lnTo>
                  <a:pt x="8503200" y="43200"/>
                </a:lnTo>
                <a:lnTo>
                  <a:pt x="8503200" y="43200"/>
                </a:lnTo>
                <a:lnTo>
                  <a:pt x="8525700" y="26668"/>
                </a:lnTo>
                <a:lnTo>
                  <a:pt x="8548200" y="12652"/>
                </a:lnTo>
                <a:lnTo>
                  <a:pt x="8570700" y="3288"/>
                </a:lnTo>
                <a:lnTo>
                  <a:pt x="8593200" y="0"/>
                </a:lnTo>
                <a:lnTo>
                  <a:pt x="8615700" y="3288"/>
                </a:lnTo>
                <a:lnTo>
                  <a:pt x="8638200" y="12652"/>
                </a:lnTo>
                <a:lnTo>
                  <a:pt x="8660700" y="26668"/>
                </a:lnTo>
                <a:lnTo>
                  <a:pt x="8683200" y="43200"/>
                </a:lnTo>
                <a:lnTo>
                  <a:pt x="8683200" y="43200"/>
                </a:lnTo>
                <a:lnTo>
                  <a:pt x="8705700" y="26668"/>
                </a:lnTo>
                <a:lnTo>
                  <a:pt x="8728200" y="12652"/>
                </a:lnTo>
                <a:lnTo>
                  <a:pt x="8750700" y="3288"/>
                </a:lnTo>
                <a:lnTo>
                  <a:pt x="8773200" y="0"/>
                </a:lnTo>
                <a:lnTo>
                  <a:pt x="8795700" y="3288"/>
                </a:lnTo>
                <a:lnTo>
                  <a:pt x="8818200" y="12652"/>
                </a:lnTo>
                <a:lnTo>
                  <a:pt x="8840700" y="26668"/>
                </a:lnTo>
                <a:lnTo>
                  <a:pt x="8863200" y="43200"/>
                </a:lnTo>
                <a:lnTo>
                  <a:pt x="8863200" y="43200"/>
                </a:lnTo>
                <a:lnTo>
                  <a:pt x="8885700" y="26668"/>
                </a:lnTo>
                <a:lnTo>
                  <a:pt x="8908200" y="12652"/>
                </a:lnTo>
                <a:lnTo>
                  <a:pt x="8930700" y="3288"/>
                </a:lnTo>
                <a:lnTo>
                  <a:pt x="8953200" y="0"/>
                </a:lnTo>
                <a:lnTo>
                  <a:pt x="8975700" y="3288"/>
                </a:lnTo>
                <a:lnTo>
                  <a:pt x="8998200" y="12652"/>
                </a:lnTo>
                <a:lnTo>
                  <a:pt x="9020700" y="26668"/>
                </a:lnTo>
                <a:lnTo>
                  <a:pt x="9043200" y="43200"/>
                </a:lnTo>
                <a:lnTo>
                  <a:pt x="9043200" y="43200"/>
                </a:lnTo>
                <a:lnTo>
                  <a:pt x="9065700" y="26668"/>
                </a:lnTo>
                <a:lnTo>
                  <a:pt x="9088200" y="12652"/>
                </a:lnTo>
                <a:lnTo>
                  <a:pt x="9110700" y="3288"/>
                </a:lnTo>
                <a:lnTo>
                  <a:pt x="9133200" y="0"/>
                </a:lnTo>
                <a:lnTo>
                  <a:pt x="9155700" y="3288"/>
                </a:lnTo>
                <a:lnTo>
                  <a:pt x="9178200" y="12652"/>
                </a:lnTo>
                <a:lnTo>
                  <a:pt x="9200700" y="26668"/>
                </a:lnTo>
                <a:lnTo>
                  <a:pt x="9223200" y="43200"/>
                </a:lnTo>
                <a:lnTo>
                  <a:pt x="9223200" y="43200"/>
                </a:lnTo>
                <a:lnTo>
                  <a:pt x="9245700" y="26668"/>
                </a:lnTo>
                <a:lnTo>
                  <a:pt x="9268200" y="12652"/>
                </a:lnTo>
                <a:lnTo>
                  <a:pt x="9290700" y="3288"/>
                </a:lnTo>
                <a:lnTo>
                  <a:pt x="9313200" y="0"/>
                </a:lnTo>
                <a:lnTo>
                  <a:pt x="9335700" y="3288"/>
                </a:lnTo>
                <a:lnTo>
                  <a:pt x="9358200" y="12652"/>
                </a:lnTo>
                <a:lnTo>
                  <a:pt x="9380700" y="26668"/>
                </a:lnTo>
                <a:lnTo>
                  <a:pt x="9403200" y="43200"/>
                </a:lnTo>
                <a:lnTo>
                  <a:pt x="9403200" y="43200"/>
                </a:lnTo>
                <a:lnTo>
                  <a:pt x="9425700" y="26668"/>
                </a:lnTo>
                <a:lnTo>
                  <a:pt x="9448200" y="12652"/>
                </a:lnTo>
                <a:lnTo>
                  <a:pt x="9470700" y="3288"/>
                </a:lnTo>
                <a:lnTo>
                  <a:pt x="9493200" y="0"/>
                </a:lnTo>
                <a:lnTo>
                  <a:pt x="9515700" y="3288"/>
                </a:lnTo>
                <a:lnTo>
                  <a:pt x="9538200" y="12652"/>
                </a:lnTo>
                <a:lnTo>
                  <a:pt x="9560700" y="26668"/>
                </a:lnTo>
                <a:lnTo>
                  <a:pt x="9583200" y="43200"/>
                </a:lnTo>
                <a:lnTo>
                  <a:pt x="9583200" y="43200"/>
                </a:lnTo>
                <a:lnTo>
                  <a:pt x="9605700" y="26668"/>
                </a:lnTo>
                <a:lnTo>
                  <a:pt x="9628200" y="12652"/>
                </a:lnTo>
                <a:lnTo>
                  <a:pt x="9650700" y="3288"/>
                </a:lnTo>
                <a:lnTo>
                  <a:pt x="9673200" y="0"/>
                </a:lnTo>
                <a:lnTo>
                  <a:pt x="9695700" y="3288"/>
                </a:lnTo>
                <a:lnTo>
                  <a:pt x="9718200" y="12652"/>
                </a:lnTo>
                <a:lnTo>
                  <a:pt x="9740700" y="26668"/>
                </a:lnTo>
                <a:lnTo>
                  <a:pt x="9763200" y="43200"/>
                </a:lnTo>
                <a:lnTo>
                  <a:pt x="9763200" y="43200"/>
                </a:lnTo>
                <a:lnTo>
                  <a:pt x="9785700" y="26668"/>
                </a:lnTo>
                <a:lnTo>
                  <a:pt x="9808200" y="12652"/>
                </a:lnTo>
                <a:lnTo>
                  <a:pt x="9830700" y="3288"/>
                </a:lnTo>
                <a:lnTo>
                  <a:pt x="9853200" y="0"/>
                </a:lnTo>
                <a:lnTo>
                  <a:pt x="9875700" y="3288"/>
                </a:lnTo>
                <a:lnTo>
                  <a:pt x="9898200" y="12652"/>
                </a:lnTo>
                <a:lnTo>
                  <a:pt x="9920700" y="26668"/>
                </a:lnTo>
                <a:lnTo>
                  <a:pt x="9943200" y="43200"/>
                </a:lnTo>
                <a:lnTo>
                  <a:pt x="9943200" y="43200"/>
                </a:lnTo>
                <a:lnTo>
                  <a:pt x="9965700" y="26668"/>
                </a:lnTo>
                <a:lnTo>
                  <a:pt x="9988200" y="12652"/>
                </a:lnTo>
                <a:lnTo>
                  <a:pt x="10010700" y="3288"/>
                </a:lnTo>
                <a:lnTo>
                  <a:pt x="10033200" y="0"/>
                </a:lnTo>
                <a:lnTo>
                  <a:pt x="10055700" y="3288"/>
                </a:lnTo>
                <a:lnTo>
                  <a:pt x="10078200" y="12652"/>
                </a:lnTo>
                <a:lnTo>
                  <a:pt x="10100700" y="26668"/>
                </a:lnTo>
                <a:lnTo>
                  <a:pt x="10123200" y="43200"/>
                </a:lnTo>
                <a:lnTo>
                  <a:pt x="10123200" y="43200"/>
                </a:lnTo>
                <a:lnTo>
                  <a:pt x="10145700" y="26668"/>
                </a:lnTo>
                <a:lnTo>
                  <a:pt x="10168200" y="12652"/>
                </a:lnTo>
                <a:lnTo>
                  <a:pt x="10190700" y="3288"/>
                </a:lnTo>
                <a:lnTo>
                  <a:pt x="10213200" y="0"/>
                </a:lnTo>
                <a:lnTo>
                  <a:pt x="10235700" y="3288"/>
                </a:lnTo>
                <a:lnTo>
                  <a:pt x="10258200" y="12652"/>
                </a:lnTo>
                <a:lnTo>
                  <a:pt x="10280700" y="26668"/>
                </a:lnTo>
                <a:lnTo>
                  <a:pt x="10303200" y="43200"/>
                </a:lnTo>
                <a:lnTo>
                  <a:pt x="10303200" y="43200"/>
                </a:lnTo>
                <a:lnTo>
                  <a:pt x="10325700" y="26668"/>
                </a:lnTo>
                <a:lnTo>
                  <a:pt x="10348200" y="12652"/>
                </a:lnTo>
                <a:lnTo>
                  <a:pt x="10370700" y="3288"/>
                </a:lnTo>
                <a:lnTo>
                  <a:pt x="10393200" y="0"/>
                </a:lnTo>
                <a:lnTo>
                  <a:pt x="10415700" y="3288"/>
                </a:lnTo>
                <a:lnTo>
                  <a:pt x="10438200" y="12652"/>
                </a:lnTo>
                <a:lnTo>
                  <a:pt x="10460700" y="26668"/>
                </a:lnTo>
                <a:lnTo>
                  <a:pt x="10483200" y="43200"/>
                </a:lnTo>
                <a:lnTo>
                  <a:pt x="10483200" y="43200"/>
                </a:lnTo>
                <a:lnTo>
                  <a:pt x="10505700" y="26668"/>
                </a:lnTo>
                <a:lnTo>
                  <a:pt x="10528200" y="12652"/>
                </a:lnTo>
                <a:lnTo>
                  <a:pt x="10550700" y="3288"/>
                </a:lnTo>
                <a:lnTo>
                  <a:pt x="10573200" y="0"/>
                </a:lnTo>
                <a:lnTo>
                  <a:pt x="10595700" y="3288"/>
                </a:lnTo>
                <a:lnTo>
                  <a:pt x="10618200" y="12652"/>
                </a:lnTo>
                <a:lnTo>
                  <a:pt x="10640700" y="26668"/>
                </a:lnTo>
                <a:lnTo>
                  <a:pt x="10663200" y="43200"/>
                </a:lnTo>
                <a:lnTo>
                  <a:pt x="10663200" y="43200"/>
                </a:lnTo>
                <a:lnTo>
                  <a:pt x="10685700" y="26668"/>
                </a:lnTo>
                <a:lnTo>
                  <a:pt x="10708200" y="12652"/>
                </a:lnTo>
                <a:lnTo>
                  <a:pt x="10730700" y="3288"/>
                </a:lnTo>
                <a:lnTo>
                  <a:pt x="10753200" y="0"/>
                </a:lnTo>
                <a:lnTo>
                  <a:pt x="10775700" y="3288"/>
                </a:lnTo>
                <a:lnTo>
                  <a:pt x="10798200" y="12652"/>
                </a:lnTo>
                <a:lnTo>
                  <a:pt x="10820700" y="26668"/>
                </a:lnTo>
                <a:lnTo>
                  <a:pt x="10843200" y="43200"/>
                </a:lnTo>
                <a:lnTo>
                  <a:pt x="10843200" y="43200"/>
                </a:lnTo>
                <a:lnTo>
                  <a:pt x="10865700" y="26668"/>
                </a:lnTo>
                <a:lnTo>
                  <a:pt x="10888200" y="12652"/>
                </a:lnTo>
                <a:lnTo>
                  <a:pt x="10910700" y="3288"/>
                </a:lnTo>
                <a:lnTo>
                  <a:pt x="10933200" y="0"/>
                </a:lnTo>
                <a:lnTo>
                  <a:pt x="10955700" y="3288"/>
                </a:lnTo>
                <a:lnTo>
                  <a:pt x="10978200" y="12652"/>
                </a:lnTo>
                <a:lnTo>
                  <a:pt x="11000700" y="26668"/>
                </a:lnTo>
                <a:lnTo>
                  <a:pt x="11023200" y="43200"/>
                </a:lnTo>
                <a:lnTo>
                  <a:pt x="11023200" y="43200"/>
                </a:lnTo>
                <a:lnTo>
                  <a:pt x="11045700" y="26668"/>
                </a:lnTo>
                <a:lnTo>
                  <a:pt x="11068200" y="12652"/>
                </a:lnTo>
                <a:lnTo>
                  <a:pt x="11090700" y="3288"/>
                </a:lnTo>
                <a:lnTo>
                  <a:pt x="11113200" y="0"/>
                </a:lnTo>
                <a:lnTo>
                  <a:pt x="11135700" y="3288"/>
                </a:lnTo>
                <a:lnTo>
                  <a:pt x="11158200" y="12652"/>
                </a:lnTo>
                <a:lnTo>
                  <a:pt x="11180700" y="26668"/>
                </a:lnTo>
                <a:lnTo>
                  <a:pt x="11203200" y="43200"/>
                </a:lnTo>
                <a:lnTo>
                  <a:pt x="11203200" y="43200"/>
                </a:lnTo>
                <a:lnTo>
                  <a:pt x="11225700" y="26668"/>
                </a:lnTo>
                <a:lnTo>
                  <a:pt x="11248200" y="12652"/>
                </a:lnTo>
                <a:lnTo>
                  <a:pt x="11270700" y="3288"/>
                </a:lnTo>
                <a:lnTo>
                  <a:pt x="11293200" y="0"/>
                </a:lnTo>
                <a:lnTo>
                  <a:pt x="11315700" y="3288"/>
                </a:lnTo>
                <a:lnTo>
                  <a:pt x="11338200" y="12652"/>
                </a:lnTo>
                <a:lnTo>
                  <a:pt x="11360700" y="26668"/>
                </a:lnTo>
                <a:lnTo>
                  <a:pt x="11383200" y="43200"/>
                </a:lnTo>
                <a:lnTo>
                  <a:pt x="11383200" y="43200"/>
                </a:lnTo>
                <a:lnTo>
                  <a:pt x="11405700" y="26668"/>
                </a:lnTo>
                <a:lnTo>
                  <a:pt x="11428200" y="12652"/>
                </a:lnTo>
                <a:lnTo>
                  <a:pt x="11450700" y="3288"/>
                </a:lnTo>
                <a:lnTo>
                  <a:pt x="11473200" y="0"/>
                </a:lnTo>
                <a:lnTo>
                  <a:pt x="11495700" y="3288"/>
                </a:lnTo>
                <a:lnTo>
                  <a:pt x="11518200" y="12652"/>
                </a:lnTo>
                <a:lnTo>
                  <a:pt x="11540700" y="26668"/>
                </a:lnTo>
                <a:lnTo>
                  <a:pt x="11563200" y="43200"/>
                </a:lnTo>
                <a:lnTo>
                  <a:pt x="11563200" y="43200"/>
                </a:lnTo>
                <a:lnTo>
                  <a:pt x="11585700" y="26668"/>
                </a:lnTo>
                <a:lnTo>
                  <a:pt x="11608200" y="12652"/>
                </a:lnTo>
                <a:lnTo>
                  <a:pt x="11630700" y="3288"/>
                </a:lnTo>
                <a:lnTo>
                  <a:pt x="11653200" y="0"/>
                </a:lnTo>
                <a:lnTo>
                  <a:pt x="11675700" y="3288"/>
                </a:lnTo>
                <a:lnTo>
                  <a:pt x="11698200" y="12652"/>
                </a:lnTo>
                <a:lnTo>
                  <a:pt x="11720700" y="26668"/>
                </a:lnTo>
                <a:lnTo>
                  <a:pt x="11743200" y="43200"/>
                </a:lnTo>
                <a:lnTo>
                  <a:pt x="11743200" y="43200"/>
                </a:lnTo>
                <a:lnTo>
                  <a:pt x="11765700" y="26668"/>
                </a:lnTo>
                <a:lnTo>
                  <a:pt x="11788200" y="12652"/>
                </a:lnTo>
                <a:lnTo>
                  <a:pt x="11810700" y="3288"/>
                </a:lnTo>
                <a:lnTo>
                  <a:pt x="11833200" y="0"/>
                </a:lnTo>
                <a:lnTo>
                  <a:pt x="11855700" y="3288"/>
                </a:lnTo>
                <a:lnTo>
                  <a:pt x="11878200" y="12652"/>
                </a:lnTo>
                <a:lnTo>
                  <a:pt x="11900700" y="26668"/>
                </a:lnTo>
                <a:lnTo>
                  <a:pt x="11923200" y="43200"/>
                </a:lnTo>
                <a:lnTo>
                  <a:pt x="11923200" y="43200"/>
                </a:lnTo>
                <a:lnTo>
                  <a:pt x="11945700" y="26668"/>
                </a:lnTo>
                <a:lnTo>
                  <a:pt x="11968200" y="12652"/>
                </a:lnTo>
                <a:lnTo>
                  <a:pt x="11990700" y="3288"/>
                </a:lnTo>
                <a:lnTo>
                  <a:pt x="12013200" y="0"/>
                </a:lnTo>
                <a:lnTo>
                  <a:pt x="12035700" y="3288"/>
                </a:lnTo>
                <a:lnTo>
                  <a:pt x="12058200" y="12652"/>
                </a:lnTo>
                <a:lnTo>
                  <a:pt x="12080700" y="26668"/>
                </a:lnTo>
                <a:lnTo>
                  <a:pt x="12103200" y="43200"/>
                </a:lnTo>
                <a:lnTo>
                  <a:pt x="12103200" y="43200"/>
                </a:lnTo>
                <a:lnTo>
                  <a:pt x="12125700" y="26668"/>
                </a:lnTo>
                <a:lnTo>
                  <a:pt x="12148200" y="12652"/>
                </a:lnTo>
                <a:lnTo>
                  <a:pt x="12170700" y="3288"/>
                </a:lnTo>
                <a:lnTo>
                  <a:pt x="12193200" y="0"/>
                </a:lnTo>
                <a:lnTo>
                  <a:pt x="12215700" y="3288"/>
                </a:lnTo>
                <a:lnTo>
                  <a:pt x="12238200" y="12652"/>
                </a:lnTo>
                <a:lnTo>
                  <a:pt x="12260700" y="26668"/>
                </a:lnTo>
                <a:lnTo>
                  <a:pt x="12283200" y="43200"/>
                </a:lnTo>
                <a:lnTo>
                  <a:pt x="12283200" y="43200"/>
                </a:lnTo>
                <a:lnTo>
                  <a:pt x="12305700" y="26668"/>
                </a:lnTo>
                <a:lnTo>
                  <a:pt x="12328200" y="12652"/>
                </a:lnTo>
                <a:lnTo>
                  <a:pt x="12350700" y="3288"/>
                </a:lnTo>
                <a:lnTo>
                  <a:pt x="12373200" y="0"/>
                </a:lnTo>
                <a:lnTo>
                  <a:pt x="12395700" y="3288"/>
                </a:lnTo>
                <a:lnTo>
                  <a:pt x="12418200" y="12652"/>
                </a:lnTo>
                <a:lnTo>
                  <a:pt x="12440700" y="26668"/>
                </a:lnTo>
                <a:lnTo>
                  <a:pt x="12463200" y="43200"/>
                </a:lnTo>
                <a:lnTo>
                  <a:pt x="12463200" y="43200"/>
                </a:lnTo>
                <a:lnTo>
                  <a:pt x="12485700" y="26668"/>
                </a:lnTo>
                <a:lnTo>
                  <a:pt x="12508200" y="12652"/>
                </a:lnTo>
                <a:lnTo>
                  <a:pt x="12530700" y="3288"/>
                </a:lnTo>
                <a:lnTo>
                  <a:pt x="12553200" y="0"/>
                </a:lnTo>
                <a:lnTo>
                  <a:pt x="12575700" y="3288"/>
                </a:lnTo>
                <a:lnTo>
                  <a:pt x="12598200" y="12652"/>
                </a:lnTo>
                <a:lnTo>
                  <a:pt x="12620700" y="26668"/>
                </a:lnTo>
                <a:lnTo>
                  <a:pt x="12643200" y="43200"/>
                </a:lnTo>
                <a:lnTo>
                  <a:pt x="12643200" y="43200"/>
                </a:lnTo>
                <a:lnTo>
                  <a:pt x="12665700" y="26668"/>
                </a:lnTo>
                <a:lnTo>
                  <a:pt x="12688200" y="12652"/>
                </a:lnTo>
                <a:lnTo>
                  <a:pt x="12710700" y="3288"/>
                </a:lnTo>
                <a:lnTo>
                  <a:pt x="12733200" y="0"/>
                </a:lnTo>
                <a:lnTo>
                  <a:pt x="12755700" y="3288"/>
                </a:lnTo>
                <a:lnTo>
                  <a:pt x="12778200" y="12652"/>
                </a:lnTo>
                <a:lnTo>
                  <a:pt x="12800700" y="26668"/>
                </a:lnTo>
                <a:lnTo>
                  <a:pt x="12823200" y="43200"/>
                </a:lnTo>
                <a:lnTo>
                  <a:pt x="12823200" y="43200"/>
                </a:lnTo>
                <a:lnTo>
                  <a:pt x="12845700" y="26668"/>
                </a:lnTo>
                <a:lnTo>
                  <a:pt x="12868200" y="12652"/>
                </a:lnTo>
                <a:lnTo>
                  <a:pt x="12890700" y="3288"/>
                </a:lnTo>
                <a:lnTo>
                  <a:pt x="12913200" y="0"/>
                </a:lnTo>
                <a:lnTo>
                  <a:pt x="12935700" y="3288"/>
                </a:lnTo>
                <a:lnTo>
                  <a:pt x="12958200" y="12652"/>
                </a:lnTo>
                <a:lnTo>
                  <a:pt x="12980700" y="26668"/>
                </a:lnTo>
                <a:lnTo>
                  <a:pt x="13003200" y="43200"/>
                </a:lnTo>
                <a:lnTo>
                  <a:pt x="13003200" y="43200"/>
                </a:lnTo>
                <a:lnTo>
                  <a:pt x="13025700" y="26668"/>
                </a:lnTo>
                <a:lnTo>
                  <a:pt x="13048200" y="12652"/>
                </a:lnTo>
                <a:lnTo>
                  <a:pt x="13070700" y="3288"/>
                </a:lnTo>
                <a:lnTo>
                  <a:pt x="13093200" y="0"/>
                </a:lnTo>
                <a:lnTo>
                  <a:pt x="13115700" y="3288"/>
                </a:lnTo>
                <a:lnTo>
                  <a:pt x="13138200" y="12652"/>
                </a:lnTo>
                <a:lnTo>
                  <a:pt x="13160700" y="26668"/>
                </a:lnTo>
                <a:lnTo>
                  <a:pt x="13183200" y="43200"/>
                </a:lnTo>
                <a:lnTo>
                  <a:pt x="13183200" y="43200"/>
                </a:lnTo>
                <a:lnTo>
                  <a:pt x="13205700" y="26668"/>
                </a:lnTo>
                <a:lnTo>
                  <a:pt x="13228200" y="12652"/>
                </a:lnTo>
                <a:lnTo>
                  <a:pt x="13250700" y="3288"/>
                </a:lnTo>
                <a:lnTo>
                  <a:pt x="13273200" y="0"/>
                </a:lnTo>
                <a:lnTo>
                  <a:pt x="13295700" y="3288"/>
                </a:lnTo>
                <a:lnTo>
                  <a:pt x="13318200" y="12652"/>
                </a:lnTo>
                <a:lnTo>
                  <a:pt x="13340700" y="26668"/>
                </a:lnTo>
                <a:lnTo>
                  <a:pt x="13363200" y="43200"/>
                </a:lnTo>
                <a:lnTo>
                  <a:pt x="13363200" y="43200"/>
                </a:lnTo>
                <a:lnTo>
                  <a:pt x="13385700" y="26668"/>
                </a:lnTo>
                <a:lnTo>
                  <a:pt x="13408200" y="12652"/>
                </a:lnTo>
                <a:lnTo>
                  <a:pt x="13430700" y="3288"/>
                </a:lnTo>
                <a:lnTo>
                  <a:pt x="13453200" y="0"/>
                </a:lnTo>
                <a:lnTo>
                  <a:pt x="13475700" y="3288"/>
                </a:lnTo>
                <a:lnTo>
                  <a:pt x="13498200" y="12652"/>
                </a:lnTo>
                <a:lnTo>
                  <a:pt x="13520700" y="26668"/>
                </a:lnTo>
                <a:lnTo>
                  <a:pt x="13543200" y="43200"/>
                </a:lnTo>
                <a:lnTo>
                  <a:pt x="13543200" y="43200"/>
                </a:lnTo>
                <a:lnTo>
                  <a:pt x="13565700" y="26668"/>
                </a:lnTo>
                <a:lnTo>
                  <a:pt x="13588200" y="12652"/>
                </a:lnTo>
                <a:lnTo>
                  <a:pt x="13610700" y="3288"/>
                </a:lnTo>
                <a:lnTo>
                  <a:pt x="13633200" y="0"/>
                </a:lnTo>
                <a:lnTo>
                  <a:pt x="13655700" y="3288"/>
                </a:lnTo>
                <a:lnTo>
                  <a:pt x="13678200" y="12652"/>
                </a:lnTo>
                <a:lnTo>
                  <a:pt x="13700700" y="26668"/>
                </a:lnTo>
                <a:lnTo>
                  <a:pt x="13723200" y="43200"/>
                </a:lnTo>
                <a:lnTo>
                  <a:pt x="13723200" y="43200"/>
                </a:lnTo>
                <a:lnTo>
                  <a:pt x="13739731" y="65700"/>
                </a:lnTo>
                <a:lnTo>
                  <a:pt x="13753747" y="88200"/>
                </a:lnTo>
                <a:lnTo>
                  <a:pt x="13763111" y="110700"/>
                </a:lnTo>
                <a:lnTo>
                  <a:pt x="13766400" y="133200"/>
                </a:lnTo>
                <a:lnTo>
                  <a:pt x="13763111" y="155700"/>
                </a:lnTo>
                <a:lnTo>
                  <a:pt x="13753747" y="178200"/>
                </a:lnTo>
                <a:lnTo>
                  <a:pt x="13739731" y="200700"/>
                </a:lnTo>
                <a:lnTo>
                  <a:pt x="13723200" y="223200"/>
                </a:lnTo>
                <a:lnTo>
                  <a:pt x="13723200" y="223200"/>
                </a:lnTo>
                <a:lnTo>
                  <a:pt x="13739731" y="245700"/>
                </a:lnTo>
                <a:lnTo>
                  <a:pt x="13753747" y="268200"/>
                </a:lnTo>
                <a:lnTo>
                  <a:pt x="13763111" y="290700"/>
                </a:lnTo>
                <a:lnTo>
                  <a:pt x="13766400" y="313200"/>
                </a:lnTo>
                <a:lnTo>
                  <a:pt x="13763111" y="335700"/>
                </a:lnTo>
                <a:lnTo>
                  <a:pt x="13753747" y="358200"/>
                </a:lnTo>
                <a:lnTo>
                  <a:pt x="13739731" y="380700"/>
                </a:lnTo>
                <a:lnTo>
                  <a:pt x="13723200" y="403200"/>
                </a:lnTo>
                <a:lnTo>
                  <a:pt x="13723200" y="403200"/>
                </a:lnTo>
                <a:lnTo>
                  <a:pt x="13739731" y="425700"/>
                </a:lnTo>
                <a:lnTo>
                  <a:pt x="13753747" y="448200"/>
                </a:lnTo>
                <a:lnTo>
                  <a:pt x="13763111" y="470700"/>
                </a:lnTo>
                <a:lnTo>
                  <a:pt x="13766400" y="493200"/>
                </a:lnTo>
                <a:lnTo>
                  <a:pt x="13763111" y="515700"/>
                </a:lnTo>
                <a:lnTo>
                  <a:pt x="13753747" y="538200"/>
                </a:lnTo>
                <a:lnTo>
                  <a:pt x="13739731" y="560700"/>
                </a:lnTo>
                <a:lnTo>
                  <a:pt x="13723200" y="583200"/>
                </a:lnTo>
                <a:lnTo>
                  <a:pt x="13723200" y="583200"/>
                </a:lnTo>
                <a:lnTo>
                  <a:pt x="13739731" y="605700"/>
                </a:lnTo>
                <a:lnTo>
                  <a:pt x="13753747" y="628200"/>
                </a:lnTo>
                <a:lnTo>
                  <a:pt x="13763111" y="650700"/>
                </a:lnTo>
                <a:lnTo>
                  <a:pt x="13766400" y="673200"/>
                </a:lnTo>
                <a:lnTo>
                  <a:pt x="13763111" y="695700"/>
                </a:lnTo>
                <a:lnTo>
                  <a:pt x="13753747" y="718200"/>
                </a:lnTo>
                <a:lnTo>
                  <a:pt x="13739731" y="740700"/>
                </a:lnTo>
                <a:lnTo>
                  <a:pt x="13723200" y="763200"/>
                </a:lnTo>
                <a:lnTo>
                  <a:pt x="13723200" y="763200"/>
                </a:lnTo>
                <a:lnTo>
                  <a:pt x="13739731" y="785700"/>
                </a:lnTo>
                <a:lnTo>
                  <a:pt x="13753747" y="808200"/>
                </a:lnTo>
                <a:lnTo>
                  <a:pt x="13763111" y="830700"/>
                </a:lnTo>
                <a:lnTo>
                  <a:pt x="13766400" y="853200"/>
                </a:lnTo>
                <a:lnTo>
                  <a:pt x="13763111" y="875700"/>
                </a:lnTo>
                <a:lnTo>
                  <a:pt x="13753747" y="898200"/>
                </a:lnTo>
                <a:lnTo>
                  <a:pt x="13739731" y="920700"/>
                </a:lnTo>
                <a:lnTo>
                  <a:pt x="13723200" y="943200"/>
                </a:lnTo>
                <a:lnTo>
                  <a:pt x="13723200" y="943200"/>
                </a:lnTo>
                <a:lnTo>
                  <a:pt x="13739731" y="965700"/>
                </a:lnTo>
                <a:lnTo>
                  <a:pt x="13753747" y="988200"/>
                </a:lnTo>
                <a:lnTo>
                  <a:pt x="13763111" y="1010700"/>
                </a:lnTo>
                <a:lnTo>
                  <a:pt x="13766400" y="1033200"/>
                </a:lnTo>
                <a:lnTo>
                  <a:pt x="13763111" y="1055700"/>
                </a:lnTo>
                <a:lnTo>
                  <a:pt x="13753747" y="1078200"/>
                </a:lnTo>
                <a:lnTo>
                  <a:pt x="13739731" y="1100700"/>
                </a:lnTo>
                <a:lnTo>
                  <a:pt x="13723200" y="1123200"/>
                </a:lnTo>
                <a:lnTo>
                  <a:pt x="13723200" y="1123200"/>
                </a:lnTo>
                <a:lnTo>
                  <a:pt x="13700700" y="1139731"/>
                </a:lnTo>
                <a:lnTo>
                  <a:pt x="13678200" y="1153747"/>
                </a:lnTo>
                <a:lnTo>
                  <a:pt x="13655700" y="1163111"/>
                </a:lnTo>
                <a:lnTo>
                  <a:pt x="13633200" y="1166400"/>
                </a:lnTo>
                <a:lnTo>
                  <a:pt x="13610700" y="1163111"/>
                </a:lnTo>
                <a:lnTo>
                  <a:pt x="13588200" y="1153747"/>
                </a:lnTo>
                <a:lnTo>
                  <a:pt x="13565700" y="1139731"/>
                </a:lnTo>
                <a:lnTo>
                  <a:pt x="13543200" y="1123200"/>
                </a:lnTo>
                <a:lnTo>
                  <a:pt x="13543200" y="1123200"/>
                </a:lnTo>
                <a:lnTo>
                  <a:pt x="13520700" y="1139731"/>
                </a:lnTo>
                <a:lnTo>
                  <a:pt x="13498200" y="1153747"/>
                </a:lnTo>
                <a:lnTo>
                  <a:pt x="13475700" y="1163111"/>
                </a:lnTo>
                <a:lnTo>
                  <a:pt x="13453200" y="1166400"/>
                </a:lnTo>
                <a:lnTo>
                  <a:pt x="13430700" y="1163111"/>
                </a:lnTo>
                <a:lnTo>
                  <a:pt x="13408200" y="1153747"/>
                </a:lnTo>
                <a:lnTo>
                  <a:pt x="13385700" y="1139731"/>
                </a:lnTo>
                <a:lnTo>
                  <a:pt x="13363200" y="1123200"/>
                </a:lnTo>
                <a:lnTo>
                  <a:pt x="13363200" y="1123200"/>
                </a:lnTo>
                <a:lnTo>
                  <a:pt x="13340700" y="1139731"/>
                </a:lnTo>
                <a:lnTo>
                  <a:pt x="13318200" y="1153747"/>
                </a:lnTo>
                <a:lnTo>
                  <a:pt x="13295700" y="1163111"/>
                </a:lnTo>
                <a:lnTo>
                  <a:pt x="13273200" y="1166400"/>
                </a:lnTo>
                <a:lnTo>
                  <a:pt x="13250700" y="1163111"/>
                </a:lnTo>
                <a:lnTo>
                  <a:pt x="13228200" y="1153747"/>
                </a:lnTo>
                <a:lnTo>
                  <a:pt x="13205700" y="1139731"/>
                </a:lnTo>
                <a:lnTo>
                  <a:pt x="13183200" y="1123200"/>
                </a:lnTo>
                <a:lnTo>
                  <a:pt x="13183200" y="1123200"/>
                </a:lnTo>
                <a:lnTo>
                  <a:pt x="13160700" y="1139731"/>
                </a:lnTo>
                <a:lnTo>
                  <a:pt x="13138200" y="1153747"/>
                </a:lnTo>
                <a:lnTo>
                  <a:pt x="13115700" y="1163111"/>
                </a:lnTo>
                <a:lnTo>
                  <a:pt x="13093200" y="1166400"/>
                </a:lnTo>
                <a:lnTo>
                  <a:pt x="13070700" y="1163111"/>
                </a:lnTo>
                <a:lnTo>
                  <a:pt x="13048200" y="1153747"/>
                </a:lnTo>
                <a:lnTo>
                  <a:pt x="13025700" y="1139731"/>
                </a:lnTo>
                <a:lnTo>
                  <a:pt x="13003200" y="1123200"/>
                </a:lnTo>
                <a:lnTo>
                  <a:pt x="13003200" y="1123200"/>
                </a:lnTo>
                <a:lnTo>
                  <a:pt x="12980700" y="1139731"/>
                </a:lnTo>
                <a:lnTo>
                  <a:pt x="12958200" y="1153747"/>
                </a:lnTo>
                <a:lnTo>
                  <a:pt x="12935700" y="1163111"/>
                </a:lnTo>
                <a:lnTo>
                  <a:pt x="12913200" y="1166400"/>
                </a:lnTo>
                <a:lnTo>
                  <a:pt x="12890700" y="1163111"/>
                </a:lnTo>
                <a:lnTo>
                  <a:pt x="12868200" y="1153747"/>
                </a:lnTo>
                <a:lnTo>
                  <a:pt x="12845700" y="1139731"/>
                </a:lnTo>
                <a:lnTo>
                  <a:pt x="12823200" y="1123200"/>
                </a:lnTo>
                <a:lnTo>
                  <a:pt x="12823200" y="1123200"/>
                </a:lnTo>
                <a:lnTo>
                  <a:pt x="12800700" y="1139731"/>
                </a:lnTo>
                <a:lnTo>
                  <a:pt x="12778200" y="1153747"/>
                </a:lnTo>
                <a:lnTo>
                  <a:pt x="12755700" y="1163111"/>
                </a:lnTo>
                <a:lnTo>
                  <a:pt x="12733200" y="1166400"/>
                </a:lnTo>
                <a:lnTo>
                  <a:pt x="12710700" y="1163111"/>
                </a:lnTo>
                <a:lnTo>
                  <a:pt x="12688200" y="1153747"/>
                </a:lnTo>
                <a:lnTo>
                  <a:pt x="12665700" y="1139731"/>
                </a:lnTo>
                <a:lnTo>
                  <a:pt x="12643200" y="1123200"/>
                </a:lnTo>
                <a:lnTo>
                  <a:pt x="12643200" y="1123200"/>
                </a:lnTo>
                <a:lnTo>
                  <a:pt x="12620700" y="1139731"/>
                </a:lnTo>
                <a:lnTo>
                  <a:pt x="12598200" y="1153747"/>
                </a:lnTo>
                <a:lnTo>
                  <a:pt x="12575700" y="1163111"/>
                </a:lnTo>
                <a:lnTo>
                  <a:pt x="12553200" y="1166400"/>
                </a:lnTo>
                <a:lnTo>
                  <a:pt x="12530700" y="1163111"/>
                </a:lnTo>
                <a:lnTo>
                  <a:pt x="12508200" y="1153747"/>
                </a:lnTo>
                <a:lnTo>
                  <a:pt x="12485700" y="1139731"/>
                </a:lnTo>
                <a:lnTo>
                  <a:pt x="12463200" y="1123200"/>
                </a:lnTo>
                <a:lnTo>
                  <a:pt x="12463200" y="1123200"/>
                </a:lnTo>
                <a:lnTo>
                  <a:pt x="12440700" y="1139731"/>
                </a:lnTo>
                <a:lnTo>
                  <a:pt x="12418200" y="1153747"/>
                </a:lnTo>
                <a:lnTo>
                  <a:pt x="12395700" y="1163111"/>
                </a:lnTo>
                <a:lnTo>
                  <a:pt x="12373200" y="1166400"/>
                </a:lnTo>
                <a:lnTo>
                  <a:pt x="12350700" y="1163111"/>
                </a:lnTo>
                <a:lnTo>
                  <a:pt x="12328200" y="1153747"/>
                </a:lnTo>
                <a:lnTo>
                  <a:pt x="12305700" y="1139731"/>
                </a:lnTo>
                <a:lnTo>
                  <a:pt x="12283200" y="1123200"/>
                </a:lnTo>
                <a:lnTo>
                  <a:pt x="12283200" y="1123200"/>
                </a:lnTo>
                <a:lnTo>
                  <a:pt x="12260700" y="1139731"/>
                </a:lnTo>
                <a:lnTo>
                  <a:pt x="12238200" y="1153747"/>
                </a:lnTo>
                <a:lnTo>
                  <a:pt x="12215700" y="1163111"/>
                </a:lnTo>
                <a:lnTo>
                  <a:pt x="12193200" y="1166400"/>
                </a:lnTo>
                <a:lnTo>
                  <a:pt x="12170700" y="1163111"/>
                </a:lnTo>
                <a:lnTo>
                  <a:pt x="12148200" y="1153747"/>
                </a:lnTo>
                <a:lnTo>
                  <a:pt x="12125700" y="1139731"/>
                </a:lnTo>
                <a:lnTo>
                  <a:pt x="12103200" y="1123200"/>
                </a:lnTo>
                <a:lnTo>
                  <a:pt x="12103200" y="1123200"/>
                </a:lnTo>
                <a:lnTo>
                  <a:pt x="12080700" y="1139731"/>
                </a:lnTo>
                <a:lnTo>
                  <a:pt x="12058200" y="1153747"/>
                </a:lnTo>
                <a:lnTo>
                  <a:pt x="12035700" y="1163111"/>
                </a:lnTo>
                <a:lnTo>
                  <a:pt x="12013200" y="1166400"/>
                </a:lnTo>
                <a:lnTo>
                  <a:pt x="11990700" y="1163111"/>
                </a:lnTo>
                <a:lnTo>
                  <a:pt x="11968200" y="1153747"/>
                </a:lnTo>
                <a:lnTo>
                  <a:pt x="11945700" y="1139731"/>
                </a:lnTo>
                <a:lnTo>
                  <a:pt x="11923200" y="1123200"/>
                </a:lnTo>
                <a:lnTo>
                  <a:pt x="11923200" y="1123200"/>
                </a:lnTo>
                <a:lnTo>
                  <a:pt x="11900700" y="1139731"/>
                </a:lnTo>
                <a:lnTo>
                  <a:pt x="11878200" y="1153747"/>
                </a:lnTo>
                <a:lnTo>
                  <a:pt x="11855700" y="1163111"/>
                </a:lnTo>
                <a:lnTo>
                  <a:pt x="11833200" y="1166400"/>
                </a:lnTo>
                <a:lnTo>
                  <a:pt x="11810700" y="1163111"/>
                </a:lnTo>
                <a:lnTo>
                  <a:pt x="11788200" y="1153747"/>
                </a:lnTo>
                <a:lnTo>
                  <a:pt x="11765700" y="1139731"/>
                </a:lnTo>
                <a:lnTo>
                  <a:pt x="11743200" y="1123200"/>
                </a:lnTo>
                <a:lnTo>
                  <a:pt x="11743200" y="1123200"/>
                </a:lnTo>
                <a:lnTo>
                  <a:pt x="11720700" y="1139731"/>
                </a:lnTo>
                <a:lnTo>
                  <a:pt x="11698200" y="1153747"/>
                </a:lnTo>
                <a:lnTo>
                  <a:pt x="11675700" y="1163111"/>
                </a:lnTo>
                <a:lnTo>
                  <a:pt x="11653200" y="1166400"/>
                </a:lnTo>
                <a:lnTo>
                  <a:pt x="11630700" y="1163111"/>
                </a:lnTo>
                <a:lnTo>
                  <a:pt x="11608200" y="1153747"/>
                </a:lnTo>
                <a:lnTo>
                  <a:pt x="11585700" y="1139731"/>
                </a:lnTo>
                <a:lnTo>
                  <a:pt x="11563200" y="1123200"/>
                </a:lnTo>
                <a:lnTo>
                  <a:pt x="11563200" y="1123200"/>
                </a:lnTo>
                <a:lnTo>
                  <a:pt x="11540700" y="1139731"/>
                </a:lnTo>
                <a:lnTo>
                  <a:pt x="11518200" y="1153747"/>
                </a:lnTo>
                <a:lnTo>
                  <a:pt x="11495700" y="1163111"/>
                </a:lnTo>
                <a:lnTo>
                  <a:pt x="11473200" y="1166400"/>
                </a:lnTo>
                <a:lnTo>
                  <a:pt x="11450700" y="1163111"/>
                </a:lnTo>
                <a:lnTo>
                  <a:pt x="11428200" y="1153747"/>
                </a:lnTo>
                <a:lnTo>
                  <a:pt x="11405700" y="1139731"/>
                </a:lnTo>
                <a:lnTo>
                  <a:pt x="11383200" y="1123200"/>
                </a:lnTo>
                <a:lnTo>
                  <a:pt x="11383200" y="1123200"/>
                </a:lnTo>
                <a:lnTo>
                  <a:pt x="11360700" y="1139731"/>
                </a:lnTo>
                <a:lnTo>
                  <a:pt x="11338200" y="1153747"/>
                </a:lnTo>
                <a:lnTo>
                  <a:pt x="11315700" y="1163111"/>
                </a:lnTo>
                <a:lnTo>
                  <a:pt x="11293200" y="1166400"/>
                </a:lnTo>
                <a:lnTo>
                  <a:pt x="11270700" y="1163111"/>
                </a:lnTo>
                <a:lnTo>
                  <a:pt x="11248200" y="1153747"/>
                </a:lnTo>
                <a:lnTo>
                  <a:pt x="11225700" y="1139731"/>
                </a:lnTo>
                <a:lnTo>
                  <a:pt x="11203200" y="1123200"/>
                </a:lnTo>
                <a:lnTo>
                  <a:pt x="11203200" y="1123200"/>
                </a:lnTo>
                <a:lnTo>
                  <a:pt x="11180700" y="1139731"/>
                </a:lnTo>
                <a:lnTo>
                  <a:pt x="11158200" y="1153747"/>
                </a:lnTo>
                <a:lnTo>
                  <a:pt x="11135700" y="1163111"/>
                </a:lnTo>
                <a:lnTo>
                  <a:pt x="11113200" y="1166400"/>
                </a:lnTo>
                <a:lnTo>
                  <a:pt x="11090700" y="1163111"/>
                </a:lnTo>
                <a:lnTo>
                  <a:pt x="11068200" y="1153747"/>
                </a:lnTo>
                <a:lnTo>
                  <a:pt x="11045700" y="1139731"/>
                </a:lnTo>
                <a:lnTo>
                  <a:pt x="11023200" y="1123200"/>
                </a:lnTo>
                <a:lnTo>
                  <a:pt x="11023200" y="1123200"/>
                </a:lnTo>
                <a:lnTo>
                  <a:pt x="11000700" y="1139731"/>
                </a:lnTo>
                <a:lnTo>
                  <a:pt x="10978200" y="1153747"/>
                </a:lnTo>
                <a:lnTo>
                  <a:pt x="10955700" y="1163111"/>
                </a:lnTo>
                <a:lnTo>
                  <a:pt x="10933200" y="1166400"/>
                </a:lnTo>
                <a:lnTo>
                  <a:pt x="10910700" y="1163111"/>
                </a:lnTo>
                <a:lnTo>
                  <a:pt x="10888200" y="1153747"/>
                </a:lnTo>
                <a:lnTo>
                  <a:pt x="10865700" y="1139731"/>
                </a:lnTo>
                <a:lnTo>
                  <a:pt x="10843200" y="1123200"/>
                </a:lnTo>
                <a:lnTo>
                  <a:pt x="10843200" y="1123200"/>
                </a:lnTo>
                <a:lnTo>
                  <a:pt x="10820700" y="1139731"/>
                </a:lnTo>
                <a:lnTo>
                  <a:pt x="10798200" y="1153747"/>
                </a:lnTo>
                <a:lnTo>
                  <a:pt x="10775700" y="1163111"/>
                </a:lnTo>
                <a:lnTo>
                  <a:pt x="10753200" y="1166400"/>
                </a:lnTo>
                <a:lnTo>
                  <a:pt x="10730700" y="1163111"/>
                </a:lnTo>
                <a:lnTo>
                  <a:pt x="10708200" y="1153747"/>
                </a:lnTo>
                <a:lnTo>
                  <a:pt x="10685700" y="1139731"/>
                </a:lnTo>
                <a:lnTo>
                  <a:pt x="10663200" y="1123200"/>
                </a:lnTo>
                <a:lnTo>
                  <a:pt x="10663200" y="1123200"/>
                </a:lnTo>
                <a:lnTo>
                  <a:pt x="10640700" y="1139731"/>
                </a:lnTo>
                <a:lnTo>
                  <a:pt x="10618200" y="1153747"/>
                </a:lnTo>
                <a:lnTo>
                  <a:pt x="10595700" y="1163111"/>
                </a:lnTo>
                <a:lnTo>
                  <a:pt x="10573200" y="1166400"/>
                </a:lnTo>
                <a:lnTo>
                  <a:pt x="10550700" y="1163111"/>
                </a:lnTo>
                <a:lnTo>
                  <a:pt x="10528200" y="1153747"/>
                </a:lnTo>
                <a:lnTo>
                  <a:pt x="10505700" y="1139731"/>
                </a:lnTo>
                <a:lnTo>
                  <a:pt x="10483200" y="1123200"/>
                </a:lnTo>
                <a:lnTo>
                  <a:pt x="10483200" y="1123200"/>
                </a:lnTo>
                <a:lnTo>
                  <a:pt x="10460700" y="1139731"/>
                </a:lnTo>
                <a:lnTo>
                  <a:pt x="10438200" y="1153747"/>
                </a:lnTo>
                <a:lnTo>
                  <a:pt x="10415700" y="1163111"/>
                </a:lnTo>
                <a:lnTo>
                  <a:pt x="10393200" y="1166400"/>
                </a:lnTo>
                <a:lnTo>
                  <a:pt x="10370700" y="1163111"/>
                </a:lnTo>
                <a:lnTo>
                  <a:pt x="10348200" y="1153747"/>
                </a:lnTo>
                <a:lnTo>
                  <a:pt x="10325700" y="1139731"/>
                </a:lnTo>
                <a:lnTo>
                  <a:pt x="10303200" y="1123200"/>
                </a:lnTo>
                <a:lnTo>
                  <a:pt x="10303200" y="1123200"/>
                </a:lnTo>
                <a:lnTo>
                  <a:pt x="10280700" y="1139731"/>
                </a:lnTo>
                <a:lnTo>
                  <a:pt x="10258200" y="1153747"/>
                </a:lnTo>
                <a:lnTo>
                  <a:pt x="10235700" y="1163111"/>
                </a:lnTo>
                <a:lnTo>
                  <a:pt x="10213200" y="1166400"/>
                </a:lnTo>
                <a:lnTo>
                  <a:pt x="10190700" y="1163111"/>
                </a:lnTo>
                <a:lnTo>
                  <a:pt x="10168200" y="1153747"/>
                </a:lnTo>
                <a:lnTo>
                  <a:pt x="10145700" y="1139731"/>
                </a:lnTo>
                <a:lnTo>
                  <a:pt x="10123200" y="1123200"/>
                </a:lnTo>
                <a:lnTo>
                  <a:pt x="10123200" y="1123200"/>
                </a:lnTo>
                <a:lnTo>
                  <a:pt x="10100700" y="1139731"/>
                </a:lnTo>
                <a:lnTo>
                  <a:pt x="10078200" y="1153747"/>
                </a:lnTo>
                <a:lnTo>
                  <a:pt x="10055700" y="1163111"/>
                </a:lnTo>
                <a:lnTo>
                  <a:pt x="10033200" y="1166400"/>
                </a:lnTo>
                <a:lnTo>
                  <a:pt x="10010700" y="1163111"/>
                </a:lnTo>
                <a:lnTo>
                  <a:pt x="9988200" y="1153747"/>
                </a:lnTo>
                <a:lnTo>
                  <a:pt x="9965700" y="1139731"/>
                </a:lnTo>
                <a:lnTo>
                  <a:pt x="9943200" y="1123200"/>
                </a:lnTo>
                <a:lnTo>
                  <a:pt x="9943200" y="1123200"/>
                </a:lnTo>
                <a:lnTo>
                  <a:pt x="9920700" y="1139731"/>
                </a:lnTo>
                <a:lnTo>
                  <a:pt x="9898200" y="1153747"/>
                </a:lnTo>
                <a:lnTo>
                  <a:pt x="9875700" y="1163111"/>
                </a:lnTo>
                <a:lnTo>
                  <a:pt x="9853200" y="1166400"/>
                </a:lnTo>
                <a:lnTo>
                  <a:pt x="9830700" y="1163111"/>
                </a:lnTo>
                <a:lnTo>
                  <a:pt x="9808200" y="1153747"/>
                </a:lnTo>
                <a:lnTo>
                  <a:pt x="9785700" y="1139731"/>
                </a:lnTo>
                <a:lnTo>
                  <a:pt x="9763200" y="1123200"/>
                </a:lnTo>
                <a:lnTo>
                  <a:pt x="9763200" y="1123200"/>
                </a:lnTo>
                <a:lnTo>
                  <a:pt x="9740700" y="1139731"/>
                </a:lnTo>
                <a:lnTo>
                  <a:pt x="9718200" y="1153747"/>
                </a:lnTo>
                <a:lnTo>
                  <a:pt x="9695700" y="1163111"/>
                </a:lnTo>
                <a:lnTo>
                  <a:pt x="9673200" y="1166400"/>
                </a:lnTo>
                <a:lnTo>
                  <a:pt x="9650700" y="1163111"/>
                </a:lnTo>
                <a:lnTo>
                  <a:pt x="9628200" y="1153747"/>
                </a:lnTo>
                <a:lnTo>
                  <a:pt x="9605700" y="1139731"/>
                </a:lnTo>
                <a:lnTo>
                  <a:pt x="9583200" y="1123200"/>
                </a:lnTo>
                <a:lnTo>
                  <a:pt x="9583200" y="1123200"/>
                </a:lnTo>
                <a:lnTo>
                  <a:pt x="9560700" y="1139731"/>
                </a:lnTo>
                <a:lnTo>
                  <a:pt x="9538200" y="1153747"/>
                </a:lnTo>
                <a:lnTo>
                  <a:pt x="9515700" y="1163111"/>
                </a:lnTo>
                <a:lnTo>
                  <a:pt x="9493200" y="1166400"/>
                </a:lnTo>
                <a:lnTo>
                  <a:pt x="9470700" y="1163111"/>
                </a:lnTo>
                <a:lnTo>
                  <a:pt x="9448200" y="1153747"/>
                </a:lnTo>
                <a:lnTo>
                  <a:pt x="9425700" y="1139731"/>
                </a:lnTo>
                <a:lnTo>
                  <a:pt x="9403200" y="1123200"/>
                </a:lnTo>
                <a:lnTo>
                  <a:pt x="9403200" y="1123200"/>
                </a:lnTo>
                <a:lnTo>
                  <a:pt x="9380700" y="1139731"/>
                </a:lnTo>
                <a:lnTo>
                  <a:pt x="9358200" y="1153747"/>
                </a:lnTo>
                <a:lnTo>
                  <a:pt x="9335700" y="1163111"/>
                </a:lnTo>
                <a:lnTo>
                  <a:pt x="9313200" y="1166400"/>
                </a:lnTo>
                <a:lnTo>
                  <a:pt x="9290700" y="1163111"/>
                </a:lnTo>
                <a:lnTo>
                  <a:pt x="9268200" y="1153747"/>
                </a:lnTo>
                <a:lnTo>
                  <a:pt x="9245700" y="1139731"/>
                </a:lnTo>
                <a:lnTo>
                  <a:pt x="9223200" y="1123200"/>
                </a:lnTo>
                <a:lnTo>
                  <a:pt x="9223200" y="1123200"/>
                </a:lnTo>
                <a:lnTo>
                  <a:pt x="9200700" y="1139731"/>
                </a:lnTo>
                <a:lnTo>
                  <a:pt x="9178200" y="1153747"/>
                </a:lnTo>
                <a:lnTo>
                  <a:pt x="9155700" y="1163111"/>
                </a:lnTo>
                <a:lnTo>
                  <a:pt x="9133200" y="1166400"/>
                </a:lnTo>
                <a:lnTo>
                  <a:pt x="9110700" y="1163111"/>
                </a:lnTo>
                <a:lnTo>
                  <a:pt x="9088200" y="1153747"/>
                </a:lnTo>
                <a:lnTo>
                  <a:pt x="9065700" y="1139731"/>
                </a:lnTo>
                <a:lnTo>
                  <a:pt x="9043200" y="1123200"/>
                </a:lnTo>
                <a:lnTo>
                  <a:pt x="9043200" y="1123200"/>
                </a:lnTo>
                <a:lnTo>
                  <a:pt x="9020700" y="1139731"/>
                </a:lnTo>
                <a:lnTo>
                  <a:pt x="8998200" y="1153747"/>
                </a:lnTo>
                <a:lnTo>
                  <a:pt x="8975700" y="1163111"/>
                </a:lnTo>
                <a:lnTo>
                  <a:pt x="8953200" y="1166400"/>
                </a:lnTo>
                <a:lnTo>
                  <a:pt x="8930700" y="1163111"/>
                </a:lnTo>
                <a:lnTo>
                  <a:pt x="8908200" y="1153747"/>
                </a:lnTo>
                <a:lnTo>
                  <a:pt x="8885700" y="1139731"/>
                </a:lnTo>
                <a:lnTo>
                  <a:pt x="8863200" y="1123200"/>
                </a:lnTo>
                <a:lnTo>
                  <a:pt x="8863200" y="1123200"/>
                </a:lnTo>
                <a:lnTo>
                  <a:pt x="8840700" y="1139731"/>
                </a:lnTo>
                <a:lnTo>
                  <a:pt x="8818200" y="1153747"/>
                </a:lnTo>
                <a:lnTo>
                  <a:pt x="8795700" y="1163111"/>
                </a:lnTo>
                <a:lnTo>
                  <a:pt x="8773200" y="1166400"/>
                </a:lnTo>
                <a:lnTo>
                  <a:pt x="8750700" y="1163111"/>
                </a:lnTo>
                <a:lnTo>
                  <a:pt x="8728200" y="1153747"/>
                </a:lnTo>
                <a:lnTo>
                  <a:pt x="8705700" y="1139731"/>
                </a:lnTo>
                <a:lnTo>
                  <a:pt x="8683200" y="1123200"/>
                </a:lnTo>
                <a:lnTo>
                  <a:pt x="8683200" y="1123200"/>
                </a:lnTo>
                <a:lnTo>
                  <a:pt x="8660700" y="1139731"/>
                </a:lnTo>
                <a:lnTo>
                  <a:pt x="8638200" y="1153747"/>
                </a:lnTo>
                <a:lnTo>
                  <a:pt x="8615700" y="1163111"/>
                </a:lnTo>
                <a:lnTo>
                  <a:pt x="8593200" y="1166400"/>
                </a:lnTo>
                <a:lnTo>
                  <a:pt x="8570700" y="1163111"/>
                </a:lnTo>
                <a:lnTo>
                  <a:pt x="8548200" y="1153747"/>
                </a:lnTo>
                <a:lnTo>
                  <a:pt x="8525700" y="1139731"/>
                </a:lnTo>
                <a:lnTo>
                  <a:pt x="8503200" y="1123200"/>
                </a:lnTo>
                <a:lnTo>
                  <a:pt x="8503200" y="1123200"/>
                </a:lnTo>
                <a:lnTo>
                  <a:pt x="8480700" y="1139731"/>
                </a:lnTo>
                <a:lnTo>
                  <a:pt x="8458200" y="1153747"/>
                </a:lnTo>
                <a:lnTo>
                  <a:pt x="8435700" y="1163111"/>
                </a:lnTo>
                <a:lnTo>
                  <a:pt x="8413200" y="1166400"/>
                </a:lnTo>
                <a:lnTo>
                  <a:pt x="8390700" y="1163111"/>
                </a:lnTo>
                <a:lnTo>
                  <a:pt x="8368200" y="1153747"/>
                </a:lnTo>
                <a:lnTo>
                  <a:pt x="8345700" y="1139731"/>
                </a:lnTo>
                <a:lnTo>
                  <a:pt x="8323200" y="1123200"/>
                </a:lnTo>
                <a:lnTo>
                  <a:pt x="8323200" y="1123200"/>
                </a:lnTo>
                <a:lnTo>
                  <a:pt x="8300700" y="1139731"/>
                </a:lnTo>
                <a:lnTo>
                  <a:pt x="8278200" y="1153747"/>
                </a:lnTo>
                <a:lnTo>
                  <a:pt x="8255700" y="1163111"/>
                </a:lnTo>
                <a:lnTo>
                  <a:pt x="8233200" y="1166400"/>
                </a:lnTo>
                <a:lnTo>
                  <a:pt x="8210700" y="1163111"/>
                </a:lnTo>
                <a:lnTo>
                  <a:pt x="8188200" y="1153747"/>
                </a:lnTo>
                <a:lnTo>
                  <a:pt x="8165700" y="1139731"/>
                </a:lnTo>
                <a:lnTo>
                  <a:pt x="8143200" y="1123200"/>
                </a:lnTo>
                <a:lnTo>
                  <a:pt x="8143200" y="1123200"/>
                </a:lnTo>
                <a:lnTo>
                  <a:pt x="8120700" y="1139731"/>
                </a:lnTo>
                <a:lnTo>
                  <a:pt x="8098200" y="1153747"/>
                </a:lnTo>
                <a:lnTo>
                  <a:pt x="8075700" y="1163111"/>
                </a:lnTo>
                <a:lnTo>
                  <a:pt x="8053200" y="1166400"/>
                </a:lnTo>
                <a:lnTo>
                  <a:pt x="8030700" y="1163111"/>
                </a:lnTo>
                <a:lnTo>
                  <a:pt x="8008200" y="1153747"/>
                </a:lnTo>
                <a:lnTo>
                  <a:pt x="7985700" y="1139731"/>
                </a:lnTo>
                <a:lnTo>
                  <a:pt x="7963200" y="1123200"/>
                </a:lnTo>
                <a:lnTo>
                  <a:pt x="7963200" y="1123200"/>
                </a:lnTo>
                <a:lnTo>
                  <a:pt x="7940700" y="1139731"/>
                </a:lnTo>
                <a:lnTo>
                  <a:pt x="7918200" y="1153747"/>
                </a:lnTo>
                <a:lnTo>
                  <a:pt x="7895700" y="1163111"/>
                </a:lnTo>
                <a:lnTo>
                  <a:pt x="7873200" y="1166400"/>
                </a:lnTo>
                <a:lnTo>
                  <a:pt x="7850700" y="1163111"/>
                </a:lnTo>
                <a:lnTo>
                  <a:pt x="7828200" y="1153747"/>
                </a:lnTo>
                <a:lnTo>
                  <a:pt x="7805700" y="1139731"/>
                </a:lnTo>
                <a:lnTo>
                  <a:pt x="7783200" y="1123200"/>
                </a:lnTo>
                <a:lnTo>
                  <a:pt x="7783200" y="1123200"/>
                </a:lnTo>
                <a:lnTo>
                  <a:pt x="7760700" y="1139731"/>
                </a:lnTo>
                <a:lnTo>
                  <a:pt x="7738200" y="1153747"/>
                </a:lnTo>
                <a:lnTo>
                  <a:pt x="7715700" y="1163111"/>
                </a:lnTo>
                <a:lnTo>
                  <a:pt x="7693200" y="1166400"/>
                </a:lnTo>
                <a:lnTo>
                  <a:pt x="7670700" y="1163111"/>
                </a:lnTo>
                <a:lnTo>
                  <a:pt x="7648200" y="1153747"/>
                </a:lnTo>
                <a:lnTo>
                  <a:pt x="7625700" y="1139731"/>
                </a:lnTo>
                <a:lnTo>
                  <a:pt x="7603200" y="1123200"/>
                </a:lnTo>
                <a:lnTo>
                  <a:pt x="7603200" y="1123200"/>
                </a:lnTo>
                <a:lnTo>
                  <a:pt x="7580700" y="1139731"/>
                </a:lnTo>
                <a:lnTo>
                  <a:pt x="7558200" y="1153747"/>
                </a:lnTo>
                <a:lnTo>
                  <a:pt x="7535700" y="1163111"/>
                </a:lnTo>
                <a:lnTo>
                  <a:pt x="7513200" y="1166400"/>
                </a:lnTo>
                <a:lnTo>
                  <a:pt x="7490700" y="1163111"/>
                </a:lnTo>
                <a:lnTo>
                  <a:pt x="7468200" y="1153747"/>
                </a:lnTo>
                <a:lnTo>
                  <a:pt x="7445700" y="1139731"/>
                </a:lnTo>
                <a:lnTo>
                  <a:pt x="7423200" y="1123200"/>
                </a:lnTo>
                <a:lnTo>
                  <a:pt x="7423200" y="1123200"/>
                </a:lnTo>
                <a:lnTo>
                  <a:pt x="7400700" y="1139731"/>
                </a:lnTo>
                <a:lnTo>
                  <a:pt x="7378200" y="1153747"/>
                </a:lnTo>
                <a:lnTo>
                  <a:pt x="7355700" y="1163111"/>
                </a:lnTo>
                <a:lnTo>
                  <a:pt x="7333200" y="1166400"/>
                </a:lnTo>
                <a:lnTo>
                  <a:pt x="7310700" y="1163111"/>
                </a:lnTo>
                <a:lnTo>
                  <a:pt x="7288200" y="1153747"/>
                </a:lnTo>
                <a:lnTo>
                  <a:pt x="7265700" y="1139731"/>
                </a:lnTo>
                <a:lnTo>
                  <a:pt x="7243200" y="1123200"/>
                </a:lnTo>
                <a:lnTo>
                  <a:pt x="7243200" y="1123200"/>
                </a:lnTo>
                <a:lnTo>
                  <a:pt x="7220700" y="1139731"/>
                </a:lnTo>
                <a:lnTo>
                  <a:pt x="7198200" y="1153747"/>
                </a:lnTo>
                <a:lnTo>
                  <a:pt x="7175700" y="1163111"/>
                </a:lnTo>
                <a:lnTo>
                  <a:pt x="7153200" y="1166400"/>
                </a:lnTo>
                <a:lnTo>
                  <a:pt x="7130700" y="1163111"/>
                </a:lnTo>
                <a:lnTo>
                  <a:pt x="7108200" y="1153747"/>
                </a:lnTo>
                <a:lnTo>
                  <a:pt x="7085700" y="1139731"/>
                </a:lnTo>
                <a:lnTo>
                  <a:pt x="7063200" y="1123200"/>
                </a:lnTo>
                <a:lnTo>
                  <a:pt x="7063200" y="1123200"/>
                </a:lnTo>
                <a:lnTo>
                  <a:pt x="7040700" y="1139731"/>
                </a:lnTo>
                <a:lnTo>
                  <a:pt x="7018200" y="1153747"/>
                </a:lnTo>
                <a:lnTo>
                  <a:pt x="6995700" y="1163111"/>
                </a:lnTo>
                <a:lnTo>
                  <a:pt x="6973200" y="1166400"/>
                </a:lnTo>
                <a:lnTo>
                  <a:pt x="6950700" y="1163111"/>
                </a:lnTo>
                <a:lnTo>
                  <a:pt x="6928200" y="1153747"/>
                </a:lnTo>
                <a:lnTo>
                  <a:pt x="6905700" y="1139731"/>
                </a:lnTo>
                <a:lnTo>
                  <a:pt x="6883200" y="1123200"/>
                </a:lnTo>
                <a:lnTo>
                  <a:pt x="6883200" y="1123200"/>
                </a:lnTo>
                <a:lnTo>
                  <a:pt x="6860699" y="1139731"/>
                </a:lnTo>
                <a:lnTo>
                  <a:pt x="6838200" y="1153747"/>
                </a:lnTo>
                <a:lnTo>
                  <a:pt x="6815700" y="1163111"/>
                </a:lnTo>
                <a:lnTo>
                  <a:pt x="6793200" y="1166400"/>
                </a:lnTo>
                <a:lnTo>
                  <a:pt x="6770700" y="1163111"/>
                </a:lnTo>
                <a:lnTo>
                  <a:pt x="6748200" y="1153747"/>
                </a:lnTo>
                <a:lnTo>
                  <a:pt x="6725700" y="1139731"/>
                </a:lnTo>
                <a:lnTo>
                  <a:pt x="6703199" y="1123200"/>
                </a:lnTo>
                <a:lnTo>
                  <a:pt x="6703199" y="1123200"/>
                </a:lnTo>
                <a:lnTo>
                  <a:pt x="6680700" y="1139731"/>
                </a:lnTo>
                <a:lnTo>
                  <a:pt x="6658200" y="1153747"/>
                </a:lnTo>
                <a:lnTo>
                  <a:pt x="6635700" y="1163111"/>
                </a:lnTo>
                <a:lnTo>
                  <a:pt x="6613200" y="1166400"/>
                </a:lnTo>
                <a:lnTo>
                  <a:pt x="6590699" y="1163111"/>
                </a:lnTo>
                <a:lnTo>
                  <a:pt x="6568200" y="1153747"/>
                </a:lnTo>
                <a:lnTo>
                  <a:pt x="6545700" y="1139731"/>
                </a:lnTo>
                <a:lnTo>
                  <a:pt x="6523200" y="1123200"/>
                </a:lnTo>
                <a:lnTo>
                  <a:pt x="6523200" y="1123200"/>
                </a:lnTo>
                <a:lnTo>
                  <a:pt x="6500700" y="1139731"/>
                </a:lnTo>
                <a:lnTo>
                  <a:pt x="6478200" y="1153747"/>
                </a:lnTo>
                <a:lnTo>
                  <a:pt x="6455700" y="1163111"/>
                </a:lnTo>
                <a:lnTo>
                  <a:pt x="6433199" y="1166400"/>
                </a:lnTo>
                <a:lnTo>
                  <a:pt x="6410700" y="1163111"/>
                </a:lnTo>
                <a:lnTo>
                  <a:pt x="6388200" y="1153747"/>
                </a:lnTo>
                <a:lnTo>
                  <a:pt x="6365700" y="1139731"/>
                </a:lnTo>
                <a:lnTo>
                  <a:pt x="6343200" y="1123200"/>
                </a:lnTo>
                <a:lnTo>
                  <a:pt x="6343200" y="1123200"/>
                </a:lnTo>
                <a:lnTo>
                  <a:pt x="6320700" y="1139731"/>
                </a:lnTo>
                <a:lnTo>
                  <a:pt x="6298200" y="1153747"/>
                </a:lnTo>
                <a:lnTo>
                  <a:pt x="6275699" y="1163111"/>
                </a:lnTo>
                <a:lnTo>
                  <a:pt x="6253200" y="1166400"/>
                </a:lnTo>
                <a:lnTo>
                  <a:pt x="6230700" y="1163111"/>
                </a:lnTo>
                <a:lnTo>
                  <a:pt x="6208200" y="1153747"/>
                </a:lnTo>
                <a:lnTo>
                  <a:pt x="6185700" y="1139731"/>
                </a:lnTo>
                <a:lnTo>
                  <a:pt x="6163199" y="1123200"/>
                </a:lnTo>
                <a:lnTo>
                  <a:pt x="6163199" y="1123200"/>
                </a:lnTo>
                <a:lnTo>
                  <a:pt x="6140700" y="1139731"/>
                </a:lnTo>
                <a:lnTo>
                  <a:pt x="6118200" y="1153747"/>
                </a:lnTo>
                <a:lnTo>
                  <a:pt x="6095700" y="1163111"/>
                </a:lnTo>
                <a:lnTo>
                  <a:pt x="6073200" y="1166400"/>
                </a:lnTo>
                <a:lnTo>
                  <a:pt x="6050700" y="1163111"/>
                </a:lnTo>
                <a:lnTo>
                  <a:pt x="6028200" y="1153747"/>
                </a:lnTo>
                <a:lnTo>
                  <a:pt x="6005699" y="1139731"/>
                </a:lnTo>
                <a:lnTo>
                  <a:pt x="5983200" y="1123200"/>
                </a:lnTo>
                <a:lnTo>
                  <a:pt x="5983200" y="1123200"/>
                </a:lnTo>
                <a:lnTo>
                  <a:pt x="5960700" y="1139731"/>
                </a:lnTo>
                <a:lnTo>
                  <a:pt x="5938200" y="1153747"/>
                </a:lnTo>
                <a:lnTo>
                  <a:pt x="5915700" y="1163111"/>
                </a:lnTo>
                <a:lnTo>
                  <a:pt x="5893200" y="1166400"/>
                </a:lnTo>
                <a:lnTo>
                  <a:pt x="5870700" y="1163111"/>
                </a:lnTo>
                <a:lnTo>
                  <a:pt x="5848199" y="1153747"/>
                </a:lnTo>
                <a:lnTo>
                  <a:pt x="5825700" y="1139731"/>
                </a:lnTo>
                <a:lnTo>
                  <a:pt x="5803200" y="1123200"/>
                </a:lnTo>
                <a:lnTo>
                  <a:pt x="5803200" y="1123200"/>
                </a:lnTo>
                <a:lnTo>
                  <a:pt x="5780700" y="1139731"/>
                </a:lnTo>
                <a:lnTo>
                  <a:pt x="5758200" y="1153747"/>
                </a:lnTo>
                <a:lnTo>
                  <a:pt x="5735699" y="1163111"/>
                </a:lnTo>
                <a:lnTo>
                  <a:pt x="5713200" y="1166400"/>
                </a:lnTo>
                <a:lnTo>
                  <a:pt x="5690700" y="1163111"/>
                </a:lnTo>
                <a:lnTo>
                  <a:pt x="5668200" y="1153747"/>
                </a:lnTo>
                <a:lnTo>
                  <a:pt x="5645700" y="1139731"/>
                </a:lnTo>
                <a:lnTo>
                  <a:pt x="5623200" y="1123200"/>
                </a:lnTo>
                <a:lnTo>
                  <a:pt x="5623200" y="1123200"/>
                </a:lnTo>
                <a:lnTo>
                  <a:pt x="5600700" y="1139731"/>
                </a:lnTo>
                <a:lnTo>
                  <a:pt x="5578199" y="1153747"/>
                </a:lnTo>
                <a:lnTo>
                  <a:pt x="5555700" y="1163111"/>
                </a:lnTo>
                <a:lnTo>
                  <a:pt x="5533200" y="1166400"/>
                </a:lnTo>
                <a:lnTo>
                  <a:pt x="5510700" y="1163111"/>
                </a:lnTo>
                <a:lnTo>
                  <a:pt x="5488200" y="1153747"/>
                </a:lnTo>
                <a:lnTo>
                  <a:pt x="5465700" y="1139731"/>
                </a:lnTo>
                <a:lnTo>
                  <a:pt x="5443200" y="1123200"/>
                </a:lnTo>
                <a:lnTo>
                  <a:pt x="5443200" y="1123200"/>
                </a:lnTo>
                <a:lnTo>
                  <a:pt x="5420699" y="1139731"/>
                </a:lnTo>
                <a:lnTo>
                  <a:pt x="5398200" y="1153747"/>
                </a:lnTo>
                <a:lnTo>
                  <a:pt x="5375700" y="1163111"/>
                </a:lnTo>
                <a:lnTo>
                  <a:pt x="5353200" y="1166400"/>
                </a:lnTo>
                <a:lnTo>
                  <a:pt x="5330700" y="1163111"/>
                </a:lnTo>
                <a:lnTo>
                  <a:pt x="5308199" y="1153747"/>
                </a:lnTo>
                <a:lnTo>
                  <a:pt x="5285700" y="1139731"/>
                </a:lnTo>
                <a:lnTo>
                  <a:pt x="5263200" y="1123200"/>
                </a:lnTo>
                <a:lnTo>
                  <a:pt x="5263200" y="1123200"/>
                </a:lnTo>
                <a:lnTo>
                  <a:pt x="5240700" y="1139731"/>
                </a:lnTo>
                <a:lnTo>
                  <a:pt x="5218200" y="1153747"/>
                </a:lnTo>
                <a:lnTo>
                  <a:pt x="5195700" y="1163111"/>
                </a:lnTo>
                <a:lnTo>
                  <a:pt x="5173200" y="1166400"/>
                </a:lnTo>
                <a:lnTo>
                  <a:pt x="5150699" y="1163111"/>
                </a:lnTo>
                <a:lnTo>
                  <a:pt x="5128200" y="1153747"/>
                </a:lnTo>
                <a:lnTo>
                  <a:pt x="5105700" y="1139731"/>
                </a:lnTo>
                <a:lnTo>
                  <a:pt x="5083200" y="1123200"/>
                </a:lnTo>
                <a:lnTo>
                  <a:pt x="5083200" y="1123200"/>
                </a:lnTo>
                <a:lnTo>
                  <a:pt x="5060700" y="1139731"/>
                </a:lnTo>
                <a:lnTo>
                  <a:pt x="5038200" y="1153747"/>
                </a:lnTo>
                <a:lnTo>
                  <a:pt x="5015700" y="1163111"/>
                </a:lnTo>
                <a:lnTo>
                  <a:pt x="4993199" y="1166400"/>
                </a:lnTo>
                <a:lnTo>
                  <a:pt x="4970700" y="1163111"/>
                </a:lnTo>
                <a:lnTo>
                  <a:pt x="4948200" y="1153747"/>
                </a:lnTo>
                <a:lnTo>
                  <a:pt x="4925700" y="1139731"/>
                </a:lnTo>
                <a:lnTo>
                  <a:pt x="4903200" y="1123200"/>
                </a:lnTo>
                <a:lnTo>
                  <a:pt x="4903200" y="1123200"/>
                </a:lnTo>
                <a:lnTo>
                  <a:pt x="4880699" y="1139731"/>
                </a:lnTo>
                <a:lnTo>
                  <a:pt x="4858200" y="1153747"/>
                </a:lnTo>
                <a:lnTo>
                  <a:pt x="4835700" y="1163111"/>
                </a:lnTo>
                <a:lnTo>
                  <a:pt x="4813200" y="1166400"/>
                </a:lnTo>
                <a:lnTo>
                  <a:pt x="4790700" y="1163111"/>
                </a:lnTo>
                <a:lnTo>
                  <a:pt x="4768200" y="1153747"/>
                </a:lnTo>
                <a:lnTo>
                  <a:pt x="4745700" y="1139731"/>
                </a:lnTo>
                <a:lnTo>
                  <a:pt x="4723199" y="1123200"/>
                </a:lnTo>
                <a:lnTo>
                  <a:pt x="4723199" y="1123200"/>
                </a:lnTo>
                <a:lnTo>
                  <a:pt x="4700700" y="1139731"/>
                </a:lnTo>
                <a:lnTo>
                  <a:pt x="4678200" y="1153747"/>
                </a:lnTo>
                <a:lnTo>
                  <a:pt x="4655700" y="1163111"/>
                </a:lnTo>
                <a:lnTo>
                  <a:pt x="4633200" y="1166400"/>
                </a:lnTo>
                <a:lnTo>
                  <a:pt x="4610700" y="1163111"/>
                </a:lnTo>
                <a:lnTo>
                  <a:pt x="4588200" y="1153747"/>
                </a:lnTo>
                <a:lnTo>
                  <a:pt x="4565699" y="1139731"/>
                </a:lnTo>
                <a:lnTo>
                  <a:pt x="4543200" y="1123200"/>
                </a:lnTo>
                <a:lnTo>
                  <a:pt x="4543200" y="1123200"/>
                </a:lnTo>
                <a:lnTo>
                  <a:pt x="4520700" y="1139731"/>
                </a:lnTo>
                <a:lnTo>
                  <a:pt x="4498200" y="1153747"/>
                </a:lnTo>
                <a:lnTo>
                  <a:pt x="4475700" y="1163111"/>
                </a:lnTo>
                <a:lnTo>
                  <a:pt x="4453200" y="1166400"/>
                </a:lnTo>
                <a:lnTo>
                  <a:pt x="4430700" y="1163111"/>
                </a:lnTo>
                <a:lnTo>
                  <a:pt x="4408200" y="1153747"/>
                </a:lnTo>
                <a:lnTo>
                  <a:pt x="4385700" y="1139731"/>
                </a:lnTo>
                <a:lnTo>
                  <a:pt x="4363200" y="1123200"/>
                </a:lnTo>
                <a:lnTo>
                  <a:pt x="4363200" y="1123200"/>
                </a:lnTo>
                <a:lnTo>
                  <a:pt x="4340700" y="1139731"/>
                </a:lnTo>
                <a:lnTo>
                  <a:pt x="4318200" y="1153747"/>
                </a:lnTo>
                <a:lnTo>
                  <a:pt x="4295700" y="1163111"/>
                </a:lnTo>
                <a:lnTo>
                  <a:pt x="4273200" y="1166400"/>
                </a:lnTo>
                <a:lnTo>
                  <a:pt x="4250700" y="1163111"/>
                </a:lnTo>
                <a:lnTo>
                  <a:pt x="4228200" y="1153747"/>
                </a:lnTo>
                <a:lnTo>
                  <a:pt x="4205700" y="1139731"/>
                </a:lnTo>
                <a:lnTo>
                  <a:pt x="4183200" y="1123200"/>
                </a:lnTo>
                <a:lnTo>
                  <a:pt x="4183200" y="1123200"/>
                </a:lnTo>
                <a:lnTo>
                  <a:pt x="4160700" y="1139731"/>
                </a:lnTo>
                <a:lnTo>
                  <a:pt x="4138200" y="1153747"/>
                </a:lnTo>
                <a:lnTo>
                  <a:pt x="4115700" y="1163111"/>
                </a:lnTo>
                <a:lnTo>
                  <a:pt x="4093200" y="1166400"/>
                </a:lnTo>
                <a:lnTo>
                  <a:pt x="4070700" y="1163111"/>
                </a:lnTo>
                <a:lnTo>
                  <a:pt x="4048200" y="1153747"/>
                </a:lnTo>
                <a:lnTo>
                  <a:pt x="4025700" y="1139731"/>
                </a:lnTo>
                <a:lnTo>
                  <a:pt x="4003200" y="1123200"/>
                </a:lnTo>
                <a:lnTo>
                  <a:pt x="4003200" y="1123200"/>
                </a:lnTo>
                <a:lnTo>
                  <a:pt x="3980700" y="1139731"/>
                </a:lnTo>
                <a:lnTo>
                  <a:pt x="3958200" y="1153747"/>
                </a:lnTo>
                <a:lnTo>
                  <a:pt x="3935700" y="1163111"/>
                </a:lnTo>
                <a:lnTo>
                  <a:pt x="3913200" y="1166400"/>
                </a:lnTo>
                <a:lnTo>
                  <a:pt x="3890700" y="1163111"/>
                </a:lnTo>
                <a:lnTo>
                  <a:pt x="3868200" y="1153747"/>
                </a:lnTo>
                <a:lnTo>
                  <a:pt x="3845700" y="1139731"/>
                </a:lnTo>
                <a:lnTo>
                  <a:pt x="3823200" y="1123200"/>
                </a:lnTo>
                <a:lnTo>
                  <a:pt x="3823200" y="1123200"/>
                </a:lnTo>
                <a:lnTo>
                  <a:pt x="3800700" y="1139731"/>
                </a:lnTo>
                <a:lnTo>
                  <a:pt x="3778200" y="1153747"/>
                </a:lnTo>
                <a:lnTo>
                  <a:pt x="3755700" y="1163111"/>
                </a:lnTo>
                <a:lnTo>
                  <a:pt x="3733200" y="1166400"/>
                </a:lnTo>
                <a:lnTo>
                  <a:pt x="3710700" y="1163111"/>
                </a:lnTo>
                <a:lnTo>
                  <a:pt x="3688200" y="1153747"/>
                </a:lnTo>
                <a:lnTo>
                  <a:pt x="3665700" y="1139731"/>
                </a:lnTo>
                <a:lnTo>
                  <a:pt x="3643200" y="1123200"/>
                </a:lnTo>
                <a:lnTo>
                  <a:pt x="3643200" y="1123200"/>
                </a:lnTo>
                <a:lnTo>
                  <a:pt x="3620700" y="1139731"/>
                </a:lnTo>
                <a:lnTo>
                  <a:pt x="3598200" y="1153747"/>
                </a:lnTo>
                <a:lnTo>
                  <a:pt x="3575700" y="1163111"/>
                </a:lnTo>
                <a:lnTo>
                  <a:pt x="3553200" y="1166400"/>
                </a:lnTo>
                <a:lnTo>
                  <a:pt x="3530700" y="1163111"/>
                </a:lnTo>
                <a:lnTo>
                  <a:pt x="3508200" y="1153747"/>
                </a:lnTo>
                <a:lnTo>
                  <a:pt x="3485700" y="1139731"/>
                </a:lnTo>
                <a:lnTo>
                  <a:pt x="3463200" y="1123200"/>
                </a:lnTo>
                <a:lnTo>
                  <a:pt x="3463200" y="1123200"/>
                </a:lnTo>
                <a:lnTo>
                  <a:pt x="3440700" y="1139731"/>
                </a:lnTo>
                <a:lnTo>
                  <a:pt x="3418200" y="1153747"/>
                </a:lnTo>
                <a:lnTo>
                  <a:pt x="3395700" y="1163111"/>
                </a:lnTo>
                <a:lnTo>
                  <a:pt x="3373200" y="1166400"/>
                </a:lnTo>
                <a:lnTo>
                  <a:pt x="3350700" y="1163111"/>
                </a:lnTo>
                <a:lnTo>
                  <a:pt x="3328200" y="1153747"/>
                </a:lnTo>
                <a:lnTo>
                  <a:pt x="3305700" y="1139731"/>
                </a:lnTo>
                <a:lnTo>
                  <a:pt x="3283200" y="1123200"/>
                </a:lnTo>
                <a:lnTo>
                  <a:pt x="3283200" y="1123200"/>
                </a:lnTo>
                <a:lnTo>
                  <a:pt x="3260700" y="1139731"/>
                </a:lnTo>
                <a:lnTo>
                  <a:pt x="3238200" y="1153747"/>
                </a:lnTo>
                <a:lnTo>
                  <a:pt x="3215700" y="1163111"/>
                </a:lnTo>
                <a:lnTo>
                  <a:pt x="3193200" y="1166400"/>
                </a:lnTo>
                <a:lnTo>
                  <a:pt x="3170700" y="1163111"/>
                </a:lnTo>
                <a:lnTo>
                  <a:pt x="3148200" y="1153747"/>
                </a:lnTo>
                <a:lnTo>
                  <a:pt x="3125700" y="1139731"/>
                </a:lnTo>
                <a:lnTo>
                  <a:pt x="3103200" y="1123200"/>
                </a:lnTo>
                <a:lnTo>
                  <a:pt x="3103200" y="1123200"/>
                </a:lnTo>
                <a:lnTo>
                  <a:pt x="3080700" y="1139731"/>
                </a:lnTo>
                <a:lnTo>
                  <a:pt x="3058200" y="1153747"/>
                </a:lnTo>
                <a:lnTo>
                  <a:pt x="3035700" y="1163111"/>
                </a:lnTo>
                <a:lnTo>
                  <a:pt x="3013200" y="1166400"/>
                </a:lnTo>
                <a:lnTo>
                  <a:pt x="2990700" y="1163111"/>
                </a:lnTo>
                <a:lnTo>
                  <a:pt x="2968200" y="1153747"/>
                </a:lnTo>
                <a:lnTo>
                  <a:pt x="2945700" y="1139731"/>
                </a:lnTo>
                <a:lnTo>
                  <a:pt x="2923200" y="1123200"/>
                </a:lnTo>
                <a:lnTo>
                  <a:pt x="2923200" y="1123200"/>
                </a:lnTo>
                <a:lnTo>
                  <a:pt x="2900700" y="1139731"/>
                </a:lnTo>
                <a:lnTo>
                  <a:pt x="2878200" y="1153747"/>
                </a:lnTo>
                <a:lnTo>
                  <a:pt x="2855700" y="1163111"/>
                </a:lnTo>
                <a:lnTo>
                  <a:pt x="2833200" y="1166400"/>
                </a:lnTo>
                <a:lnTo>
                  <a:pt x="2810700" y="1163111"/>
                </a:lnTo>
                <a:lnTo>
                  <a:pt x="2788200" y="1153747"/>
                </a:lnTo>
                <a:lnTo>
                  <a:pt x="2765700" y="1139731"/>
                </a:lnTo>
                <a:lnTo>
                  <a:pt x="2743200" y="1123200"/>
                </a:lnTo>
                <a:lnTo>
                  <a:pt x="2743200" y="1123200"/>
                </a:lnTo>
                <a:lnTo>
                  <a:pt x="2720700" y="1139731"/>
                </a:lnTo>
                <a:lnTo>
                  <a:pt x="2698200" y="1153747"/>
                </a:lnTo>
                <a:lnTo>
                  <a:pt x="2675700" y="1163111"/>
                </a:lnTo>
                <a:lnTo>
                  <a:pt x="2653200" y="1166400"/>
                </a:lnTo>
                <a:lnTo>
                  <a:pt x="2630700" y="1163111"/>
                </a:lnTo>
                <a:lnTo>
                  <a:pt x="2608200" y="1153747"/>
                </a:lnTo>
                <a:lnTo>
                  <a:pt x="2585700" y="1139731"/>
                </a:lnTo>
                <a:lnTo>
                  <a:pt x="2563200" y="1123200"/>
                </a:lnTo>
                <a:lnTo>
                  <a:pt x="2563200" y="1123200"/>
                </a:lnTo>
                <a:lnTo>
                  <a:pt x="2540700" y="1139731"/>
                </a:lnTo>
                <a:lnTo>
                  <a:pt x="2518200" y="1153747"/>
                </a:lnTo>
                <a:lnTo>
                  <a:pt x="2495700" y="1163111"/>
                </a:lnTo>
                <a:lnTo>
                  <a:pt x="2473200" y="1166400"/>
                </a:lnTo>
                <a:lnTo>
                  <a:pt x="2450700" y="1163111"/>
                </a:lnTo>
                <a:lnTo>
                  <a:pt x="2428200" y="1153747"/>
                </a:lnTo>
                <a:lnTo>
                  <a:pt x="2405700" y="1139731"/>
                </a:lnTo>
                <a:lnTo>
                  <a:pt x="2383200" y="1123200"/>
                </a:lnTo>
                <a:lnTo>
                  <a:pt x="2383200" y="1123200"/>
                </a:lnTo>
                <a:lnTo>
                  <a:pt x="2360700" y="1139731"/>
                </a:lnTo>
                <a:lnTo>
                  <a:pt x="2338200" y="1153747"/>
                </a:lnTo>
                <a:lnTo>
                  <a:pt x="2315700" y="1163111"/>
                </a:lnTo>
                <a:lnTo>
                  <a:pt x="2293200" y="1166400"/>
                </a:lnTo>
                <a:lnTo>
                  <a:pt x="2270700" y="1163111"/>
                </a:lnTo>
                <a:lnTo>
                  <a:pt x="2248200" y="1153747"/>
                </a:lnTo>
                <a:lnTo>
                  <a:pt x="2225700" y="1139731"/>
                </a:lnTo>
                <a:lnTo>
                  <a:pt x="2203200" y="1123200"/>
                </a:lnTo>
                <a:lnTo>
                  <a:pt x="2203200" y="1123200"/>
                </a:lnTo>
                <a:lnTo>
                  <a:pt x="2180700" y="1139731"/>
                </a:lnTo>
                <a:lnTo>
                  <a:pt x="2158200" y="1153747"/>
                </a:lnTo>
                <a:lnTo>
                  <a:pt x="2135700" y="1163111"/>
                </a:lnTo>
                <a:lnTo>
                  <a:pt x="2113200" y="1166400"/>
                </a:lnTo>
                <a:lnTo>
                  <a:pt x="2090700" y="1163111"/>
                </a:lnTo>
                <a:lnTo>
                  <a:pt x="2068200" y="1153747"/>
                </a:lnTo>
                <a:lnTo>
                  <a:pt x="2045700" y="1139731"/>
                </a:lnTo>
                <a:lnTo>
                  <a:pt x="2023200" y="1123200"/>
                </a:lnTo>
                <a:lnTo>
                  <a:pt x="2023200" y="1123200"/>
                </a:lnTo>
                <a:lnTo>
                  <a:pt x="2000700" y="1139731"/>
                </a:lnTo>
                <a:lnTo>
                  <a:pt x="1978200" y="1153747"/>
                </a:lnTo>
                <a:lnTo>
                  <a:pt x="1955700" y="1163111"/>
                </a:lnTo>
                <a:lnTo>
                  <a:pt x="1933200" y="1166400"/>
                </a:lnTo>
                <a:lnTo>
                  <a:pt x="1910700" y="1163111"/>
                </a:lnTo>
                <a:lnTo>
                  <a:pt x="1888200" y="1153747"/>
                </a:lnTo>
                <a:lnTo>
                  <a:pt x="1865700" y="1139731"/>
                </a:lnTo>
                <a:lnTo>
                  <a:pt x="1843200" y="1123200"/>
                </a:lnTo>
                <a:lnTo>
                  <a:pt x="1843200" y="1123200"/>
                </a:lnTo>
                <a:lnTo>
                  <a:pt x="1820700" y="1139731"/>
                </a:lnTo>
                <a:lnTo>
                  <a:pt x="1798200" y="1153747"/>
                </a:lnTo>
                <a:lnTo>
                  <a:pt x="1775700" y="1163111"/>
                </a:lnTo>
                <a:lnTo>
                  <a:pt x="1753200" y="1166400"/>
                </a:lnTo>
                <a:lnTo>
                  <a:pt x="1730700" y="1163111"/>
                </a:lnTo>
                <a:lnTo>
                  <a:pt x="1708200" y="1153747"/>
                </a:lnTo>
                <a:lnTo>
                  <a:pt x="1685700" y="1139731"/>
                </a:lnTo>
                <a:lnTo>
                  <a:pt x="1663200" y="1123200"/>
                </a:lnTo>
                <a:lnTo>
                  <a:pt x="1663200" y="1123200"/>
                </a:lnTo>
                <a:lnTo>
                  <a:pt x="1640700" y="1139731"/>
                </a:lnTo>
                <a:lnTo>
                  <a:pt x="1618200" y="1153747"/>
                </a:lnTo>
                <a:lnTo>
                  <a:pt x="1595700" y="1163111"/>
                </a:lnTo>
                <a:lnTo>
                  <a:pt x="1573200" y="1166400"/>
                </a:lnTo>
                <a:lnTo>
                  <a:pt x="1550700" y="1163111"/>
                </a:lnTo>
                <a:lnTo>
                  <a:pt x="1528200" y="1153747"/>
                </a:lnTo>
                <a:lnTo>
                  <a:pt x="1505700" y="1139731"/>
                </a:lnTo>
                <a:lnTo>
                  <a:pt x="1483200" y="1123200"/>
                </a:lnTo>
                <a:lnTo>
                  <a:pt x="1483200" y="1123200"/>
                </a:lnTo>
                <a:lnTo>
                  <a:pt x="1460700" y="1139731"/>
                </a:lnTo>
                <a:lnTo>
                  <a:pt x="1438200" y="1153747"/>
                </a:lnTo>
                <a:lnTo>
                  <a:pt x="1415700" y="1163111"/>
                </a:lnTo>
                <a:lnTo>
                  <a:pt x="1393200" y="1166400"/>
                </a:lnTo>
                <a:lnTo>
                  <a:pt x="1370700" y="1163111"/>
                </a:lnTo>
                <a:lnTo>
                  <a:pt x="1348200" y="1153747"/>
                </a:lnTo>
                <a:lnTo>
                  <a:pt x="1325700" y="1139731"/>
                </a:lnTo>
                <a:lnTo>
                  <a:pt x="1303200" y="1123200"/>
                </a:lnTo>
                <a:lnTo>
                  <a:pt x="1303200" y="1123200"/>
                </a:lnTo>
                <a:lnTo>
                  <a:pt x="1280700" y="1139731"/>
                </a:lnTo>
                <a:lnTo>
                  <a:pt x="1258200" y="1153747"/>
                </a:lnTo>
                <a:lnTo>
                  <a:pt x="1235700" y="1163111"/>
                </a:lnTo>
                <a:lnTo>
                  <a:pt x="1213200" y="1166400"/>
                </a:lnTo>
                <a:lnTo>
                  <a:pt x="1190700" y="1163111"/>
                </a:lnTo>
                <a:lnTo>
                  <a:pt x="1168200" y="1153747"/>
                </a:lnTo>
                <a:lnTo>
                  <a:pt x="1145700" y="1139731"/>
                </a:lnTo>
                <a:lnTo>
                  <a:pt x="1123200" y="1123200"/>
                </a:lnTo>
                <a:lnTo>
                  <a:pt x="1123200" y="1123200"/>
                </a:lnTo>
                <a:lnTo>
                  <a:pt x="1100700" y="1139731"/>
                </a:lnTo>
                <a:lnTo>
                  <a:pt x="1078200" y="1153747"/>
                </a:lnTo>
                <a:lnTo>
                  <a:pt x="1055700" y="1163111"/>
                </a:lnTo>
                <a:lnTo>
                  <a:pt x="1033200" y="1166400"/>
                </a:lnTo>
                <a:lnTo>
                  <a:pt x="1010700" y="1163111"/>
                </a:lnTo>
                <a:lnTo>
                  <a:pt x="988200" y="1153747"/>
                </a:lnTo>
                <a:lnTo>
                  <a:pt x="965700" y="1139731"/>
                </a:lnTo>
                <a:lnTo>
                  <a:pt x="943200" y="1123200"/>
                </a:lnTo>
                <a:lnTo>
                  <a:pt x="943200" y="1123200"/>
                </a:lnTo>
                <a:lnTo>
                  <a:pt x="920700" y="1139731"/>
                </a:lnTo>
                <a:lnTo>
                  <a:pt x="898200" y="1153747"/>
                </a:lnTo>
                <a:lnTo>
                  <a:pt x="875700" y="1163111"/>
                </a:lnTo>
                <a:lnTo>
                  <a:pt x="853200" y="1166400"/>
                </a:lnTo>
                <a:lnTo>
                  <a:pt x="830700" y="1163111"/>
                </a:lnTo>
                <a:lnTo>
                  <a:pt x="808200" y="1153747"/>
                </a:lnTo>
                <a:lnTo>
                  <a:pt x="785700" y="1139731"/>
                </a:lnTo>
                <a:lnTo>
                  <a:pt x="763200" y="1123200"/>
                </a:lnTo>
                <a:lnTo>
                  <a:pt x="763200" y="1123200"/>
                </a:lnTo>
                <a:lnTo>
                  <a:pt x="740700" y="1139731"/>
                </a:lnTo>
                <a:lnTo>
                  <a:pt x="718200" y="1153747"/>
                </a:lnTo>
                <a:lnTo>
                  <a:pt x="695700" y="1163111"/>
                </a:lnTo>
                <a:lnTo>
                  <a:pt x="673200" y="1166400"/>
                </a:lnTo>
                <a:lnTo>
                  <a:pt x="650700" y="1163111"/>
                </a:lnTo>
                <a:lnTo>
                  <a:pt x="628200" y="1153747"/>
                </a:lnTo>
                <a:lnTo>
                  <a:pt x="605700" y="1139731"/>
                </a:lnTo>
                <a:lnTo>
                  <a:pt x="583200" y="1123200"/>
                </a:lnTo>
                <a:lnTo>
                  <a:pt x="583200" y="1123200"/>
                </a:lnTo>
                <a:lnTo>
                  <a:pt x="560700" y="1139731"/>
                </a:lnTo>
                <a:lnTo>
                  <a:pt x="538200" y="1153747"/>
                </a:lnTo>
                <a:lnTo>
                  <a:pt x="515700" y="1163111"/>
                </a:lnTo>
                <a:lnTo>
                  <a:pt x="493200" y="1166400"/>
                </a:lnTo>
                <a:lnTo>
                  <a:pt x="470700" y="1163111"/>
                </a:lnTo>
                <a:lnTo>
                  <a:pt x="448200" y="1153747"/>
                </a:lnTo>
                <a:lnTo>
                  <a:pt x="425700" y="1139731"/>
                </a:lnTo>
                <a:lnTo>
                  <a:pt x="403200" y="1123200"/>
                </a:lnTo>
                <a:lnTo>
                  <a:pt x="403200" y="1123200"/>
                </a:lnTo>
                <a:lnTo>
                  <a:pt x="380700" y="1139731"/>
                </a:lnTo>
                <a:lnTo>
                  <a:pt x="358200" y="1153747"/>
                </a:lnTo>
                <a:lnTo>
                  <a:pt x="335700" y="1163111"/>
                </a:lnTo>
                <a:lnTo>
                  <a:pt x="313200" y="1166400"/>
                </a:lnTo>
                <a:lnTo>
                  <a:pt x="290700" y="1163111"/>
                </a:lnTo>
                <a:lnTo>
                  <a:pt x="268200" y="1153747"/>
                </a:lnTo>
                <a:lnTo>
                  <a:pt x="245700" y="1139731"/>
                </a:lnTo>
                <a:lnTo>
                  <a:pt x="223200" y="1123200"/>
                </a:lnTo>
                <a:lnTo>
                  <a:pt x="223200" y="1123200"/>
                </a:lnTo>
                <a:lnTo>
                  <a:pt x="200700" y="1139731"/>
                </a:lnTo>
                <a:lnTo>
                  <a:pt x="178200" y="1153747"/>
                </a:lnTo>
                <a:lnTo>
                  <a:pt x="155700" y="1163111"/>
                </a:lnTo>
                <a:lnTo>
                  <a:pt x="133200" y="1166400"/>
                </a:lnTo>
                <a:lnTo>
                  <a:pt x="110700" y="1163111"/>
                </a:lnTo>
                <a:lnTo>
                  <a:pt x="88200" y="1153747"/>
                </a:lnTo>
                <a:lnTo>
                  <a:pt x="65700" y="1139731"/>
                </a:lnTo>
                <a:lnTo>
                  <a:pt x="43200" y="1123200"/>
                </a:lnTo>
                <a:lnTo>
                  <a:pt x="43200" y="1123200"/>
                </a:lnTo>
                <a:lnTo>
                  <a:pt x="26668" y="1100700"/>
                </a:lnTo>
                <a:lnTo>
                  <a:pt x="12652" y="1078200"/>
                </a:lnTo>
                <a:lnTo>
                  <a:pt x="3288" y="1055700"/>
                </a:lnTo>
                <a:lnTo>
                  <a:pt x="0" y="1033200"/>
                </a:lnTo>
                <a:lnTo>
                  <a:pt x="3288" y="1010700"/>
                </a:lnTo>
                <a:lnTo>
                  <a:pt x="12652" y="988200"/>
                </a:lnTo>
                <a:lnTo>
                  <a:pt x="26668" y="965700"/>
                </a:lnTo>
                <a:lnTo>
                  <a:pt x="43200" y="943200"/>
                </a:lnTo>
                <a:lnTo>
                  <a:pt x="43200" y="943200"/>
                </a:lnTo>
                <a:lnTo>
                  <a:pt x="26668" y="920700"/>
                </a:lnTo>
                <a:lnTo>
                  <a:pt x="12652" y="898200"/>
                </a:lnTo>
                <a:lnTo>
                  <a:pt x="3288" y="875700"/>
                </a:lnTo>
                <a:lnTo>
                  <a:pt x="0" y="853200"/>
                </a:lnTo>
                <a:lnTo>
                  <a:pt x="3288" y="830700"/>
                </a:lnTo>
                <a:lnTo>
                  <a:pt x="12652" y="808200"/>
                </a:lnTo>
                <a:lnTo>
                  <a:pt x="26668" y="785700"/>
                </a:lnTo>
                <a:lnTo>
                  <a:pt x="43200" y="763200"/>
                </a:lnTo>
                <a:lnTo>
                  <a:pt x="43200" y="763200"/>
                </a:lnTo>
                <a:lnTo>
                  <a:pt x="26668" y="740700"/>
                </a:lnTo>
                <a:lnTo>
                  <a:pt x="12652" y="718200"/>
                </a:lnTo>
                <a:lnTo>
                  <a:pt x="3288" y="695700"/>
                </a:lnTo>
                <a:lnTo>
                  <a:pt x="0" y="673200"/>
                </a:lnTo>
                <a:lnTo>
                  <a:pt x="3288" y="650700"/>
                </a:lnTo>
                <a:lnTo>
                  <a:pt x="12652" y="628200"/>
                </a:lnTo>
                <a:lnTo>
                  <a:pt x="26668" y="605700"/>
                </a:lnTo>
                <a:lnTo>
                  <a:pt x="43200" y="583200"/>
                </a:lnTo>
                <a:lnTo>
                  <a:pt x="43200" y="583200"/>
                </a:lnTo>
                <a:lnTo>
                  <a:pt x="26668" y="560700"/>
                </a:lnTo>
                <a:lnTo>
                  <a:pt x="12652" y="538200"/>
                </a:lnTo>
                <a:lnTo>
                  <a:pt x="3288" y="515700"/>
                </a:lnTo>
                <a:lnTo>
                  <a:pt x="0" y="493200"/>
                </a:lnTo>
                <a:lnTo>
                  <a:pt x="3288" y="470700"/>
                </a:lnTo>
                <a:lnTo>
                  <a:pt x="12652" y="448200"/>
                </a:lnTo>
                <a:lnTo>
                  <a:pt x="26668" y="425700"/>
                </a:lnTo>
                <a:lnTo>
                  <a:pt x="43200" y="403200"/>
                </a:lnTo>
                <a:lnTo>
                  <a:pt x="43200" y="403200"/>
                </a:lnTo>
                <a:lnTo>
                  <a:pt x="26668" y="380700"/>
                </a:lnTo>
                <a:lnTo>
                  <a:pt x="12652" y="358200"/>
                </a:lnTo>
                <a:lnTo>
                  <a:pt x="3288" y="335700"/>
                </a:lnTo>
                <a:lnTo>
                  <a:pt x="0" y="313200"/>
                </a:lnTo>
                <a:lnTo>
                  <a:pt x="3288" y="290700"/>
                </a:lnTo>
                <a:lnTo>
                  <a:pt x="12652" y="268200"/>
                </a:lnTo>
                <a:lnTo>
                  <a:pt x="26668" y="245700"/>
                </a:lnTo>
                <a:lnTo>
                  <a:pt x="43200" y="223200"/>
                </a:lnTo>
                <a:lnTo>
                  <a:pt x="43200" y="223200"/>
                </a:lnTo>
                <a:lnTo>
                  <a:pt x="26668" y="200700"/>
                </a:lnTo>
                <a:lnTo>
                  <a:pt x="12652" y="178200"/>
                </a:lnTo>
                <a:lnTo>
                  <a:pt x="3288" y="155700"/>
                </a:lnTo>
                <a:lnTo>
                  <a:pt x="0" y="133200"/>
                </a:lnTo>
                <a:lnTo>
                  <a:pt x="3288" y="110700"/>
                </a:lnTo>
                <a:lnTo>
                  <a:pt x="12652" y="88200"/>
                </a:lnTo>
                <a:lnTo>
                  <a:pt x="26668" y="65700"/>
                </a:lnTo>
                <a:lnTo>
                  <a:pt x="43200" y="43200"/>
                </a:lnTo>
                <a:close/>
              </a:path>
            </a:pathLst>
          </a:custGeom>
          <a:noFill/>
          <a:ln w="7620">
            <a:solidFill>
              <a:srgbClr val="A4433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8000" y="8244000"/>
            <a:ext cx="13464000" cy="90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  <a:r>
              <a:t>TBC #16 / #26 — all build-ups and bracket/reveal geometries shown provisionally. Retain the confirmed 5 floor perimeter allowance. Confirm movement, substrate, finish stops, fixing capacity and visible sample before construction.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Technical specification / coordinated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AP-23 · performance decisions remain with the responsible specialists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540000" y="9792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540000" y="10008000"/>
            <a:ext cx="7128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FOR COORDINATION  ·  SITE ITEMS OPEN  ·  REV B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06 OCT 2026  /  SOURCE REV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4000" y="10008000"/>
            <a:ext cx="522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NTS @ A3  ·  DIMENSIONS mm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SPEC SNAPSHOT eeccbde1cd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92000" y="10008000"/>
            <a:ext cx="1152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AP-23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2088000"/>
            <a:ext cx="648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9A825A"/>
                </a:solidFill>
                <a:latin typeface="Liberation Sans"/>
              </a:defRPr>
            </a:pPr>
            <a:r>
              <a:t>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0000" y="2088000"/>
            <a:ext cx="270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9A825A"/>
                </a:solidFill>
                <a:latin typeface="Liberation Sans"/>
              </a:defRPr>
            </a:pPr>
            <a:r>
              <a:t>ASSEMBLY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40000" y="2088000"/>
            <a:ext cx="52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9A825A"/>
                </a:solidFill>
                <a:latin typeface="Liberation Sans"/>
              </a:defRPr>
            </a:pPr>
            <a:r>
              <a:t>DESIGN BASIS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40000" y="2088000"/>
            <a:ext cx="486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9A825A"/>
                </a:solidFill>
                <a:latin typeface="Liberation Sans"/>
              </a:defRPr>
            </a:pPr>
            <a:r>
              <a:t>CONFIRM BEFORE FABRICATION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20000" y="2556000"/>
            <a:ext cx="13680000" cy="0"/>
          </a:xfrm>
          <a:prstGeom prst="line">
            <a:avLst/>
          </a:prstGeom>
          <a:ln w="6350">
            <a:solidFill>
              <a:srgbClr val="E8E1D5"/>
            </a:solidFill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720000" y="2628000"/>
            <a:ext cx="648000" cy="57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252725"/>
                </a:solidFill>
                <a:latin typeface="Liberation Sans"/>
              </a:defRPr>
            </a:pPr>
            <a:r>
              <a:t>M01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0000" y="2628000"/>
            <a:ext cx="2520000" cy="57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252725"/>
                </a:solidFill>
                <a:latin typeface="Liberation Sans"/>
              </a:defRPr>
            </a:pPr>
            <a:r>
              <a:t>Main / secondary steel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40000" y="2628000"/>
            <a:ext cx="5220000" cy="57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252725"/>
                </a:solidFill>
                <a:latin typeface="Liberation Sans"/>
              </a:defRPr>
            </a:pPr>
            <a:r>
              <a:t>25×25×1.6 / 20×20×1.6 SHS; matte black PPC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40000" y="2628000"/>
            <a:ext cx="4860000" cy="57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252725"/>
                </a:solidFill>
                <a:latin typeface="Liberation Sans"/>
              </a:defRPr>
            </a:pPr>
            <a:r>
              <a:t>Weld/anchor design, corrosion prep and loading #16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20000" y="3204000"/>
            <a:ext cx="13680000" cy="0"/>
          </a:xfrm>
          <a:prstGeom prst="line">
            <a:avLst/>
          </a:prstGeom>
          <a:ln w="6350">
            <a:solidFill>
              <a:srgbClr val="E8E1D5"/>
            </a:solidFill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720000" y="3276000"/>
            <a:ext cx="648000" cy="57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252725"/>
                </a:solidFill>
                <a:latin typeface="Liberation Sans"/>
              </a:defRPr>
            </a:pPr>
            <a:r>
              <a:t>M02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40000" y="3276000"/>
            <a:ext cx="2520000" cy="57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252725"/>
                </a:solidFill>
                <a:latin typeface="Liberation Sans"/>
              </a:defRPr>
            </a:pPr>
            <a:r>
              <a:t>Doors / neutral panels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40000" y="3276000"/>
            <a:ext cx="5220000" cy="57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252725"/>
                </a:solidFill>
                <a:latin typeface="Liberation Sans"/>
              </a:defRPr>
            </a:pPr>
            <a:r>
              <a:t>1.5 mm PPC steel doors; flush, handleless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40000" y="3276000"/>
            <a:ext cx="4860000" cy="57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252725"/>
                </a:solidFill>
                <a:latin typeface="Liberation Sans"/>
              </a:defRPr>
            </a:pPr>
            <a:r>
              <a:t>Hardware, reveals and durability sample #16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20000" y="3852000"/>
            <a:ext cx="13680000" cy="0"/>
          </a:xfrm>
          <a:prstGeom prst="line">
            <a:avLst/>
          </a:prstGeom>
          <a:ln w="6350">
            <a:solidFill>
              <a:srgbClr val="E8E1D5"/>
            </a:solidFill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720000" y="3924000"/>
            <a:ext cx="648000" cy="57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252725"/>
                </a:solidFill>
                <a:latin typeface="Liberation Sans"/>
              </a:defRPr>
            </a:pPr>
            <a:r>
              <a:t>M03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40000" y="3924000"/>
            <a:ext cx="2520000" cy="57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252725"/>
                </a:solidFill>
                <a:latin typeface="Liberation Sans"/>
              </a:defRPr>
            </a:pPr>
            <a:r>
              <a:t>Wall / ceiling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40000" y="3924000"/>
            <a:ext cx="5220000" cy="57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252725"/>
                </a:solidFill>
                <a:latin typeface="Liberation Sans"/>
              </a:defRPr>
            </a:pPr>
            <a:r>
              <a:t>Raw light plaster; smooth off-white gypsum ceiling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40000" y="3924000"/>
            <a:ext cx="4860000" cy="57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252725"/>
                </a:solidFill>
                <a:latin typeface="Liberation Sans"/>
              </a:defRPr>
            </a:pPr>
            <a:r>
              <a:t>Substrate, thickness and fire requirements #26/#16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20000" y="4500000"/>
            <a:ext cx="13680000" cy="0"/>
          </a:xfrm>
          <a:prstGeom prst="line">
            <a:avLst/>
          </a:prstGeom>
          <a:ln w="6350">
            <a:solidFill>
              <a:srgbClr val="E8E1D5"/>
            </a:solidFill>
          </a:ln>
          <a:effectLst/>
        </p:spPr>
      </p:cxnSp>
      <p:sp>
        <p:nvSpPr>
          <p:cNvPr id="31" name="TextBox 30"/>
          <p:cNvSpPr txBox="1"/>
          <p:nvPr/>
        </p:nvSpPr>
        <p:spPr>
          <a:xfrm>
            <a:off x="720000" y="4572000"/>
            <a:ext cx="648000" cy="57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252725"/>
                </a:solidFill>
                <a:latin typeface="Liberation Sans"/>
              </a:defRPr>
            </a:pPr>
            <a:r>
              <a:t>M04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40000" y="4572000"/>
            <a:ext cx="2520000" cy="57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252725"/>
                </a:solidFill>
                <a:latin typeface="Liberation Sans"/>
              </a:defRPr>
            </a:pPr>
            <a:r>
              <a:t>Floor / sealants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40000" y="4572000"/>
            <a:ext cx="5220000" cy="57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252725"/>
                </a:solidFill>
                <a:latin typeface="Liberation Sans"/>
              </a:defRPr>
            </a:pPr>
            <a:r>
              <a:t>1200×600 porcelain; 2 grout; 5 perimeter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40000" y="4572000"/>
            <a:ext cx="4860000" cy="57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252725"/>
                </a:solidFill>
                <a:latin typeface="Liberation Sans"/>
              </a:defRPr>
            </a:pPr>
            <a:r>
              <a:t>Adhesive, slip suitability, sealant compatibility #16/#26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20000" y="5148000"/>
            <a:ext cx="13680000" cy="0"/>
          </a:xfrm>
          <a:prstGeom prst="line">
            <a:avLst/>
          </a:prstGeom>
          <a:ln w="6350">
            <a:solidFill>
              <a:srgbClr val="E8E1D5"/>
            </a:solidFill>
          </a:ln>
          <a:effectLst/>
        </p:spPr>
      </p:cxnSp>
      <p:sp>
        <p:nvSpPr>
          <p:cNvPr id="36" name="TextBox 35"/>
          <p:cNvSpPr txBox="1"/>
          <p:nvPr/>
        </p:nvSpPr>
        <p:spPr>
          <a:xfrm>
            <a:off x="720000" y="5220000"/>
            <a:ext cx="648000" cy="57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252725"/>
                </a:solidFill>
                <a:latin typeface="Liberation Sans"/>
              </a:defRPr>
            </a:pPr>
            <a:r>
              <a:t>G01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40000" y="5220000"/>
            <a:ext cx="2520000" cy="57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252725"/>
                </a:solidFill>
                <a:latin typeface="Liberation Sans"/>
              </a:defRPr>
            </a:pPr>
            <a:r>
              <a:t>Glazing / hardware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40000" y="5220000"/>
            <a:ext cx="5220000" cy="57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252725"/>
                </a:solidFill>
                <a:latin typeface="Liberation Sans"/>
              </a:defRPr>
            </a:pPr>
            <a:r>
              <a:t>1000×2580×12 toughened pivot leaf; 488 fixed pane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40000" y="5220000"/>
            <a:ext cx="4860000" cy="57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252725"/>
                </a:solidFill>
                <a:latin typeface="Liberation Sans"/>
              </a:defRPr>
            </a:pPr>
            <a:r>
              <a:t>Fixed pane thickness, gaps, hardware capacity #16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20000" y="5796000"/>
            <a:ext cx="13680000" cy="0"/>
          </a:xfrm>
          <a:prstGeom prst="line">
            <a:avLst/>
          </a:prstGeom>
          <a:ln w="6350">
            <a:solidFill>
              <a:srgbClr val="E8E1D5"/>
            </a:solidFill>
          </a:ln>
          <a:effectLst/>
        </p:spPr>
      </p:cxnSp>
      <p:sp>
        <p:nvSpPr>
          <p:cNvPr id="41" name="TextBox 40"/>
          <p:cNvSpPr txBox="1"/>
          <p:nvPr/>
        </p:nvSpPr>
        <p:spPr>
          <a:xfrm>
            <a:off x="720000" y="5868000"/>
            <a:ext cx="648000" cy="57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252725"/>
                </a:solidFill>
                <a:latin typeface="Liberation Sans"/>
              </a:defRPr>
            </a:pPr>
            <a:r>
              <a:t>M05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40000" y="5868000"/>
            <a:ext cx="2520000" cy="57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252725"/>
                </a:solidFill>
                <a:latin typeface="Liberation Sans"/>
              </a:defRPr>
            </a:pPr>
            <a:r>
              <a:t>Mesh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40000" y="5868000"/>
            <a:ext cx="5220000" cy="57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252725"/>
                </a:solidFill>
                <a:latin typeface="Liberation Sans"/>
              </a:defRPr>
            </a:pPr>
            <a:r>
              <a:t>Approx. 20×40 diamond; black; framed removable edges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40000" y="5868000"/>
            <a:ext cx="4860000" cy="57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252725"/>
                </a:solidFill>
                <a:latin typeface="Liberation Sans"/>
              </a:defRPr>
            </a:pPr>
            <a:r>
              <a:t>Gauge, perimeter channel and screw centres #16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20000" y="6444000"/>
            <a:ext cx="13680000" cy="0"/>
          </a:xfrm>
          <a:prstGeom prst="line">
            <a:avLst/>
          </a:prstGeom>
          <a:ln w="6350">
            <a:solidFill>
              <a:srgbClr val="E8E1D5"/>
            </a:solidFill>
          </a:ln>
          <a:effectLst/>
        </p:spPr>
      </p:cxnSp>
      <p:sp>
        <p:nvSpPr>
          <p:cNvPr id="46" name="TextBox 45"/>
          <p:cNvSpPr txBox="1"/>
          <p:nvPr/>
        </p:nvSpPr>
        <p:spPr>
          <a:xfrm>
            <a:off x="720000" y="6516000"/>
            <a:ext cx="648000" cy="57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252725"/>
                </a:solidFill>
                <a:latin typeface="Liberation Sans"/>
              </a:defRPr>
            </a:pPr>
            <a:r>
              <a:t>M06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40000" y="6516000"/>
            <a:ext cx="2520000" cy="57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252725"/>
                </a:solidFill>
                <a:latin typeface="Liberation Sans"/>
              </a:defRPr>
            </a:pPr>
            <a:r>
              <a:t>Shelf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40000" y="6516000"/>
            <a:ext cx="5220000" cy="57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252725"/>
                </a:solidFill>
                <a:latin typeface="Liberation Sans"/>
              </a:defRPr>
            </a:pPr>
            <a:r>
              <a:t>3 mm MS tray; 25 downstand; 250 deep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40000" y="6516000"/>
            <a:ext cx="4860000" cy="57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252725"/>
                </a:solidFill>
                <a:latin typeface="Liberation Sans"/>
              </a:defRPr>
            </a:pPr>
            <a:r>
              <a:t>Load, tray fit and LED extrusion selection #16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720000" y="7092000"/>
            <a:ext cx="13680000" cy="0"/>
          </a:xfrm>
          <a:prstGeom prst="line">
            <a:avLst/>
          </a:prstGeom>
          <a:ln w="6350">
            <a:solidFill>
              <a:srgbClr val="E8E1D5"/>
            </a:solidFill>
          </a:ln>
          <a:effectLst/>
        </p:spPr>
      </p:cxnSp>
      <p:sp>
        <p:nvSpPr>
          <p:cNvPr id="51" name="TextBox 50"/>
          <p:cNvSpPr txBox="1"/>
          <p:nvPr/>
        </p:nvSpPr>
        <p:spPr>
          <a:xfrm>
            <a:off x="720000" y="7164000"/>
            <a:ext cx="648000" cy="57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252725"/>
                </a:solidFill>
                <a:latin typeface="Liberation Sans"/>
              </a:defRPr>
            </a:pPr>
            <a:r>
              <a:t>L01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40000" y="7164000"/>
            <a:ext cx="2520000" cy="57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252725"/>
                </a:solidFill>
                <a:latin typeface="Liberation Sans"/>
              </a:defRPr>
            </a:pPr>
            <a:r>
              <a:t>Lighting / access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40000" y="7164000"/>
            <a:ext cx="5220000" cy="57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252725"/>
                </a:solidFill>
                <a:latin typeface="Liberation Sans"/>
              </a:defRPr>
            </a:pPr>
            <a:r>
              <a:t>3000 K; two tracks; shelf and plinth LEDs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40000" y="7164000"/>
            <a:ext cx="4860000" cy="57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252725"/>
                </a:solidFill>
                <a:latin typeface="Liberation Sans"/>
              </a:defRPr>
            </a:pPr>
            <a:r>
              <a:t>Photometry, wattage, drivers, circuits, ventilation #16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720000" y="7740000"/>
            <a:ext cx="13680000" cy="0"/>
          </a:xfrm>
          <a:prstGeom prst="line">
            <a:avLst/>
          </a:prstGeom>
          <a:ln w="6350">
            <a:solidFill>
              <a:srgbClr val="E8E1D5"/>
            </a:solidFill>
          </a:ln>
          <a:effectLst/>
        </p:spPr>
      </p:cxnSp>
      <p:sp>
        <p:nvSpPr>
          <p:cNvPr id="56" name="TextBox 55"/>
          <p:cNvSpPr txBox="1"/>
          <p:nvPr/>
        </p:nvSpPr>
        <p:spPr>
          <a:xfrm>
            <a:off x="720000" y="7812000"/>
            <a:ext cx="648000" cy="57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252725"/>
                </a:solidFill>
                <a:latin typeface="Liberation Sans"/>
              </a:defRPr>
            </a:pPr>
            <a:r>
              <a:t>S01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440000" y="7812000"/>
            <a:ext cx="2520000" cy="57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252725"/>
                </a:solidFill>
                <a:latin typeface="Liberation Sans"/>
              </a:defRPr>
            </a:pPr>
            <a:r>
              <a:t>Logo / fixings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40000" y="7812000"/>
            <a:ext cx="5220000" cy="57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252725"/>
                </a:solidFill>
                <a:latin typeface="Liberation Sans"/>
              </a:defRPr>
            </a:pPr>
            <a:r>
              <a:t>External halo-lit at 25 stand-off; internal unlit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40000" y="7812000"/>
            <a:ext cx="4860000" cy="57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252725"/>
                </a:solidFill>
                <a:latin typeface="Liberation Sans"/>
              </a:defRPr>
            </a:pPr>
            <a:r>
              <a:t>Backing, studs, maintenance opening and IP needs #16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720000" y="8388000"/>
            <a:ext cx="13680000" cy="0"/>
          </a:xfrm>
          <a:prstGeom prst="line">
            <a:avLst/>
          </a:prstGeom>
          <a:ln w="6350">
            <a:solidFill>
              <a:srgbClr val="E8E1D5"/>
            </a:solidFill>
          </a:ln>
          <a:effectLst/>
        </p:spPr>
      </p:cxnSp>
      <p:sp>
        <p:nvSpPr>
          <p:cNvPr id="61" name="TextBox 60"/>
          <p:cNvSpPr txBox="1"/>
          <p:nvPr/>
        </p:nvSpPr>
        <p:spPr>
          <a:xfrm>
            <a:off x="720000" y="8460000"/>
            <a:ext cx="648000" cy="57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252725"/>
                </a:solidFill>
                <a:latin typeface="Liberation Sans"/>
              </a:defRPr>
            </a:pPr>
            <a:r>
              <a:t>C01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440000" y="8460000"/>
            <a:ext cx="2520000" cy="57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252725"/>
                </a:solidFill>
                <a:latin typeface="Liberation Sans"/>
              </a:defRPr>
            </a:pPr>
            <a:r>
              <a:t>Counter / joints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40000" y="8460000"/>
            <a:ext cx="5220000" cy="57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252725"/>
                </a:solidFill>
                <a:latin typeface="Liberation Sans"/>
              </a:defRPr>
            </a:pPr>
            <a:r>
              <a:t>1000×450×900; 300×450 mesh; light top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540000" y="8460000"/>
            <a:ext cx="4860000" cy="57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252725"/>
                </a:solidFill>
                <a:latin typeface="Liberation Sans"/>
              </a:defRPr>
            </a:pPr>
            <a:r>
              <a:t>Proposed 20 top, storage, feet, grommet, reveals #16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Installation / quality and maintenance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AP-24 · hold points before release to fabrication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540000" y="9792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540000" y="10008000"/>
            <a:ext cx="7128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FOR COORDINATION  ·  SITE ITEMS OPEN  ·  REV B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06 OCT 2026  /  SOURCE REV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4000" y="10008000"/>
            <a:ext cx="522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NTS @ A3  ·  DIMENSIONS mm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SPEC SNAPSHOT eeccbde1cd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92000" y="10008000"/>
            <a:ext cx="1152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AP-24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2160000"/>
            <a:ext cx="6444000" cy="3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9A825A"/>
                </a:solidFill>
                <a:latin typeface="Liberation Sans"/>
              </a:defRPr>
            </a:pPr>
            <a:r>
              <a:t>01 / SURVEY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000" y="2664000"/>
            <a:ext cx="6408000" cy="144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52725"/>
                </a:solidFill>
                <a:latin typeface="Liberation Sans"/>
              </a:defRPr>
            </a:pPr>
            <a:r>
              <a:t>Confirm finished envelope, FFL, substrate, wall construction and site north. Record measured values separately from design dimensions.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2000" y="2160000"/>
            <a:ext cx="6444000" cy="3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9A825A"/>
                </a:solidFill>
                <a:latin typeface="Liberation Sans"/>
              </a:defRPr>
            </a:pPr>
            <a:r>
              <a:t>02 / CONSULTANT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2000" y="2664000"/>
            <a:ext cx="6408000" cy="144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52725"/>
                </a:solidFill>
                <a:latin typeface="Liberation Sans"/>
              </a:defRPr>
            </a:pPr>
            <a:r>
              <a:t>Resolve 450 side routes; assess pivot clear opening, fire / MEP coordination, structure and fixing loads. Sign off TBC #16.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000" y="4500000"/>
            <a:ext cx="6444000" cy="3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9A825A"/>
                </a:solidFill>
                <a:latin typeface="Liberation Sans"/>
              </a:defRPr>
            </a:pPr>
            <a:r>
              <a:t>03 / SHOP DRAWINGS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000" y="5004000"/>
            <a:ext cx="6408000" cy="144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52725"/>
                </a:solidFill>
                <a:latin typeface="Liberation Sans"/>
              </a:defRPr>
            </a:pPr>
            <a:r>
              <a:t>Fabricator resolves cut sizes, shared posts, welds, glass gaps, tolerances and adjustment. Release supplier templates only after approval.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2000" y="4500000"/>
            <a:ext cx="6444000" cy="3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9A825A"/>
                </a:solidFill>
                <a:latin typeface="Liberation Sans"/>
              </a:defRPr>
            </a:pPr>
            <a:r>
              <a:t>04 / SAMPLE + FABRICATE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2000" y="5004000"/>
            <a:ext cx="6408000" cy="144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52725"/>
                </a:solidFill>
                <a:latin typeface="Liberation Sans"/>
              </a:defRPr>
            </a:pPr>
            <a:r>
              <a:t>Approve finishes, edge conditions and light concealment. Workshop weld and coat; protect completed finishes during transport.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000" y="6840000"/>
            <a:ext cx="6444000" cy="3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9A825A"/>
                </a:solidFill>
                <a:latin typeface="Liberation Sans"/>
              </a:defRPr>
            </a:pPr>
            <a:r>
              <a:t>05 / SITE ASSEMBLY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000" y="7344000"/>
            <a:ext cx="6408000" cy="144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52725"/>
                </a:solidFill>
                <a:latin typeface="Liberation Sans"/>
              </a:defRPr>
            </a:pPr>
            <a:r>
              <a:t>Set out → level → anchor to verified structure → route/test services → install trays, panels, glass and logo → adjust and protect.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2000" y="6840000"/>
            <a:ext cx="6444000" cy="3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9A825A"/>
                </a:solidFill>
                <a:latin typeface="Liberation Sans"/>
              </a:defRPr>
            </a:pPr>
            <a:r>
              <a:t>06 / COMMISSION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2000" y="7344000"/>
            <a:ext cx="6408000" cy="144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52725"/>
                </a:solidFill>
                <a:latin typeface="Liberation Sans"/>
              </a:defRPr>
            </a:pPr>
            <a:r>
              <a:t>Test door sweep, access, lighting and isolation. Demonstrate panel removal; hand over wiring, maintenance instructions and surveyed as-builts.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Open decisions / consultant coordination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AP-25 · retain clouds until documented approval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540000" y="9792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540000" y="10008000"/>
            <a:ext cx="7128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FOR COORDINATION  ·  SITE ITEMS OPEN  ·  REV B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06 OCT 2026  /  SOURCE REV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4000" y="10008000"/>
            <a:ext cx="522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NTS @ A3  ·  DIMENSIONS mm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SPEC SNAPSHOT eeccbde1cd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92000" y="10008000"/>
            <a:ext cx="1152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AP-25</a:t>
            </a:r>
          </a:p>
        </p:txBody>
      </p:sp>
      <p:sp>
        <p:nvSpPr>
          <p:cNvPr id="11" name="Freeform 10"/>
          <p:cNvSpPr/>
          <p:nvPr/>
        </p:nvSpPr>
        <p:spPr>
          <a:xfrm>
            <a:off x="676800" y="2116800"/>
            <a:ext cx="13766400" cy="1022400"/>
          </a:xfrm>
          <a:custGeom>
            <a:avLst/>
            <a:gdLst/>
            <a:ahLst/>
            <a:cxnLst/>
            <a:rect l="l" t="t" r="r" b="b"/>
            <a:pathLst>
              <a:path w="13766400" h="1022400">
                <a:moveTo>
                  <a:pt x="43200" y="43200"/>
                </a:moveTo>
                <a:lnTo>
                  <a:pt x="65700" y="26668"/>
                </a:lnTo>
                <a:lnTo>
                  <a:pt x="88200" y="12652"/>
                </a:lnTo>
                <a:lnTo>
                  <a:pt x="110700" y="3288"/>
                </a:lnTo>
                <a:lnTo>
                  <a:pt x="133200" y="0"/>
                </a:lnTo>
                <a:lnTo>
                  <a:pt x="155700" y="3288"/>
                </a:lnTo>
                <a:lnTo>
                  <a:pt x="178200" y="12652"/>
                </a:lnTo>
                <a:lnTo>
                  <a:pt x="200700" y="26668"/>
                </a:lnTo>
                <a:lnTo>
                  <a:pt x="223200" y="43200"/>
                </a:lnTo>
                <a:lnTo>
                  <a:pt x="223200" y="43200"/>
                </a:lnTo>
                <a:lnTo>
                  <a:pt x="245700" y="26668"/>
                </a:lnTo>
                <a:lnTo>
                  <a:pt x="268200" y="12652"/>
                </a:lnTo>
                <a:lnTo>
                  <a:pt x="290700" y="3288"/>
                </a:lnTo>
                <a:lnTo>
                  <a:pt x="313200" y="0"/>
                </a:lnTo>
                <a:lnTo>
                  <a:pt x="335700" y="3288"/>
                </a:lnTo>
                <a:lnTo>
                  <a:pt x="358200" y="12652"/>
                </a:lnTo>
                <a:lnTo>
                  <a:pt x="380700" y="26668"/>
                </a:lnTo>
                <a:lnTo>
                  <a:pt x="403200" y="43200"/>
                </a:lnTo>
                <a:lnTo>
                  <a:pt x="403200" y="43200"/>
                </a:lnTo>
                <a:lnTo>
                  <a:pt x="425700" y="26668"/>
                </a:lnTo>
                <a:lnTo>
                  <a:pt x="448200" y="12652"/>
                </a:lnTo>
                <a:lnTo>
                  <a:pt x="470700" y="3288"/>
                </a:lnTo>
                <a:lnTo>
                  <a:pt x="493200" y="0"/>
                </a:lnTo>
                <a:lnTo>
                  <a:pt x="515700" y="3288"/>
                </a:lnTo>
                <a:lnTo>
                  <a:pt x="538200" y="12652"/>
                </a:lnTo>
                <a:lnTo>
                  <a:pt x="560700" y="26668"/>
                </a:lnTo>
                <a:lnTo>
                  <a:pt x="583200" y="43200"/>
                </a:lnTo>
                <a:lnTo>
                  <a:pt x="583200" y="43200"/>
                </a:lnTo>
                <a:lnTo>
                  <a:pt x="605700" y="26668"/>
                </a:lnTo>
                <a:lnTo>
                  <a:pt x="628200" y="12652"/>
                </a:lnTo>
                <a:lnTo>
                  <a:pt x="650700" y="3288"/>
                </a:lnTo>
                <a:lnTo>
                  <a:pt x="673200" y="0"/>
                </a:lnTo>
                <a:lnTo>
                  <a:pt x="695700" y="3288"/>
                </a:lnTo>
                <a:lnTo>
                  <a:pt x="718200" y="12652"/>
                </a:lnTo>
                <a:lnTo>
                  <a:pt x="740700" y="26668"/>
                </a:lnTo>
                <a:lnTo>
                  <a:pt x="763200" y="43200"/>
                </a:lnTo>
                <a:lnTo>
                  <a:pt x="763200" y="43200"/>
                </a:lnTo>
                <a:lnTo>
                  <a:pt x="785700" y="26668"/>
                </a:lnTo>
                <a:lnTo>
                  <a:pt x="808200" y="12652"/>
                </a:lnTo>
                <a:lnTo>
                  <a:pt x="830700" y="3288"/>
                </a:lnTo>
                <a:lnTo>
                  <a:pt x="853200" y="0"/>
                </a:lnTo>
                <a:lnTo>
                  <a:pt x="875700" y="3288"/>
                </a:lnTo>
                <a:lnTo>
                  <a:pt x="898200" y="12652"/>
                </a:lnTo>
                <a:lnTo>
                  <a:pt x="920700" y="26668"/>
                </a:lnTo>
                <a:lnTo>
                  <a:pt x="943200" y="43200"/>
                </a:lnTo>
                <a:lnTo>
                  <a:pt x="943200" y="43200"/>
                </a:lnTo>
                <a:lnTo>
                  <a:pt x="965700" y="26668"/>
                </a:lnTo>
                <a:lnTo>
                  <a:pt x="988200" y="12652"/>
                </a:lnTo>
                <a:lnTo>
                  <a:pt x="1010700" y="3288"/>
                </a:lnTo>
                <a:lnTo>
                  <a:pt x="1033200" y="0"/>
                </a:lnTo>
                <a:lnTo>
                  <a:pt x="1055700" y="3288"/>
                </a:lnTo>
                <a:lnTo>
                  <a:pt x="1078200" y="12652"/>
                </a:lnTo>
                <a:lnTo>
                  <a:pt x="1100700" y="26668"/>
                </a:lnTo>
                <a:lnTo>
                  <a:pt x="1123200" y="43200"/>
                </a:lnTo>
                <a:lnTo>
                  <a:pt x="1123200" y="43200"/>
                </a:lnTo>
                <a:lnTo>
                  <a:pt x="1145700" y="26668"/>
                </a:lnTo>
                <a:lnTo>
                  <a:pt x="1168200" y="12652"/>
                </a:lnTo>
                <a:lnTo>
                  <a:pt x="1190700" y="3288"/>
                </a:lnTo>
                <a:lnTo>
                  <a:pt x="1213200" y="0"/>
                </a:lnTo>
                <a:lnTo>
                  <a:pt x="1235700" y="3288"/>
                </a:lnTo>
                <a:lnTo>
                  <a:pt x="1258200" y="12652"/>
                </a:lnTo>
                <a:lnTo>
                  <a:pt x="1280700" y="26668"/>
                </a:lnTo>
                <a:lnTo>
                  <a:pt x="1303200" y="43200"/>
                </a:lnTo>
                <a:lnTo>
                  <a:pt x="1303200" y="43200"/>
                </a:lnTo>
                <a:lnTo>
                  <a:pt x="1325700" y="26668"/>
                </a:lnTo>
                <a:lnTo>
                  <a:pt x="1348200" y="12652"/>
                </a:lnTo>
                <a:lnTo>
                  <a:pt x="1370700" y="3288"/>
                </a:lnTo>
                <a:lnTo>
                  <a:pt x="1393200" y="0"/>
                </a:lnTo>
                <a:lnTo>
                  <a:pt x="1415700" y="3288"/>
                </a:lnTo>
                <a:lnTo>
                  <a:pt x="1438200" y="12652"/>
                </a:lnTo>
                <a:lnTo>
                  <a:pt x="1460700" y="26668"/>
                </a:lnTo>
                <a:lnTo>
                  <a:pt x="1483200" y="43200"/>
                </a:lnTo>
                <a:lnTo>
                  <a:pt x="1483200" y="43200"/>
                </a:lnTo>
                <a:lnTo>
                  <a:pt x="1505700" y="26668"/>
                </a:lnTo>
                <a:lnTo>
                  <a:pt x="1528200" y="12652"/>
                </a:lnTo>
                <a:lnTo>
                  <a:pt x="1550700" y="3288"/>
                </a:lnTo>
                <a:lnTo>
                  <a:pt x="1573200" y="0"/>
                </a:lnTo>
                <a:lnTo>
                  <a:pt x="1595700" y="3288"/>
                </a:lnTo>
                <a:lnTo>
                  <a:pt x="1618200" y="12652"/>
                </a:lnTo>
                <a:lnTo>
                  <a:pt x="1640700" y="26668"/>
                </a:lnTo>
                <a:lnTo>
                  <a:pt x="1663200" y="43200"/>
                </a:lnTo>
                <a:lnTo>
                  <a:pt x="1663200" y="43200"/>
                </a:lnTo>
                <a:lnTo>
                  <a:pt x="1685700" y="26668"/>
                </a:lnTo>
                <a:lnTo>
                  <a:pt x="1708200" y="12652"/>
                </a:lnTo>
                <a:lnTo>
                  <a:pt x="1730700" y="3288"/>
                </a:lnTo>
                <a:lnTo>
                  <a:pt x="1753200" y="0"/>
                </a:lnTo>
                <a:lnTo>
                  <a:pt x="1775700" y="3288"/>
                </a:lnTo>
                <a:lnTo>
                  <a:pt x="1798200" y="12652"/>
                </a:lnTo>
                <a:lnTo>
                  <a:pt x="1820700" y="26668"/>
                </a:lnTo>
                <a:lnTo>
                  <a:pt x="1843200" y="43200"/>
                </a:lnTo>
                <a:lnTo>
                  <a:pt x="1843200" y="43200"/>
                </a:lnTo>
                <a:lnTo>
                  <a:pt x="1865700" y="26668"/>
                </a:lnTo>
                <a:lnTo>
                  <a:pt x="1888200" y="12652"/>
                </a:lnTo>
                <a:lnTo>
                  <a:pt x="1910700" y="3288"/>
                </a:lnTo>
                <a:lnTo>
                  <a:pt x="1933200" y="0"/>
                </a:lnTo>
                <a:lnTo>
                  <a:pt x="1955700" y="3288"/>
                </a:lnTo>
                <a:lnTo>
                  <a:pt x="1978200" y="12652"/>
                </a:lnTo>
                <a:lnTo>
                  <a:pt x="2000700" y="26668"/>
                </a:lnTo>
                <a:lnTo>
                  <a:pt x="2023200" y="43200"/>
                </a:lnTo>
                <a:lnTo>
                  <a:pt x="2023200" y="43200"/>
                </a:lnTo>
                <a:lnTo>
                  <a:pt x="2045700" y="26668"/>
                </a:lnTo>
                <a:lnTo>
                  <a:pt x="2068200" y="12652"/>
                </a:lnTo>
                <a:lnTo>
                  <a:pt x="2090700" y="3288"/>
                </a:lnTo>
                <a:lnTo>
                  <a:pt x="2113200" y="0"/>
                </a:lnTo>
                <a:lnTo>
                  <a:pt x="2135700" y="3288"/>
                </a:lnTo>
                <a:lnTo>
                  <a:pt x="2158200" y="12652"/>
                </a:lnTo>
                <a:lnTo>
                  <a:pt x="2180700" y="26668"/>
                </a:lnTo>
                <a:lnTo>
                  <a:pt x="2203200" y="43200"/>
                </a:lnTo>
                <a:lnTo>
                  <a:pt x="2203200" y="43200"/>
                </a:lnTo>
                <a:lnTo>
                  <a:pt x="2225700" y="26668"/>
                </a:lnTo>
                <a:lnTo>
                  <a:pt x="2248200" y="12652"/>
                </a:lnTo>
                <a:lnTo>
                  <a:pt x="2270700" y="3288"/>
                </a:lnTo>
                <a:lnTo>
                  <a:pt x="2293200" y="0"/>
                </a:lnTo>
                <a:lnTo>
                  <a:pt x="2315700" y="3288"/>
                </a:lnTo>
                <a:lnTo>
                  <a:pt x="2338200" y="12652"/>
                </a:lnTo>
                <a:lnTo>
                  <a:pt x="2360700" y="26668"/>
                </a:lnTo>
                <a:lnTo>
                  <a:pt x="2383200" y="43200"/>
                </a:lnTo>
                <a:lnTo>
                  <a:pt x="2383200" y="43200"/>
                </a:lnTo>
                <a:lnTo>
                  <a:pt x="2405700" y="26668"/>
                </a:lnTo>
                <a:lnTo>
                  <a:pt x="2428200" y="12652"/>
                </a:lnTo>
                <a:lnTo>
                  <a:pt x="2450700" y="3288"/>
                </a:lnTo>
                <a:lnTo>
                  <a:pt x="2473200" y="0"/>
                </a:lnTo>
                <a:lnTo>
                  <a:pt x="2495700" y="3288"/>
                </a:lnTo>
                <a:lnTo>
                  <a:pt x="2518200" y="12652"/>
                </a:lnTo>
                <a:lnTo>
                  <a:pt x="2540700" y="26668"/>
                </a:lnTo>
                <a:lnTo>
                  <a:pt x="2563200" y="43200"/>
                </a:lnTo>
                <a:lnTo>
                  <a:pt x="2563200" y="43200"/>
                </a:lnTo>
                <a:lnTo>
                  <a:pt x="2585700" y="26668"/>
                </a:lnTo>
                <a:lnTo>
                  <a:pt x="2608200" y="12652"/>
                </a:lnTo>
                <a:lnTo>
                  <a:pt x="2630700" y="3288"/>
                </a:lnTo>
                <a:lnTo>
                  <a:pt x="2653200" y="0"/>
                </a:lnTo>
                <a:lnTo>
                  <a:pt x="2675700" y="3288"/>
                </a:lnTo>
                <a:lnTo>
                  <a:pt x="2698200" y="12652"/>
                </a:lnTo>
                <a:lnTo>
                  <a:pt x="2720700" y="26668"/>
                </a:lnTo>
                <a:lnTo>
                  <a:pt x="2743200" y="43200"/>
                </a:lnTo>
                <a:lnTo>
                  <a:pt x="2743200" y="43200"/>
                </a:lnTo>
                <a:lnTo>
                  <a:pt x="2765700" y="26668"/>
                </a:lnTo>
                <a:lnTo>
                  <a:pt x="2788200" y="12652"/>
                </a:lnTo>
                <a:lnTo>
                  <a:pt x="2810700" y="3288"/>
                </a:lnTo>
                <a:lnTo>
                  <a:pt x="2833200" y="0"/>
                </a:lnTo>
                <a:lnTo>
                  <a:pt x="2855700" y="3288"/>
                </a:lnTo>
                <a:lnTo>
                  <a:pt x="2878200" y="12652"/>
                </a:lnTo>
                <a:lnTo>
                  <a:pt x="2900700" y="26668"/>
                </a:lnTo>
                <a:lnTo>
                  <a:pt x="2923200" y="43200"/>
                </a:lnTo>
                <a:lnTo>
                  <a:pt x="2923200" y="43200"/>
                </a:lnTo>
                <a:lnTo>
                  <a:pt x="2945700" y="26668"/>
                </a:lnTo>
                <a:lnTo>
                  <a:pt x="2968200" y="12652"/>
                </a:lnTo>
                <a:lnTo>
                  <a:pt x="2990700" y="3288"/>
                </a:lnTo>
                <a:lnTo>
                  <a:pt x="3013200" y="0"/>
                </a:lnTo>
                <a:lnTo>
                  <a:pt x="3035700" y="3288"/>
                </a:lnTo>
                <a:lnTo>
                  <a:pt x="3058200" y="12652"/>
                </a:lnTo>
                <a:lnTo>
                  <a:pt x="3080700" y="26668"/>
                </a:lnTo>
                <a:lnTo>
                  <a:pt x="3103200" y="43200"/>
                </a:lnTo>
                <a:lnTo>
                  <a:pt x="3103200" y="43200"/>
                </a:lnTo>
                <a:lnTo>
                  <a:pt x="3125700" y="26668"/>
                </a:lnTo>
                <a:lnTo>
                  <a:pt x="3148200" y="12652"/>
                </a:lnTo>
                <a:lnTo>
                  <a:pt x="3170700" y="3288"/>
                </a:lnTo>
                <a:lnTo>
                  <a:pt x="3193200" y="0"/>
                </a:lnTo>
                <a:lnTo>
                  <a:pt x="3215700" y="3288"/>
                </a:lnTo>
                <a:lnTo>
                  <a:pt x="3238200" y="12652"/>
                </a:lnTo>
                <a:lnTo>
                  <a:pt x="3260700" y="26668"/>
                </a:lnTo>
                <a:lnTo>
                  <a:pt x="3283200" y="43200"/>
                </a:lnTo>
                <a:lnTo>
                  <a:pt x="3283200" y="43200"/>
                </a:lnTo>
                <a:lnTo>
                  <a:pt x="3305700" y="26668"/>
                </a:lnTo>
                <a:lnTo>
                  <a:pt x="3328200" y="12652"/>
                </a:lnTo>
                <a:lnTo>
                  <a:pt x="3350700" y="3288"/>
                </a:lnTo>
                <a:lnTo>
                  <a:pt x="3373200" y="0"/>
                </a:lnTo>
                <a:lnTo>
                  <a:pt x="3395700" y="3288"/>
                </a:lnTo>
                <a:lnTo>
                  <a:pt x="3418200" y="12652"/>
                </a:lnTo>
                <a:lnTo>
                  <a:pt x="3440700" y="26668"/>
                </a:lnTo>
                <a:lnTo>
                  <a:pt x="3463200" y="43200"/>
                </a:lnTo>
                <a:lnTo>
                  <a:pt x="3463200" y="43200"/>
                </a:lnTo>
                <a:lnTo>
                  <a:pt x="3485700" y="26668"/>
                </a:lnTo>
                <a:lnTo>
                  <a:pt x="3508200" y="12652"/>
                </a:lnTo>
                <a:lnTo>
                  <a:pt x="3530699" y="3288"/>
                </a:lnTo>
                <a:lnTo>
                  <a:pt x="3553200" y="0"/>
                </a:lnTo>
                <a:lnTo>
                  <a:pt x="3575700" y="3288"/>
                </a:lnTo>
                <a:lnTo>
                  <a:pt x="3598200" y="12652"/>
                </a:lnTo>
                <a:lnTo>
                  <a:pt x="3620700" y="26668"/>
                </a:lnTo>
                <a:lnTo>
                  <a:pt x="3643200" y="43200"/>
                </a:lnTo>
                <a:lnTo>
                  <a:pt x="3643200" y="43200"/>
                </a:lnTo>
                <a:lnTo>
                  <a:pt x="3665699" y="26668"/>
                </a:lnTo>
                <a:lnTo>
                  <a:pt x="3688200" y="12652"/>
                </a:lnTo>
                <a:lnTo>
                  <a:pt x="3710700" y="3288"/>
                </a:lnTo>
                <a:lnTo>
                  <a:pt x="3733200" y="0"/>
                </a:lnTo>
                <a:lnTo>
                  <a:pt x="3755700" y="3288"/>
                </a:lnTo>
                <a:lnTo>
                  <a:pt x="3778200" y="12652"/>
                </a:lnTo>
                <a:lnTo>
                  <a:pt x="3800699" y="26668"/>
                </a:lnTo>
                <a:lnTo>
                  <a:pt x="3823200" y="43200"/>
                </a:lnTo>
                <a:lnTo>
                  <a:pt x="3823200" y="43200"/>
                </a:lnTo>
                <a:lnTo>
                  <a:pt x="3845700" y="26668"/>
                </a:lnTo>
                <a:lnTo>
                  <a:pt x="3868200" y="12652"/>
                </a:lnTo>
                <a:lnTo>
                  <a:pt x="3890700" y="3288"/>
                </a:lnTo>
                <a:lnTo>
                  <a:pt x="3913200" y="0"/>
                </a:lnTo>
                <a:lnTo>
                  <a:pt x="3935700" y="3288"/>
                </a:lnTo>
                <a:lnTo>
                  <a:pt x="3958200" y="12652"/>
                </a:lnTo>
                <a:lnTo>
                  <a:pt x="3980700" y="26668"/>
                </a:lnTo>
                <a:lnTo>
                  <a:pt x="4003200" y="43200"/>
                </a:lnTo>
                <a:lnTo>
                  <a:pt x="4003200" y="43200"/>
                </a:lnTo>
                <a:lnTo>
                  <a:pt x="4025700" y="26668"/>
                </a:lnTo>
                <a:lnTo>
                  <a:pt x="4048200" y="12652"/>
                </a:lnTo>
                <a:lnTo>
                  <a:pt x="4070700" y="3288"/>
                </a:lnTo>
                <a:lnTo>
                  <a:pt x="4093200" y="0"/>
                </a:lnTo>
                <a:lnTo>
                  <a:pt x="4115700" y="3288"/>
                </a:lnTo>
                <a:lnTo>
                  <a:pt x="4138200" y="12652"/>
                </a:lnTo>
                <a:lnTo>
                  <a:pt x="4160700" y="26668"/>
                </a:lnTo>
                <a:lnTo>
                  <a:pt x="4183200" y="43200"/>
                </a:lnTo>
                <a:lnTo>
                  <a:pt x="4183200" y="43200"/>
                </a:lnTo>
                <a:lnTo>
                  <a:pt x="4205700" y="26668"/>
                </a:lnTo>
                <a:lnTo>
                  <a:pt x="4228200" y="12652"/>
                </a:lnTo>
                <a:lnTo>
                  <a:pt x="4250700" y="3288"/>
                </a:lnTo>
                <a:lnTo>
                  <a:pt x="4273200" y="0"/>
                </a:lnTo>
                <a:lnTo>
                  <a:pt x="4295700" y="3288"/>
                </a:lnTo>
                <a:lnTo>
                  <a:pt x="4318200" y="12652"/>
                </a:lnTo>
                <a:lnTo>
                  <a:pt x="4340700" y="26668"/>
                </a:lnTo>
                <a:lnTo>
                  <a:pt x="4363200" y="43200"/>
                </a:lnTo>
                <a:lnTo>
                  <a:pt x="4363200" y="43200"/>
                </a:lnTo>
                <a:lnTo>
                  <a:pt x="4385700" y="26668"/>
                </a:lnTo>
                <a:lnTo>
                  <a:pt x="4408200" y="12652"/>
                </a:lnTo>
                <a:lnTo>
                  <a:pt x="4430700" y="3288"/>
                </a:lnTo>
                <a:lnTo>
                  <a:pt x="4453200" y="0"/>
                </a:lnTo>
                <a:lnTo>
                  <a:pt x="4475700" y="3288"/>
                </a:lnTo>
                <a:lnTo>
                  <a:pt x="4498200" y="12652"/>
                </a:lnTo>
                <a:lnTo>
                  <a:pt x="4520700" y="26668"/>
                </a:lnTo>
                <a:lnTo>
                  <a:pt x="4543200" y="43200"/>
                </a:lnTo>
                <a:lnTo>
                  <a:pt x="4543200" y="43200"/>
                </a:lnTo>
                <a:lnTo>
                  <a:pt x="4565700" y="26668"/>
                </a:lnTo>
                <a:lnTo>
                  <a:pt x="4588200" y="12652"/>
                </a:lnTo>
                <a:lnTo>
                  <a:pt x="4610700" y="3288"/>
                </a:lnTo>
                <a:lnTo>
                  <a:pt x="4633200" y="0"/>
                </a:lnTo>
                <a:lnTo>
                  <a:pt x="4655700" y="3288"/>
                </a:lnTo>
                <a:lnTo>
                  <a:pt x="4678200" y="12652"/>
                </a:lnTo>
                <a:lnTo>
                  <a:pt x="4700700" y="26668"/>
                </a:lnTo>
                <a:lnTo>
                  <a:pt x="4723200" y="43200"/>
                </a:lnTo>
                <a:lnTo>
                  <a:pt x="4723200" y="43200"/>
                </a:lnTo>
                <a:lnTo>
                  <a:pt x="4745700" y="26668"/>
                </a:lnTo>
                <a:lnTo>
                  <a:pt x="4768200" y="12652"/>
                </a:lnTo>
                <a:lnTo>
                  <a:pt x="4790700" y="3288"/>
                </a:lnTo>
                <a:lnTo>
                  <a:pt x="4813200" y="0"/>
                </a:lnTo>
                <a:lnTo>
                  <a:pt x="4835700" y="3288"/>
                </a:lnTo>
                <a:lnTo>
                  <a:pt x="4858200" y="12652"/>
                </a:lnTo>
                <a:lnTo>
                  <a:pt x="4880700" y="26668"/>
                </a:lnTo>
                <a:lnTo>
                  <a:pt x="4903200" y="43200"/>
                </a:lnTo>
                <a:lnTo>
                  <a:pt x="4903200" y="43200"/>
                </a:lnTo>
                <a:lnTo>
                  <a:pt x="4925700" y="26668"/>
                </a:lnTo>
                <a:lnTo>
                  <a:pt x="4948200" y="12652"/>
                </a:lnTo>
                <a:lnTo>
                  <a:pt x="4970700" y="3288"/>
                </a:lnTo>
                <a:lnTo>
                  <a:pt x="4993200" y="0"/>
                </a:lnTo>
                <a:lnTo>
                  <a:pt x="5015700" y="3288"/>
                </a:lnTo>
                <a:lnTo>
                  <a:pt x="5038200" y="12652"/>
                </a:lnTo>
                <a:lnTo>
                  <a:pt x="5060700" y="26668"/>
                </a:lnTo>
                <a:lnTo>
                  <a:pt x="5083200" y="43200"/>
                </a:lnTo>
                <a:lnTo>
                  <a:pt x="5083200" y="43200"/>
                </a:lnTo>
                <a:lnTo>
                  <a:pt x="5105700" y="26668"/>
                </a:lnTo>
                <a:lnTo>
                  <a:pt x="5128200" y="12652"/>
                </a:lnTo>
                <a:lnTo>
                  <a:pt x="5150700" y="3288"/>
                </a:lnTo>
                <a:lnTo>
                  <a:pt x="5173200" y="0"/>
                </a:lnTo>
                <a:lnTo>
                  <a:pt x="5195700" y="3288"/>
                </a:lnTo>
                <a:lnTo>
                  <a:pt x="5218200" y="12652"/>
                </a:lnTo>
                <a:lnTo>
                  <a:pt x="5240700" y="26668"/>
                </a:lnTo>
                <a:lnTo>
                  <a:pt x="5263200" y="43200"/>
                </a:lnTo>
                <a:lnTo>
                  <a:pt x="5263200" y="43200"/>
                </a:lnTo>
                <a:lnTo>
                  <a:pt x="5285700" y="26668"/>
                </a:lnTo>
                <a:lnTo>
                  <a:pt x="5308200" y="12652"/>
                </a:lnTo>
                <a:lnTo>
                  <a:pt x="5330700" y="3288"/>
                </a:lnTo>
                <a:lnTo>
                  <a:pt x="5353200" y="0"/>
                </a:lnTo>
                <a:lnTo>
                  <a:pt x="5375700" y="3288"/>
                </a:lnTo>
                <a:lnTo>
                  <a:pt x="5398200" y="12652"/>
                </a:lnTo>
                <a:lnTo>
                  <a:pt x="5420700" y="26668"/>
                </a:lnTo>
                <a:lnTo>
                  <a:pt x="5443200" y="43200"/>
                </a:lnTo>
                <a:lnTo>
                  <a:pt x="5443200" y="43200"/>
                </a:lnTo>
                <a:lnTo>
                  <a:pt x="5465700" y="26668"/>
                </a:lnTo>
                <a:lnTo>
                  <a:pt x="5488200" y="12652"/>
                </a:lnTo>
                <a:lnTo>
                  <a:pt x="5510700" y="3288"/>
                </a:lnTo>
                <a:lnTo>
                  <a:pt x="5533200" y="0"/>
                </a:lnTo>
                <a:lnTo>
                  <a:pt x="5555700" y="3288"/>
                </a:lnTo>
                <a:lnTo>
                  <a:pt x="5578200" y="12652"/>
                </a:lnTo>
                <a:lnTo>
                  <a:pt x="5600700" y="26668"/>
                </a:lnTo>
                <a:lnTo>
                  <a:pt x="5623200" y="43200"/>
                </a:lnTo>
                <a:lnTo>
                  <a:pt x="5623200" y="43200"/>
                </a:lnTo>
                <a:lnTo>
                  <a:pt x="5645700" y="26668"/>
                </a:lnTo>
                <a:lnTo>
                  <a:pt x="5668200" y="12652"/>
                </a:lnTo>
                <a:lnTo>
                  <a:pt x="5690700" y="3288"/>
                </a:lnTo>
                <a:lnTo>
                  <a:pt x="5713200" y="0"/>
                </a:lnTo>
                <a:lnTo>
                  <a:pt x="5735700" y="3288"/>
                </a:lnTo>
                <a:lnTo>
                  <a:pt x="5758200" y="12652"/>
                </a:lnTo>
                <a:lnTo>
                  <a:pt x="5780700" y="26668"/>
                </a:lnTo>
                <a:lnTo>
                  <a:pt x="5803200" y="43200"/>
                </a:lnTo>
                <a:lnTo>
                  <a:pt x="5803200" y="43200"/>
                </a:lnTo>
                <a:lnTo>
                  <a:pt x="5825700" y="26668"/>
                </a:lnTo>
                <a:lnTo>
                  <a:pt x="5848200" y="12652"/>
                </a:lnTo>
                <a:lnTo>
                  <a:pt x="5870700" y="3288"/>
                </a:lnTo>
                <a:lnTo>
                  <a:pt x="5893200" y="0"/>
                </a:lnTo>
                <a:lnTo>
                  <a:pt x="5915700" y="3288"/>
                </a:lnTo>
                <a:lnTo>
                  <a:pt x="5938200" y="12652"/>
                </a:lnTo>
                <a:lnTo>
                  <a:pt x="5960700" y="26668"/>
                </a:lnTo>
                <a:lnTo>
                  <a:pt x="5983200" y="43200"/>
                </a:lnTo>
                <a:lnTo>
                  <a:pt x="5983200" y="43200"/>
                </a:lnTo>
                <a:lnTo>
                  <a:pt x="6005700" y="26668"/>
                </a:lnTo>
                <a:lnTo>
                  <a:pt x="6028200" y="12652"/>
                </a:lnTo>
                <a:lnTo>
                  <a:pt x="6050700" y="3288"/>
                </a:lnTo>
                <a:lnTo>
                  <a:pt x="6073200" y="0"/>
                </a:lnTo>
                <a:lnTo>
                  <a:pt x="6095700" y="3288"/>
                </a:lnTo>
                <a:lnTo>
                  <a:pt x="6118200" y="12652"/>
                </a:lnTo>
                <a:lnTo>
                  <a:pt x="6140700" y="26668"/>
                </a:lnTo>
                <a:lnTo>
                  <a:pt x="6163200" y="43200"/>
                </a:lnTo>
                <a:lnTo>
                  <a:pt x="6163200" y="43200"/>
                </a:lnTo>
                <a:lnTo>
                  <a:pt x="6185700" y="26668"/>
                </a:lnTo>
                <a:lnTo>
                  <a:pt x="6208200" y="12652"/>
                </a:lnTo>
                <a:lnTo>
                  <a:pt x="6230700" y="3288"/>
                </a:lnTo>
                <a:lnTo>
                  <a:pt x="6253200" y="0"/>
                </a:lnTo>
                <a:lnTo>
                  <a:pt x="6275700" y="3288"/>
                </a:lnTo>
                <a:lnTo>
                  <a:pt x="6298200" y="12652"/>
                </a:lnTo>
                <a:lnTo>
                  <a:pt x="6320700" y="26668"/>
                </a:lnTo>
                <a:lnTo>
                  <a:pt x="6343200" y="43200"/>
                </a:lnTo>
                <a:lnTo>
                  <a:pt x="6343200" y="43200"/>
                </a:lnTo>
                <a:lnTo>
                  <a:pt x="6365700" y="26668"/>
                </a:lnTo>
                <a:lnTo>
                  <a:pt x="6388200" y="12652"/>
                </a:lnTo>
                <a:lnTo>
                  <a:pt x="6410700" y="3288"/>
                </a:lnTo>
                <a:lnTo>
                  <a:pt x="6433200" y="0"/>
                </a:lnTo>
                <a:lnTo>
                  <a:pt x="6455700" y="3288"/>
                </a:lnTo>
                <a:lnTo>
                  <a:pt x="6478200" y="12652"/>
                </a:lnTo>
                <a:lnTo>
                  <a:pt x="6500700" y="26668"/>
                </a:lnTo>
                <a:lnTo>
                  <a:pt x="6523200" y="43200"/>
                </a:lnTo>
                <a:lnTo>
                  <a:pt x="6523200" y="43200"/>
                </a:lnTo>
                <a:lnTo>
                  <a:pt x="6545700" y="26668"/>
                </a:lnTo>
                <a:lnTo>
                  <a:pt x="6568200" y="12652"/>
                </a:lnTo>
                <a:lnTo>
                  <a:pt x="6590700" y="3288"/>
                </a:lnTo>
                <a:lnTo>
                  <a:pt x="6613200" y="0"/>
                </a:lnTo>
                <a:lnTo>
                  <a:pt x="6635700" y="3288"/>
                </a:lnTo>
                <a:lnTo>
                  <a:pt x="6658200" y="12652"/>
                </a:lnTo>
                <a:lnTo>
                  <a:pt x="6680700" y="26668"/>
                </a:lnTo>
                <a:lnTo>
                  <a:pt x="6703200" y="43200"/>
                </a:lnTo>
                <a:lnTo>
                  <a:pt x="6703200" y="43200"/>
                </a:lnTo>
                <a:lnTo>
                  <a:pt x="6725700" y="26668"/>
                </a:lnTo>
                <a:lnTo>
                  <a:pt x="6748200" y="12652"/>
                </a:lnTo>
                <a:lnTo>
                  <a:pt x="6770700" y="3288"/>
                </a:lnTo>
                <a:lnTo>
                  <a:pt x="6793200" y="0"/>
                </a:lnTo>
                <a:lnTo>
                  <a:pt x="6815700" y="3288"/>
                </a:lnTo>
                <a:lnTo>
                  <a:pt x="6838200" y="12652"/>
                </a:lnTo>
                <a:lnTo>
                  <a:pt x="6860700" y="26668"/>
                </a:lnTo>
                <a:lnTo>
                  <a:pt x="6883200" y="43200"/>
                </a:lnTo>
                <a:lnTo>
                  <a:pt x="6883200" y="43200"/>
                </a:lnTo>
                <a:lnTo>
                  <a:pt x="6905700" y="26668"/>
                </a:lnTo>
                <a:lnTo>
                  <a:pt x="6928200" y="12652"/>
                </a:lnTo>
                <a:lnTo>
                  <a:pt x="6950700" y="3288"/>
                </a:lnTo>
                <a:lnTo>
                  <a:pt x="6973200" y="0"/>
                </a:lnTo>
                <a:lnTo>
                  <a:pt x="6995700" y="3288"/>
                </a:lnTo>
                <a:lnTo>
                  <a:pt x="7018199" y="12652"/>
                </a:lnTo>
                <a:lnTo>
                  <a:pt x="7040700" y="26668"/>
                </a:lnTo>
                <a:lnTo>
                  <a:pt x="7063200" y="43200"/>
                </a:lnTo>
                <a:lnTo>
                  <a:pt x="7063200" y="43200"/>
                </a:lnTo>
                <a:lnTo>
                  <a:pt x="7085700" y="26668"/>
                </a:lnTo>
                <a:lnTo>
                  <a:pt x="7108200" y="12652"/>
                </a:lnTo>
                <a:lnTo>
                  <a:pt x="7130699" y="3288"/>
                </a:lnTo>
                <a:lnTo>
                  <a:pt x="7153200" y="0"/>
                </a:lnTo>
                <a:lnTo>
                  <a:pt x="7175700" y="3288"/>
                </a:lnTo>
                <a:lnTo>
                  <a:pt x="7198200" y="12652"/>
                </a:lnTo>
                <a:lnTo>
                  <a:pt x="7220700" y="26668"/>
                </a:lnTo>
                <a:lnTo>
                  <a:pt x="7243200" y="43200"/>
                </a:lnTo>
                <a:lnTo>
                  <a:pt x="7243200" y="43200"/>
                </a:lnTo>
                <a:lnTo>
                  <a:pt x="7265700" y="26668"/>
                </a:lnTo>
                <a:lnTo>
                  <a:pt x="7288199" y="12652"/>
                </a:lnTo>
                <a:lnTo>
                  <a:pt x="7310700" y="3288"/>
                </a:lnTo>
                <a:lnTo>
                  <a:pt x="7333200" y="0"/>
                </a:lnTo>
                <a:lnTo>
                  <a:pt x="7355700" y="3288"/>
                </a:lnTo>
                <a:lnTo>
                  <a:pt x="7378200" y="12652"/>
                </a:lnTo>
                <a:lnTo>
                  <a:pt x="7400700" y="26668"/>
                </a:lnTo>
                <a:lnTo>
                  <a:pt x="7423200" y="43200"/>
                </a:lnTo>
                <a:lnTo>
                  <a:pt x="7423200" y="43200"/>
                </a:lnTo>
                <a:lnTo>
                  <a:pt x="7445699" y="26668"/>
                </a:lnTo>
                <a:lnTo>
                  <a:pt x="7468200" y="12652"/>
                </a:lnTo>
                <a:lnTo>
                  <a:pt x="7490700" y="3288"/>
                </a:lnTo>
                <a:lnTo>
                  <a:pt x="7513200" y="0"/>
                </a:lnTo>
                <a:lnTo>
                  <a:pt x="7535700" y="3288"/>
                </a:lnTo>
                <a:lnTo>
                  <a:pt x="7558199" y="12652"/>
                </a:lnTo>
                <a:lnTo>
                  <a:pt x="7580700" y="26668"/>
                </a:lnTo>
                <a:lnTo>
                  <a:pt x="7603200" y="43200"/>
                </a:lnTo>
                <a:lnTo>
                  <a:pt x="7603200" y="43200"/>
                </a:lnTo>
                <a:lnTo>
                  <a:pt x="7625700" y="26668"/>
                </a:lnTo>
                <a:lnTo>
                  <a:pt x="7648200" y="12652"/>
                </a:lnTo>
                <a:lnTo>
                  <a:pt x="7670700" y="3288"/>
                </a:lnTo>
                <a:lnTo>
                  <a:pt x="7693200" y="0"/>
                </a:lnTo>
                <a:lnTo>
                  <a:pt x="7715699" y="3288"/>
                </a:lnTo>
                <a:lnTo>
                  <a:pt x="7738200" y="12652"/>
                </a:lnTo>
                <a:lnTo>
                  <a:pt x="7760700" y="26668"/>
                </a:lnTo>
                <a:lnTo>
                  <a:pt x="7783200" y="43200"/>
                </a:lnTo>
                <a:lnTo>
                  <a:pt x="7783200" y="43200"/>
                </a:lnTo>
                <a:lnTo>
                  <a:pt x="7805700" y="26668"/>
                </a:lnTo>
                <a:lnTo>
                  <a:pt x="7828200" y="12652"/>
                </a:lnTo>
                <a:lnTo>
                  <a:pt x="7850700" y="3288"/>
                </a:lnTo>
                <a:lnTo>
                  <a:pt x="7873199" y="0"/>
                </a:lnTo>
                <a:lnTo>
                  <a:pt x="7895700" y="3288"/>
                </a:lnTo>
                <a:lnTo>
                  <a:pt x="7918200" y="12652"/>
                </a:lnTo>
                <a:lnTo>
                  <a:pt x="7940700" y="26668"/>
                </a:lnTo>
                <a:lnTo>
                  <a:pt x="7963200" y="43200"/>
                </a:lnTo>
                <a:lnTo>
                  <a:pt x="7963200" y="43200"/>
                </a:lnTo>
                <a:lnTo>
                  <a:pt x="7985699" y="26668"/>
                </a:lnTo>
                <a:lnTo>
                  <a:pt x="8008200" y="12652"/>
                </a:lnTo>
                <a:lnTo>
                  <a:pt x="8030700" y="3288"/>
                </a:lnTo>
                <a:lnTo>
                  <a:pt x="8053200" y="0"/>
                </a:lnTo>
                <a:lnTo>
                  <a:pt x="8075700" y="3288"/>
                </a:lnTo>
                <a:lnTo>
                  <a:pt x="8098200" y="12652"/>
                </a:lnTo>
                <a:lnTo>
                  <a:pt x="8120700" y="26668"/>
                </a:lnTo>
                <a:lnTo>
                  <a:pt x="8143199" y="43200"/>
                </a:lnTo>
                <a:lnTo>
                  <a:pt x="8143199" y="43200"/>
                </a:lnTo>
                <a:lnTo>
                  <a:pt x="8165700" y="26668"/>
                </a:lnTo>
                <a:lnTo>
                  <a:pt x="8188200" y="12652"/>
                </a:lnTo>
                <a:lnTo>
                  <a:pt x="8210700" y="3288"/>
                </a:lnTo>
                <a:lnTo>
                  <a:pt x="8233200" y="0"/>
                </a:lnTo>
                <a:lnTo>
                  <a:pt x="8255700" y="3288"/>
                </a:lnTo>
                <a:lnTo>
                  <a:pt x="8278200" y="12652"/>
                </a:lnTo>
                <a:lnTo>
                  <a:pt x="8300699" y="26668"/>
                </a:lnTo>
                <a:lnTo>
                  <a:pt x="8323200" y="43200"/>
                </a:lnTo>
                <a:lnTo>
                  <a:pt x="8323200" y="43200"/>
                </a:lnTo>
                <a:lnTo>
                  <a:pt x="8345700" y="26668"/>
                </a:lnTo>
                <a:lnTo>
                  <a:pt x="8368200" y="12652"/>
                </a:lnTo>
                <a:lnTo>
                  <a:pt x="8390700" y="3288"/>
                </a:lnTo>
                <a:lnTo>
                  <a:pt x="8413199" y="0"/>
                </a:lnTo>
                <a:lnTo>
                  <a:pt x="8435700" y="3288"/>
                </a:lnTo>
                <a:lnTo>
                  <a:pt x="8458200" y="12652"/>
                </a:lnTo>
                <a:lnTo>
                  <a:pt x="8480700" y="26668"/>
                </a:lnTo>
                <a:lnTo>
                  <a:pt x="8503200" y="43200"/>
                </a:lnTo>
                <a:lnTo>
                  <a:pt x="8503200" y="43200"/>
                </a:lnTo>
                <a:lnTo>
                  <a:pt x="8525700" y="26668"/>
                </a:lnTo>
                <a:lnTo>
                  <a:pt x="8548200" y="12652"/>
                </a:lnTo>
                <a:lnTo>
                  <a:pt x="8570700" y="3288"/>
                </a:lnTo>
                <a:lnTo>
                  <a:pt x="8593200" y="0"/>
                </a:lnTo>
                <a:lnTo>
                  <a:pt x="8615700" y="3288"/>
                </a:lnTo>
                <a:lnTo>
                  <a:pt x="8638200" y="12652"/>
                </a:lnTo>
                <a:lnTo>
                  <a:pt x="8660700" y="26668"/>
                </a:lnTo>
                <a:lnTo>
                  <a:pt x="8683200" y="43200"/>
                </a:lnTo>
                <a:lnTo>
                  <a:pt x="8683200" y="43200"/>
                </a:lnTo>
                <a:lnTo>
                  <a:pt x="8705700" y="26668"/>
                </a:lnTo>
                <a:lnTo>
                  <a:pt x="8728200" y="12652"/>
                </a:lnTo>
                <a:lnTo>
                  <a:pt x="8750700" y="3288"/>
                </a:lnTo>
                <a:lnTo>
                  <a:pt x="8773200" y="0"/>
                </a:lnTo>
                <a:lnTo>
                  <a:pt x="8795700" y="3288"/>
                </a:lnTo>
                <a:lnTo>
                  <a:pt x="8818200" y="12652"/>
                </a:lnTo>
                <a:lnTo>
                  <a:pt x="8840700" y="26668"/>
                </a:lnTo>
                <a:lnTo>
                  <a:pt x="8863200" y="43200"/>
                </a:lnTo>
                <a:lnTo>
                  <a:pt x="8863200" y="43200"/>
                </a:lnTo>
                <a:lnTo>
                  <a:pt x="8885700" y="26668"/>
                </a:lnTo>
                <a:lnTo>
                  <a:pt x="8908200" y="12652"/>
                </a:lnTo>
                <a:lnTo>
                  <a:pt x="8930700" y="3288"/>
                </a:lnTo>
                <a:lnTo>
                  <a:pt x="8953200" y="0"/>
                </a:lnTo>
                <a:lnTo>
                  <a:pt x="8975700" y="3288"/>
                </a:lnTo>
                <a:lnTo>
                  <a:pt x="8998200" y="12652"/>
                </a:lnTo>
                <a:lnTo>
                  <a:pt x="9020700" y="26668"/>
                </a:lnTo>
                <a:lnTo>
                  <a:pt x="9043200" y="43200"/>
                </a:lnTo>
                <a:lnTo>
                  <a:pt x="9043200" y="43200"/>
                </a:lnTo>
                <a:lnTo>
                  <a:pt x="9065700" y="26668"/>
                </a:lnTo>
                <a:lnTo>
                  <a:pt x="9088200" y="12652"/>
                </a:lnTo>
                <a:lnTo>
                  <a:pt x="9110700" y="3288"/>
                </a:lnTo>
                <a:lnTo>
                  <a:pt x="9133200" y="0"/>
                </a:lnTo>
                <a:lnTo>
                  <a:pt x="9155700" y="3288"/>
                </a:lnTo>
                <a:lnTo>
                  <a:pt x="9178200" y="12652"/>
                </a:lnTo>
                <a:lnTo>
                  <a:pt x="9200700" y="26668"/>
                </a:lnTo>
                <a:lnTo>
                  <a:pt x="9223200" y="43200"/>
                </a:lnTo>
                <a:lnTo>
                  <a:pt x="9223200" y="43200"/>
                </a:lnTo>
                <a:lnTo>
                  <a:pt x="9245700" y="26668"/>
                </a:lnTo>
                <a:lnTo>
                  <a:pt x="9268200" y="12652"/>
                </a:lnTo>
                <a:lnTo>
                  <a:pt x="9290700" y="3288"/>
                </a:lnTo>
                <a:lnTo>
                  <a:pt x="9313200" y="0"/>
                </a:lnTo>
                <a:lnTo>
                  <a:pt x="9335700" y="3288"/>
                </a:lnTo>
                <a:lnTo>
                  <a:pt x="9358200" y="12652"/>
                </a:lnTo>
                <a:lnTo>
                  <a:pt x="9380700" y="26668"/>
                </a:lnTo>
                <a:lnTo>
                  <a:pt x="9403200" y="43200"/>
                </a:lnTo>
                <a:lnTo>
                  <a:pt x="9403200" y="43200"/>
                </a:lnTo>
                <a:lnTo>
                  <a:pt x="9425700" y="26668"/>
                </a:lnTo>
                <a:lnTo>
                  <a:pt x="9448200" y="12652"/>
                </a:lnTo>
                <a:lnTo>
                  <a:pt x="9470700" y="3288"/>
                </a:lnTo>
                <a:lnTo>
                  <a:pt x="9493200" y="0"/>
                </a:lnTo>
                <a:lnTo>
                  <a:pt x="9515700" y="3288"/>
                </a:lnTo>
                <a:lnTo>
                  <a:pt x="9538200" y="12652"/>
                </a:lnTo>
                <a:lnTo>
                  <a:pt x="9560700" y="26668"/>
                </a:lnTo>
                <a:lnTo>
                  <a:pt x="9583200" y="43200"/>
                </a:lnTo>
                <a:lnTo>
                  <a:pt x="9583200" y="43200"/>
                </a:lnTo>
                <a:lnTo>
                  <a:pt x="9605700" y="26668"/>
                </a:lnTo>
                <a:lnTo>
                  <a:pt x="9628200" y="12652"/>
                </a:lnTo>
                <a:lnTo>
                  <a:pt x="9650700" y="3288"/>
                </a:lnTo>
                <a:lnTo>
                  <a:pt x="9673200" y="0"/>
                </a:lnTo>
                <a:lnTo>
                  <a:pt x="9695700" y="3288"/>
                </a:lnTo>
                <a:lnTo>
                  <a:pt x="9718200" y="12652"/>
                </a:lnTo>
                <a:lnTo>
                  <a:pt x="9740700" y="26668"/>
                </a:lnTo>
                <a:lnTo>
                  <a:pt x="9763200" y="43200"/>
                </a:lnTo>
                <a:lnTo>
                  <a:pt x="9763200" y="43200"/>
                </a:lnTo>
                <a:lnTo>
                  <a:pt x="9785700" y="26668"/>
                </a:lnTo>
                <a:lnTo>
                  <a:pt x="9808200" y="12652"/>
                </a:lnTo>
                <a:lnTo>
                  <a:pt x="9830700" y="3288"/>
                </a:lnTo>
                <a:lnTo>
                  <a:pt x="9853200" y="0"/>
                </a:lnTo>
                <a:lnTo>
                  <a:pt x="9875700" y="3288"/>
                </a:lnTo>
                <a:lnTo>
                  <a:pt x="9898200" y="12652"/>
                </a:lnTo>
                <a:lnTo>
                  <a:pt x="9920700" y="26668"/>
                </a:lnTo>
                <a:lnTo>
                  <a:pt x="9943200" y="43200"/>
                </a:lnTo>
                <a:lnTo>
                  <a:pt x="9943200" y="43200"/>
                </a:lnTo>
                <a:lnTo>
                  <a:pt x="9965700" y="26668"/>
                </a:lnTo>
                <a:lnTo>
                  <a:pt x="9988200" y="12652"/>
                </a:lnTo>
                <a:lnTo>
                  <a:pt x="10010700" y="3288"/>
                </a:lnTo>
                <a:lnTo>
                  <a:pt x="10033200" y="0"/>
                </a:lnTo>
                <a:lnTo>
                  <a:pt x="10055700" y="3288"/>
                </a:lnTo>
                <a:lnTo>
                  <a:pt x="10078200" y="12652"/>
                </a:lnTo>
                <a:lnTo>
                  <a:pt x="10100700" y="26668"/>
                </a:lnTo>
                <a:lnTo>
                  <a:pt x="10123200" y="43200"/>
                </a:lnTo>
                <a:lnTo>
                  <a:pt x="10123200" y="43200"/>
                </a:lnTo>
                <a:lnTo>
                  <a:pt x="10145700" y="26668"/>
                </a:lnTo>
                <a:lnTo>
                  <a:pt x="10168200" y="12652"/>
                </a:lnTo>
                <a:lnTo>
                  <a:pt x="10190700" y="3288"/>
                </a:lnTo>
                <a:lnTo>
                  <a:pt x="10213200" y="0"/>
                </a:lnTo>
                <a:lnTo>
                  <a:pt x="10235700" y="3288"/>
                </a:lnTo>
                <a:lnTo>
                  <a:pt x="10258200" y="12652"/>
                </a:lnTo>
                <a:lnTo>
                  <a:pt x="10280700" y="26668"/>
                </a:lnTo>
                <a:lnTo>
                  <a:pt x="10303200" y="43200"/>
                </a:lnTo>
                <a:lnTo>
                  <a:pt x="10303200" y="43200"/>
                </a:lnTo>
                <a:lnTo>
                  <a:pt x="10325700" y="26668"/>
                </a:lnTo>
                <a:lnTo>
                  <a:pt x="10348200" y="12652"/>
                </a:lnTo>
                <a:lnTo>
                  <a:pt x="10370700" y="3288"/>
                </a:lnTo>
                <a:lnTo>
                  <a:pt x="10393200" y="0"/>
                </a:lnTo>
                <a:lnTo>
                  <a:pt x="10415700" y="3288"/>
                </a:lnTo>
                <a:lnTo>
                  <a:pt x="10438200" y="12652"/>
                </a:lnTo>
                <a:lnTo>
                  <a:pt x="10460700" y="26668"/>
                </a:lnTo>
                <a:lnTo>
                  <a:pt x="10483200" y="43200"/>
                </a:lnTo>
                <a:lnTo>
                  <a:pt x="10483200" y="43200"/>
                </a:lnTo>
                <a:lnTo>
                  <a:pt x="10505700" y="26668"/>
                </a:lnTo>
                <a:lnTo>
                  <a:pt x="10528200" y="12652"/>
                </a:lnTo>
                <a:lnTo>
                  <a:pt x="10550700" y="3288"/>
                </a:lnTo>
                <a:lnTo>
                  <a:pt x="10573200" y="0"/>
                </a:lnTo>
                <a:lnTo>
                  <a:pt x="10595700" y="3288"/>
                </a:lnTo>
                <a:lnTo>
                  <a:pt x="10618200" y="12652"/>
                </a:lnTo>
                <a:lnTo>
                  <a:pt x="10640700" y="26668"/>
                </a:lnTo>
                <a:lnTo>
                  <a:pt x="10663200" y="43200"/>
                </a:lnTo>
                <a:lnTo>
                  <a:pt x="10663200" y="43200"/>
                </a:lnTo>
                <a:lnTo>
                  <a:pt x="10685700" y="26668"/>
                </a:lnTo>
                <a:lnTo>
                  <a:pt x="10708200" y="12652"/>
                </a:lnTo>
                <a:lnTo>
                  <a:pt x="10730700" y="3288"/>
                </a:lnTo>
                <a:lnTo>
                  <a:pt x="10753200" y="0"/>
                </a:lnTo>
                <a:lnTo>
                  <a:pt x="10775700" y="3288"/>
                </a:lnTo>
                <a:lnTo>
                  <a:pt x="10798200" y="12652"/>
                </a:lnTo>
                <a:lnTo>
                  <a:pt x="10820700" y="26668"/>
                </a:lnTo>
                <a:lnTo>
                  <a:pt x="10843200" y="43200"/>
                </a:lnTo>
                <a:lnTo>
                  <a:pt x="10843200" y="43200"/>
                </a:lnTo>
                <a:lnTo>
                  <a:pt x="10865700" y="26668"/>
                </a:lnTo>
                <a:lnTo>
                  <a:pt x="10888200" y="12652"/>
                </a:lnTo>
                <a:lnTo>
                  <a:pt x="10910700" y="3288"/>
                </a:lnTo>
                <a:lnTo>
                  <a:pt x="10933200" y="0"/>
                </a:lnTo>
                <a:lnTo>
                  <a:pt x="10955700" y="3288"/>
                </a:lnTo>
                <a:lnTo>
                  <a:pt x="10978200" y="12652"/>
                </a:lnTo>
                <a:lnTo>
                  <a:pt x="11000700" y="26668"/>
                </a:lnTo>
                <a:lnTo>
                  <a:pt x="11023200" y="43200"/>
                </a:lnTo>
                <a:lnTo>
                  <a:pt x="11023200" y="43200"/>
                </a:lnTo>
                <a:lnTo>
                  <a:pt x="11045700" y="26668"/>
                </a:lnTo>
                <a:lnTo>
                  <a:pt x="11068200" y="12652"/>
                </a:lnTo>
                <a:lnTo>
                  <a:pt x="11090700" y="3288"/>
                </a:lnTo>
                <a:lnTo>
                  <a:pt x="11113200" y="0"/>
                </a:lnTo>
                <a:lnTo>
                  <a:pt x="11135700" y="3288"/>
                </a:lnTo>
                <a:lnTo>
                  <a:pt x="11158200" y="12652"/>
                </a:lnTo>
                <a:lnTo>
                  <a:pt x="11180700" y="26668"/>
                </a:lnTo>
                <a:lnTo>
                  <a:pt x="11203200" y="43200"/>
                </a:lnTo>
                <a:lnTo>
                  <a:pt x="11203200" y="43200"/>
                </a:lnTo>
                <a:lnTo>
                  <a:pt x="11225700" y="26668"/>
                </a:lnTo>
                <a:lnTo>
                  <a:pt x="11248200" y="12652"/>
                </a:lnTo>
                <a:lnTo>
                  <a:pt x="11270700" y="3288"/>
                </a:lnTo>
                <a:lnTo>
                  <a:pt x="11293200" y="0"/>
                </a:lnTo>
                <a:lnTo>
                  <a:pt x="11315700" y="3288"/>
                </a:lnTo>
                <a:lnTo>
                  <a:pt x="11338200" y="12652"/>
                </a:lnTo>
                <a:lnTo>
                  <a:pt x="11360700" y="26668"/>
                </a:lnTo>
                <a:lnTo>
                  <a:pt x="11383200" y="43200"/>
                </a:lnTo>
                <a:lnTo>
                  <a:pt x="11383200" y="43200"/>
                </a:lnTo>
                <a:lnTo>
                  <a:pt x="11405700" y="26668"/>
                </a:lnTo>
                <a:lnTo>
                  <a:pt x="11428200" y="12652"/>
                </a:lnTo>
                <a:lnTo>
                  <a:pt x="11450700" y="3288"/>
                </a:lnTo>
                <a:lnTo>
                  <a:pt x="11473200" y="0"/>
                </a:lnTo>
                <a:lnTo>
                  <a:pt x="11495700" y="3288"/>
                </a:lnTo>
                <a:lnTo>
                  <a:pt x="11518200" y="12652"/>
                </a:lnTo>
                <a:lnTo>
                  <a:pt x="11540700" y="26668"/>
                </a:lnTo>
                <a:lnTo>
                  <a:pt x="11563200" y="43200"/>
                </a:lnTo>
                <a:lnTo>
                  <a:pt x="11563200" y="43200"/>
                </a:lnTo>
                <a:lnTo>
                  <a:pt x="11585700" y="26668"/>
                </a:lnTo>
                <a:lnTo>
                  <a:pt x="11608200" y="12652"/>
                </a:lnTo>
                <a:lnTo>
                  <a:pt x="11630700" y="3288"/>
                </a:lnTo>
                <a:lnTo>
                  <a:pt x="11653200" y="0"/>
                </a:lnTo>
                <a:lnTo>
                  <a:pt x="11675700" y="3288"/>
                </a:lnTo>
                <a:lnTo>
                  <a:pt x="11698200" y="12652"/>
                </a:lnTo>
                <a:lnTo>
                  <a:pt x="11720700" y="26668"/>
                </a:lnTo>
                <a:lnTo>
                  <a:pt x="11743200" y="43200"/>
                </a:lnTo>
                <a:lnTo>
                  <a:pt x="11743200" y="43200"/>
                </a:lnTo>
                <a:lnTo>
                  <a:pt x="11765700" y="26668"/>
                </a:lnTo>
                <a:lnTo>
                  <a:pt x="11788200" y="12652"/>
                </a:lnTo>
                <a:lnTo>
                  <a:pt x="11810700" y="3288"/>
                </a:lnTo>
                <a:lnTo>
                  <a:pt x="11833200" y="0"/>
                </a:lnTo>
                <a:lnTo>
                  <a:pt x="11855700" y="3288"/>
                </a:lnTo>
                <a:lnTo>
                  <a:pt x="11878200" y="12652"/>
                </a:lnTo>
                <a:lnTo>
                  <a:pt x="11900700" y="26668"/>
                </a:lnTo>
                <a:lnTo>
                  <a:pt x="11923200" y="43200"/>
                </a:lnTo>
                <a:lnTo>
                  <a:pt x="11923200" y="43200"/>
                </a:lnTo>
                <a:lnTo>
                  <a:pt x="11945700" y="26668"/>
                </a:lnTo>
                <a:lnTo>
                  <a:pt x="11968200" y="12652"/>
                </a:lnTo>
                <a:lnTo>
                  <a:pt x="11990700" y="3288"/>
                </a:lnTo>
                <a:lnTo>
                  <a:pt x="12013200" y="0"/>
                </a:lnTo>
                <a:lnTo>
                  <a:pt x="12035700" y="3288"/>
                </a:lnTo>
                <a:lnTo>
                  <a:pt x="12058200" y="12652"/>
                </a:lnTo>
                <a:lnTo>
                  <a:pt x="12080700" y="26668"/>
                </a:lnTo>
                <a:lnTo>
                  <a:pt x="12103200" y="43200"/>
                </a:lnTo>
                <a:lnTo>
                  <a:pt x="12103200" y="43200"/>
                </a:lnTo>
                <a:lnTo>
                  <a:pt x="12125700" y="26668"/>
                </a:lnTo>
                <a:lnTo>
                  <a:pt x="12148200" y="12652"/>
                </a:lnTo>
                <a:lnTo>
                  <a:pt x="12170700" y="3288"/>
                </a:lnTo>
                <a:lnTo>
                  <a:pt x="12193200" y="0"/>
                </a:lnTo>
                <a:lnTo>
                  <a:pt x="12215700" y="3288"/>
                </a:lnTo>
                <a:lnTo>
                  <a:pt x="12238200" y="12652"/>
                </a:lnTo>
                <a:lnTo>
                  <a:pt x="12260700" y="26668"/>
                </a:lnTo>
                <a:lnTo>
                  <a:pt x="12283200" y="43200"/>
                </a:lnTo>
                <a:lnTo>
                  <a:pt x="12283200" y="43200"/>
                </a:lnTo>
                <a:lnTo>
                  <a:pt x="12305700" y="26668"/>
                </a:lnTo>
                <a:lnTo>
                  <a:pt x="12328200" y="12652"/>
                </a:lnTo>
                <a:lnTo>
                  <a:pt x="12350700" y="3288"/>
                </a:lnTo>
                <a:lnTo>
                  <a:pt x="12373200" y="0"/>
                </a:lnTo>
                <a:lnTo>
                  <a:pt x="12395700" y="3288"/>
                </a:lnTo>
                <a:lnTo>
                  <a:pt x="12418200" y="12652"/>
                </a:lnTo>
                <a:lnTo>
                  <a:pt x="12440700" y="26668"/>
                </a:lnTo>
                <a:lnTo>
                  <a:pt x="12463200" y="43200"/>
                </a:lnTo>
                <a:lnTo>
                  <a:pt x="12463200" y="43200"/>
                </a:lnTo>
                <a:lnTo>
                  <a:pt x="12485700" y="26668"/>
                </a:lnTo>
                <a:lnTo>
                  <a:pt x="12508200" y="12652"/>
                </a:lnTo>
                <a:lnTo>
                  <a:pt x="12530700" y="3288"/>
                </a:lnTo>
                <a:lnTo>
                  <a:pt x="12553200" y="0"/>
                </a:lnTo>
                <a:lnTo>
                  <a:pt x="12575700" y="3288"/>
                </a:lnTo>
                <a:lnTo>
                  <a:pt x="12598200" y="12652"/>
                </a:lnTo>
                <a:lnTo>
                  <a:pt x="12620700" y="26668"/>
                </a:lnTo>
                <a:lnTo>
                  <a:pt x="12643200" y="43200"/>
                </a:lnTo>
                <a:lnTo>
                  <a:pt x="12643200" y="43200"/>
                </a:lnTo>
                <a:lnTo>
                  <a:pt x="12665700" y="26668"/>
                </a:lnTo>
                <a:lnTo>
                  <a:pt x="12688200" y="12652"/>
                </a:lnTo>
                <a:lnTo>
                  <a:pt x="12710700" y="3288"/>
                </a:lnTo>
                <a:lnTo>
                  <a:pt x="12733200" y="0"/>
                </a:lnTo>
                <a:lnTo>
                  <a:pt x="12755700" y="3288"/>
                </a:lnTo>
                <a:lnTo>
                  <a:pt x="12778200" y="12652"/>
                </a:lnTo>
                <a:lnTo>
                  <a:pt x="12800700" y="26668"/>
                </a:lnTo>
                <a:lnTo>
                  <a:pt x="12823200" y="43200"/>
                </a:lnTo>
                <a:lnTo>
                  <a:pt x="12823200" y="43200"/>
                </a:lnTo>
                <a:lnTo>
                  <a:pt x="12845700" y="26668"/>
                </a:lnTo>
                <a:lnTo>
                  <a:pt x="12868200" y="12652"/>
                </a:lnTo>
                <a:lnTo>
                  <a:pt x="12890700" y="3288"/>
                </a:lnTo>
                <a:lnTo>
                  <a:pt x="12913200" y="0"/>
                </a:lnTo>
                <a:lnTo>
                  <a:pt x="12935700" y="3288"/>
                </a:lnTo>
                <a:lnTo>
                  <a:pt x="12958200" y="12652"/>
                </a:lnTo>
                <a:lnTo>
                  <a:pt x="12980700" y="26668"/>
                </a:lnTo>
                <a:lnTo>
                  <a:pt x="13003200" y="43200"/>
                </a:lnTo>
                <a:lnTo>
                  <a:pt x="13003200" y="43200"/>
                </a:lnTo>
                <a:lnTo>
                  <a:pt x="13025700" y="26668"/>
                </a:lnTo>
                <a:lnTo>
                  <a:pt x="13048200" y="12652"/>
                </a:lnTo>
                <a:lnTo>
                  <a:pt x="13070700" y="3288"/>
                </a:lnTo>
                <a:lnTo>
                  <a:pt x="13093200" y="0"/>
                </a:lnTo>
                <a:lnTo>
                  <a:pt x="13115700" y="3288"/>
                </a:lnTo>
                <a:lnTo>
                  <a:pt x="13138200" y="12652"/>
                </a:lnTo>
                <a:lnTo>
                  <a:pt x="13160700" y="26668"/>
                </a:lnTo>
                <a:lnTo>
                  <a:pt x="13183200" y="43200"/>
                </a:lnTo>
                <a:lnTo>
                  <a:pt x="13183200" y="43200"/>
                </a:lnTo>
                <a:lnTo>
                  <a:pt x="13205700" y="26668"/>
                </a:lnTo>
                <a:lnTo>
                  <a:pt x="13228200" y="12652"/>
                </a:lnTo>
                <a:lnTo>
                  <a:pt x="13250700" y="3288"/>
                </a:lnTo>
                <a:lnTo>
                  <a:pt x="13273200" y="0"/>
                </a:lnTo>
                <a:lnTo>
                  <a:pt x="13295700" y="3288"/>
                </a:lnTo>
                <a:lnTo>
                  <a:pt x="13318200" y="12652"/>
                </a:lnTo>
                <a:lnTo>
                  <a:pt x="13340700" y="26668"/>
                </a:lnTo>
                <a:lnTo>
                  <a:pt x="13363200" y="43200"/>
                </a:lnTo>
                <a:lnTo>
                  <a:pt x="13363200" y="43200"/>
                </a:lnTo>
                <a:lnTo>
                  <a:pt x="13385700" y="26668"/>
                </a:lnTo>
                <a:lnTo>
                  <a:pt x="13408200" y="12652"/>
                </a:lnTo>
                <a:lnTo>
                  <a:pt x="13430700" y="3288"/>
                </a:lnTo>
                <a:lnTo>
                  <a:pt x="13453200" y="0"/>
                </a:lnTo>
                <a:lnTo>
                  <a:pt x="13475700" y="3288"/>
                </a:lnTo>
                <a:lnTo>
                  <a:pt x="13498200" y="12652"/>
                </a:lnTo>
                <a:lnTo>
                  <a:pt x="13520700" y="26668"/>
                </a:lnTo>
                <a:lnTo>
                  <a:pt x="13543200" y="43200"/>
                </a:lnTo>
                <a:lnTo>
                  <a:pt x="13543200" y="43200"/>
                </a:lnTo>
                <a:lnTo>
                  <a:pt x="13565700" y="26668"/>
                </a:lnTo>
                <a:lnTo>
                  <a:pt x="13588200" y="12652"/>
                </a:lnTo>
                <a:lnTo>
                  <a:pt x="13610700" y="3288"/>
                </a:lnTo>
                <a:lnTo>
                  <a:pt x="13633200" y="0"/>
                </a:lnTo>
                <a:lnTo>
                  <a:pt x="13655700" y="3288"/>
                </a:lnTo>
                <a:lnTo>
                  <a:pt x="13678200" y="12652"/>
                </a:lnTo>
                <a:lnTo>
                  <a:pt x="13700700" y="26668"/>
                </a:lnTo>
                <a:lnTo>
                  <a:pt x="13723200" y="43200"/>
                </a:lnTo>
                <a:lnTo>
                  <a:pt x="13723200" y="43200"/>
                </a:lnTo>
                <a:lnTo>
                  <a:pt x="13739731" y="66600"/>
                </a:lnTo>
                <a:lnTo>
                  <a:pt x="13753747" y="90000"/>
                </a:lnTo>
                <a:lnTo>
                  <a:pt x="13763111" y="113400"/>
                </a:lnTo>
                <a:lnTo>
                  <a:pt x="13766400" y="136800"/>
                </a:lnTo>
                <a:lnTo>
                  <a:pt x="13763111" y="160200"/>
                </a:lnTo>
                <a:lnTo>
                  <a:pt x="13753747" y="183600"/>
                </a:lnTo>
                <a:lnTo>
                  <a:pt x="13739731" y="207000"/>
                </a:lnTo>
                <a:lnTo>
                  <a:pt x="13723200" y="230400"/>
                </a:lnTo>
                <a:lnTo>
                  <a:pt x="13723200" y="230400"/>
                </a:lnTo>
                <a:lnTo>
                  <a:pt x="13739731" y="253800"/>
                </a:lnTo>
                <a:lnTo>
                  <a:pt x="13753747" y="277200"/>
                </a:lnTo>
                <a:lnTo>
                  <a:pt x="13763111" y="300600"/>
                </a:lnTo>
                <a:lnTo>
                  <a:pt x="13766400" y="324000"/>
                </a:lnTo>
                <a:lnTo>
                  <a:pt x="13763111" y="347400"/>
                </a:lnTo>
                <a:lnTo>
                  <a:pt x="13753747" y="370800"/>
                </a:lnTo>
                <a:lnTo>
                  <a:pt x="13739731" y="394200"/>
                </a:lnTo>
                <a:lnTo>
                  <a:pt x="13723200" y="417600"/>
                </a:lnTo>
                <a:lnTo>
                  <a:pt x="13723200" y="417600"/>
                </a:lnTo>
                <a:lnTo>
                  <a:pt x="13739731" y="441000"/>
                </a:lnTo>
                <a:lnTo>
                  <a:pt x="13753747" y="464400"/>
                </a:lnTo>
                <a:lnTo>
                  <a:pt x="13763111" y="487800"/>
                </a:lnTo>
                <a:lnTo>
                  <a:pt x="13766400" y="511200"/>
                </a:lnTo>
                <a:lnTo>
                  <a:pt x="13763111" y="534600"/>
                </a:lnTo>
                <a:lnTo>
                  <a:pt x="13753747" y="558000"/>
                </a:lnTo>
                <a:lnTo>
                  <a:pt x="13739731" y="581400"/>
                </a:lnTo>
                <a:lnTo>
                  <a:pt x="13723200" y="604800"/>
                </a:lnTo>
                <a:lnTo>
                  <a:pt x="13723200" y="604800"/>
                </a:lnTo>
                <a:lnTo>
                  <a:pt x="13739731" y="628200"/>
                </a:lnTo>
                <a:lnTo>
                  <a:pt x="13753747" y="651600"/>
                </a:lnTo>
                <a:lnTo>
                  <a:pt x="13763111" y="675000"/>
                </a:lnTo>
                <a:lnTo>
                  <a:pt x="13766400" y="698400"/>
                </a:lnTo>
                <a:lnTo>
                  <a:pt x="13763111" y="721800"/>
                </a:lnTo>
                <a:lnTo>
                  <a:pt x="13753747" y="745200"/>
                </a:lnTo>
                <a:lnTo>
                  <a:pt x="13739731" y="768600"/>
                </a:lnTo>
                <a:lnTo>
                  <a:pt x="13723200" y="792000"/>
                </a:lnTo>
                <a:lnTo>
                  <a:pt x="13723200" y="792000"/>
                </a:lnTo>
                <a:lnTo>
                  <a:pt x="13739731" y="815400"/>
                </a:lnTo>
                <a:lnTo>
                  <a:pt x="13753747" y="838800"/>
                </a:lnTo>
                <a:lnTo>
                  <a:pt x="13763111" y="862200"/>
                </a:lnTo>
                <a:lnTo>
                  <a:pt x="13766400" y="885600"/>
                </a:lnTo>
                <a:lnTo>
                  <a:pt x="13763111" y="909000"/>
                </a:lnTo>
                <a:lnTo>
                  <a:pt x="13753747" y="932400"/>
                </a:lnTo>
                <a:lnTo>
                  <a:pt x="13739731" y="955800"/>
                </a:lnTo>
                <a:lnTo>
                  <a:pt x="13723200" y="979200"/>
                </a:lnTo>
                <a:lnTo>
                  <a:pt x="13723200" y="979200"/>
                </a:lnTo>
                <a:lnTo>
                  <a:pt x="13700700" y="995731"/>
                </a:lnTo>
                <a:lnTo>
                  <a:pt x="13678200" y="1009747"/>
                </a:lnTo>
                <a:lnTo>
                  <a:pt x="13655700" y="1019111"/>
                </a:lnTo>
                <a:lnTo>
                  <a:pt x="13633200" y="1022400"/>
                </a:lnTo>
                <a:lnTo>
                  <a:pt x="13610700" y="1019111"/>
                </a:lnTo>
                <a:lnTo>
                  <a:pt x="13588200" y="1009747"/>
                </a:lnTo>
                <a:lnTo>
                  <a:pt x="13565700" y="995731"/>
                </a:lnTo>
                <a:lnTo>
                  <a:pt x="13543200" y="979200"/>
                </a:lnTo>
                <a:lnTo>
                  <a:pt x="13543200" y="979200"/>
                </a:lnTo>
                <a:lnTo>
                  <a:pt x="13520700" y="995731"/>
                </a:lnTo>
                <a:lnTo>
                  <a:pt x="13498200" y="1009747"/>
                </a:lnTo>
                <a:lnTo>
                  <a:pt x="13475700" y="1019111"/>
                </a:lnTo>
                <a:lnTo>
                  <a:pt x="13453200" y="1022400"/>
                </a:lnTo>
                <a:lnTo>
                  <a:pt x="13430700" y="1019111"/>
                </a:lnTo>
                <a:lnTo>
                  <a:pt x="13408200" y="1009747"/>
                </a:lnTo>
                <a:lnTo>
                  <a:pt x="13385700" y="995731"/>
                </a:lnTo>
                <a:lnTo>
                  <a:pt x="13363200" y="979200"/>
                </a:lnTo>
                <a:lnTo>
                  <a:pt x="13363200" y="979200"/>
                </a:lnTo>
                <a:lnTo>
                  <a:pt x="13340700" y="995731"/>
                </a:lnTo>
                <a:lnTo>
                  <a:pt x="13318200" y="1009747"/>
                </a:lnTo>
                <a:lnTo>
                  <a:pt x="13295700" y="1019111"/>
                </a:lnTo>
                <a:lnTo>
                  <a:pt x="13273200" y="1022400"/>
                </a:lnTo>
                <a:lnTo>
                  <a:pt x="13250700" y="1019111"/>
                </a:lnTo>
                <a:lnTo>
                  <a:pt x="13228200" y="1009747"/>
                </a:lnTo>
                <a:lnTo>
                  <a:pt x="13205700" y="995731"/>
                </a:lnTo>
                <a:lnTo>
                  <a:pt x="13183200" y="979200"/>
                </a:lnTo>
                <a:lnTo>
                  <a:pt x="13183200" y="979200"/>
                </a:lnTo>
                <a:lnTo>
                  <a:pt x="13160700" y="995731"/>
                </a:lnTo>
                <a:lnTo>
                  <a:pt x="13138200" y="1009747"/>
                </a:lnTo>
                <a:lnTo>
                  <a:pt x="13115700" y="1019111"/>
                </a:lnTo>
                <a:lnTo>
                  <a:pt x="13093200" y="1022400"/>
                </a:lnTo>
                <a:lnTo>
                  <a:pt x="13070700" y="1019111"/>
                </a:lnTo>
                <a:lnTo>
                  <a:pt x="13048200" y="1009747"/>
                </a:lnTo>
                <a:lnTo>
                  <a:pt x="13025700" y="995731"/>
                </a:lnTo>
                <a:lnTo>
                  <a:pt x="13003200" y="979200"/>
                </a:lnTo>
                <a:lnTo>
                  <a:pt x="13003200" y="979200"/>
                </a:lnTo>
                <a:lnTo>
                  <a:pt x="12980700" y="995731"/>
                </a:lnTo>
                <a:lnTo>
                  <a:pt x="12958200" y="1009747"/>
                </a:lnTo>
                <a:lnTo>
                  <a:pt x="12935700" y="1019111"/>
                </a:lnTo>
                <a:lnTo>
                  <a:pt x="12913200" y="1022400"/>
                </a:lnTo>
                <a:lnTo>
                  <a:pt x="12890700" y="1019111"/>
                </a:lnTo>
                <a:lnTo>
                  <a:pt x="12868200" y="1009747"/>
                </a:lnTo>
                <a:lnTo>
                  <a:pt x="12845700" y="995731"/>
                </a:lnTo>
                <a:lnTo>
                  <a:pt x="12823200" y="979200"/>
                </a:lnTo>
                <a:lnTo>
                  <a:pt x="12823200" y="979200"/>
                </a:lnTo>
                <a:lnTo>
                  <a:pt x="12800700" y="995731"/>
                </a:lnTo>
                <a:lnTo>
                  <a:pt x="12778200" y="1009747"/>
                </a:lnTo>
                <a:lnTo>
                  <a:pt x="12755700" y="1019111"/>
                </a:lnTo>
                <a:lnTo>
                  <a:pt x="12733200" y="1022400"/>
                </a:lnTo>
                <a:lnTo>
                  <a:pt x="12710700" y="1019111"/>
                </a:lnTo>
                <a:lnTo>
                  <a:pt x="12688200" y="1009747"/>
                </a:lnTo>
                <a:lnTo>
                  <a:pt x="12665700" y="995731"/>
                </a:lnTo>
                <a:lnTo>
                  <a:pt x="12643200" y="979200"/>
                </a:lnTo>
                <a:lnTo>
                  <a:pt x="12643200" y="979200"/>
                </a:lnTo>
                <a:lnTo>
                  <a:pt x="12620700" y="995731"/>
                </a:lnTo>
                <a:lnTo>
                  <a:pt x="12598200" y="1009747"/>
                </a:lnTo>
                <a:lnTo>
                  <a:pt x="12575700" y="1019111"/>
                </a:lnTo>
                <a:lnTo>
                  <a:pt x="12553200" y="1022400"/>
                </a:lnTo>
                <a:lnTo>
                  <a:pt x="12530700" y="1019111"/>
                </a:lnTo>
                <a:lnTo>
                  <a:pt x="12508200" y="1009747"/>
                </a:lnTo>
                <a:lnTo>
                  <a:pt x="12485700" y="995731"/>
                </a:lnTo>
                <a:lnTo>
                  <a:pt x="12463200" y="979200"/>
                </a:lnTo>
                <a:lnTo>
                  <a:pt x="12463200" y="979200"/>
                </a:lnTo>
                <a:lnTo>
                  <a:pt x="12440700" y="995731"/>
                </a:lnTo>
                <a:lnTo>
                  <a:pt x="12418200" y="1009747"/>
                </a:lnTo>
                <a:lnTo>
                  <a:pt x="12395700" y="1019111"/>
                </a:lnTo>
                <a:lnTo>
                  <a:pt x="12373200" y="1022400"/>
                </a:lnTo>
                <a:lnTo>
                  <a:pt x="12350700" y="1019111"/>
                </a:lnTo>
                <a:lnTo>
                  <a:pt x="12328200" y="1009747"/>
                </a:lnTo>
                <a:lnTo>
                  <a:pt x="12305700" y="995731"/>
                </a:lnTo>
                <a:lnTo>
                  <a:pt x="12283200" y="979200"/>
                </a:lnTo>
                <a:lnTo>
                  <a:pt x="12283200" y="979200"/>
                </a:lnTo>
                <a:lnTo>
                  <a:pt x="12260700" y="995731"/>
                </a:lnTo>
                <a:lnTo>
                  <a:pt x="12238200" y="1009747"/>
                </a:lnTo>
                <a:lnTo>
                  <a:pt x="12215700" y="1019111"/>
                </a:lnTo>
                <a:lnTo>
                  <a:pt x="12193200" y="1022400"/>
                </a:lnTo>
                <a:lnTo>
                  <a:pt x="12170700" y="1019111"/>
                </a:lnTo>
                <a:lnTo>
                  <a:pt x="12148200" y="1009747"/>
                </a:lnTo>
                <a:lnTo>
                  <a:pt x="12125700" y="995731"/>
                </a:lnTo>
                <a:lnTo>
                  <a:pt x="12103200" y="979200"/>
                </a:lnTo>
                <a:lnTo>
                  <a:pt x="12103200" y="979200"/>
                </a:lnTo>
                <a:lnTo>
                  <a:pt x="12080700" y="995731"/>
                </a:lnTo>
                <a:lnTo>
                  <a:pt x="12058200" y="1009747"/>
                </a:lnTo>
                <a:lnTo>
                  <a:pt x="12035700" y="1019111"/>
                </a:lnTo>
                <a:lnTo>
                  <a:pt x="12013200" y="1022400"/>
                </a:lnTo>
                <a:lnTo>
                  <a:pt x="11990700" y="1019111"/>
                </a:lnTo>
                <a:lnTo>
                  <a:pt x="11968200" y="1009747"/>
                </a:lnTo>
                <a:lnTo>
                  <a:pt x="11945700" y="995731"/>
                </a:lnTo>
                <a:lnTo>
                  <a:pt x="11923200" y="979200"/>
                </a:lnTo>
                <a:lnTo>
                  <a:pt x="11923200" y="979200"/>
                </a:lnTo>
                <a:lnTo>
                  <a:pt x="11900700" y="995731"/>
                </a:lnTo>
                <a:lnTo>
                  <a:pt x="11878200" y="1009747"/>
                </a:lnTo>
                <a:lnTo>
                  <a:pt x="11855700" y="1019111"/>
                </a:lnTo>
                <a:lnTo>
                  <a:pt x="11833200" y="1022400"/>
                </a:lnTo>
                <a:lnTo>
                  <a:pt x="11810700" y="1019111"/>
                </a:lnTo>
                <a:lnTo>
                  <a:pt x="11788200" y="1009747"/>
                </a:lnTo>
                <a:lnTo>
                  <a:pt x="11765700" y="995731"/>
                </a:lnTo>
                <a:lnTo>
                  <a:pt x="11743200" y="979200"/>
                </a:lnTo>
                <a:lnTo>
                  <a:pt x="11743200" y="979200"/>
                </a:lnTo>
                <a:lnTo>
                  <a:pt x="11720700" y="995731"/>
                </a:lnTo>
                <a:lnTo>
                  <a:pt x="11698200" y="1009747"/>
                </a:lnTo>
                <a:lnTo>
                  <a:pt x="11675700" y="1019111"/>
                </a:lnTo>
                <a:lnTo>
                  <a:pt x="11653200" y="1022400"/>
                </a:lnTo>
                <a:lnTo>
                  <a:pt x="11630700" y="1019111"/>
                </a:lnTo>
                <a:lnTo>
                  <a:pt x="11608200" y="1009747"/>
                </a:lnTo>
                <a:lnTo>
                  <a:pt x="11585700" y="995731"/>
                </a:lnTo>
                <a:lnTo>
                  <a:pt x="11563200" y="979200"/>
                </a:lnTo>
                <a:lnTo>
                  <a:pt x="11563200" y="979200"/>
                </a:lnTo>
                <a:lnTo>
                  <a:pt x="11540700" y="995731"/>
                </a:lnTo>
                <a:lnTo>
                  <a:pt x="11518200" y="1009747"/>
                </a:lnTo>
                <a:lnTo>
                  <a:pt x="11495700" y="1019111"/>
                </a:lnTo>
                <a:lnTo>
                  <a:pt x="11473200" y="1022400"/>
                </a:lnTo>
                <a:lnTo>
                  <a:pt x="11450700" y="1019111"/>
                </a:lnTo>
                <a:lnTo>
                  <a:pt x="11428200" y="1009747"/>
                </a:lnTo>
                <a:lnTo>
                  <a:pt x="11405700" y="995731"/>
                </a:lnTo>
                <a:lnTo>
                  <a:pt x="11383200" y="979200"/>
                </a:lnTo>
                <a:lnTo>
                  <a:pt x="11383200" y="979200"/>
                </a:lnTo>
                <a:lnTo>
                  <a:pt x="11360700" y="995731"/>
                </a:lnTo>
                <a:lnTo>
                  <a:pt x="11338200" y="1009747"/>
                </a:lnTo>
                <a:lnTo>
                  <a:pt x="11315700" y="1019111"/>
                </a:lnTo>
                <a:lnTo>
                  <a:pt x="11293200" y="1022400"/>
                </a:lnTo>
                <a:lnTo>
                  <a:pt x="11270700" y="1019111"/>
                </a:lnTo>
                <a:lnTo>
                  <a:pt x="11248200" y="1009747"/>
                </a:lnTo>
                <a:lnTo>
                  <a:pt x="11225700" y="995731"/>
                </a:lnTo>
                <a:lnTo>
                  <a:pt x="11203200" y="979200"/>
                </a:lnTo>
                <a:lnTo>
                  <a:pt x="11203200" y="979200"/>
                </a:lnTo>
                <a:lnTo>
                  <a:pt x="11180700" y="995731"/>
                </a:lnTo>
                <a:lnTo>
                  <a:pt x="11158200" y="1009747"/>
                </a:lnTo>
                <a:lnTo>
                  <a:pt x="11135700" y="1019111"/>
                </a:lnTo>
                <a:lnTo>
                  <a:pt x="11113200" y="1022400"/>
                </a:lnTo>
                <a:lnTo>
                  <a:pt x="11090700" y="1019111"/>
                </a:lnTo>
                <a:lnTo>
                  <a:pt x="11068200" y="1009747"/>
                </a:lnTo>
                <a:lnTo>
                  <a:pt x="11045700" y="995731"/>
                </a:lnTo>
                <a:lnTo>
                  <a:pt x="11023200" y="979200"/>
                </a:lnTo>
                <a:lnTo>
                  <a:pt x="11023200" y="979200"/>
                </a:lnTo>
                <a:lnTo>
                  <a:pt x="11000700" y="995731"/>
                </a:lnTo>
                <a:lnTo>
                  <a:pt x="10978200" y="1009747"/>
                </a:lnTo>
                <a:lnTo>
                  <a:pt x="10955700" y="1019111"/>
                </a:lnTo>
                <a:lnTo>
                  <a:pt x="10933200" y="1022400"/>
                </a:lnTo>
                <a:lnTo>
                  <a:pt x="10910700" y="1019111"/>
                </a:lnTo>
                <a:lnTo>
                  <a:pt x="10888200" y="1009747"/>
                </a:lnTo>
                <a:lnTo>
                  <a:pt x="10865700" y="995731"/>
                </a:lnTo>
                <a:lnTo>
                  <a:pt x="10843200" y="979200"/>
                </a:lnTo>
                <a:lnTo>
                  <a:pt x="10843200" y="979200"/>
                </a:lnTo>
                <a:lnTo>
                  <a:pt x="10820700" y="995731"/>
                </a:lnTo>
                <a:lnTo>
                  <a:pt x="10798200" y="1009747"/>
                </a:lnTo>
                <a:lnTo>
                  <a:pt x="10775700" y="1019111"/>
                </a:lnTo>
                <a:lnTo>
                  <a:pt x="10753200" y="1022400"/>
                </a:lnTo>
                <a:lnTo>
                  <a:pt x="10730700" y="1019111"/>
                </a:lnTo>
                <a:lnTo>
                  <a:pt x="10708200" y="1009747"/>
                </a:lnTo>
                <a:lnTo>
                  <a:pt x="10685700" y="995731"/>
                </a:lnTo>
                <a:lnTo>
                  <a:pt x="10663200" y="979200"/>
                </a:lnTo>
                <a:lnTo>
                  <a:pt x="10663200" y="979200"/>
                </a:lnTo>
                <a:lnTo>
                  <a:pt x="10640700" y="995731"/>
                </a:lnTo>
                <a:lnTo>
                  <a:pt x="10618200" y="1009747"/>
                </a:lnTo>
                <a:lnTo>
                  <a:pt x="10595700" y="1019111"/>
                </a:lnTo>
                <a:lnTo>
                  <a:pt x="10573200" y="1022400"/>
                </a:lnTo>
                <a:lnTo>
                  <a:pt x="10550700" y="1019111"/>
                </a:lnTo>
                <a:lnTo>
                  <a:pt x="10528200" y="1009747"/>
                </a:lnTo>
                <a:lnTo>
                  <a:pt x="10505700" y="995731"/>
                </a:lnTo>
                <a:lnTo>
                  <a:pt x="10483200" y="979200"/>
                </a:lnTo>
                <a:lnTo>
                  <a:pt x="10483200" y="979200"/>
                </a:lnTo>
                <a:lnTo>
                  <a:pt x="10460700" y="995731"/>
                </a:lnTo>
                <a:lnTo>
                  <a:pt x="10438200" y="1009747"/>
                </a:lnTo>
                <a:lnTo>
                  <a:pt x="10415700" y="1019111"/>
                </a:lnTo>
                <a:lnTo>
                  <a:pt x="10393200" y="1022400"/>
                </a:lnTo>
                <a:lnTo>
                  <a:pt x="10370700" y="1019111"/>
                </a:lnTo>
                <a:lnTo>
                  <a:pt x="10348200" y="1009747"/>
                </a:lnTo>
                <a:lnTo>
                  <a:pt x="10325700" y="995731"/>
                </a:lnTo>
                <a:lnTo>
                  <a:pt x="10303200" y="979200"/>
                </a:lnTo>
                <a:lnTo>
                  <a:pt x="10303200" y="979200"/>
                </a:lnTo>
                <a:lnTo>
                  <a:pt x="10280700" y="995731"/>
                </a:lnTo>
                <a:lnTo>
                  <a:pt x="10258200" y="1009747"/>
                </a:lnTo>
                <a:lnTo>
                  <a:pt x="10235700" y="1019111"/>
                </a:lnTo>
                <a:lnTo>
                  <a:pt x="10213200" y="1022400"/>
                </a:lnTo>
                <a:lnTo>
                  <a:pt x="10190700" y="1019111"/>
                </a:lnTo>
                <a:lnTo>
                  <a:pt x="10168200" y="1009747"/>
                </a:lnTo>
                <a:lnTo>
                  <a:pt x="10145700" y="995731"/>
                </a:lnTo>
                <a:lnTo>
                  <a:pt x="10123200" y="979200"/>
                </a:lnTo>
                <a:lnTo>
                  <a:pt x="10123200" y="979200"/>
                </a:lnTo>
                <a:lnTo>
                  <a:pt x="10100700" y="995731"/>
                </a:lnTo>
                <a:lnTo>
                  <a:pt x="10078200" y="1009747"/>
                </a:lnTo>
                <a:lnTo>
                  <a:pt x="10055700" y="1019111"/>
                </a:lnTo>
                <a:lnTo>
                  <a:pt x="10033200" y="1022400"/>
                </a:lnTo>
                <a:lnTo>
                  <a:pt x="10010700" y="1019111"/>
                </a:lnTo>
                <a:lnTo>
                  <a:pt x="9988200" y="1009747"/>
                </a:lnTo>
                <a:lnTo>
                  <a:pt x="9965700" y="995731"/>
                </a:lnTo>
                <a:lnTo>
                  <a:pt x="9943200" y="979200"/>
                </a:lnTo>
                <a:lnTo>
                  <a:pt x="9943200" y="979200"/>
                </a:lnTo>
                <a:lnTo>
                  <a:pt x="9920700" y="995731"/>
                </a:lnTo>
                <a:lnTo>
                  <a:pt x="9898200" y="1009747"/>
                </a:lnTo>
                <a:lnTo>
                  <a:pt x="9875700" y="1019111"/>
                </a:lnTo>
                <a:lnTo>
                  <a:pt x="9853200" y="1022400"/>
                </a:lnTo>
                <a:lnTo>
                  <a:pt x="9830700" y="1019111"/>
                </a:lnTo>
                <a:lnTo>
                  <a:pt x="9808200" y="1009747"/>
                </a:lnTo>
                <a:lnTo>
                  <a:pt x="9785700" y="995731"/>
                </a:lnTo>
                <a:lnTo>
                  <a:pt x="9763200" y="979200"/>
                </a:lnTo>
                <a:lnTo>
                  <a:pt x="9763200" y="979200"/>
                </a:lnTo>
                <a:lnTo>
                  <a:pt x="9740700" y="995731"/>
                </a:lnTo>
                <a:lnTo>
                  <a:pt x="9718200" y="1009747"/>
                </a:lnTo>
                <a:lnTo>
                  <a:pt x="9695700" y="1019111"/>
                </a:lnTo>
                <a:lnTo>
                  <a:pt x="9673200" y="1022400"/>
                </a:lnTo>
                <a:lnTo>
                  <a:pt x="9650700" y="1019111"/>
                </a:lnTo>
                <a:lnTo>
                  <a:pt x="9628200" y="1009747"/>
                </a:lnTo>
                <a:lnTo>
                  <a:pt x="9605700" y="995731"/>
                </a:lnTo>
                <a:lnTo>
                  <a:pt x="9583200" y="979200"/>
                </a:lnTo>
                <a:lnTo>
                  <a:pt x="9583200" y="979200"/>
                </a:lnTo>
                <a:lnTo>
                  <a:pt x="9560700" y="995731"/>
                </a:lnTo>
                <a:lnTo>
                  <a:pt x="9538200" y="1009747"/>
                </a:lnTo>
                <a:lnTo>
                  <a:pt x="9515700" y="1019111"/>
                </a:lnTo>
                <a:lnTo>
                  <a:pt x="9493200" y="1022400"/>
                </a:lnTo>
                <a:lnTo>
                  <a:pt x="9470700" y="1019111"/>
                </a:lnTo>
                <a:lnTo>
                  <a:pt x="9448200" y="1009747"/>
                </a:lnTo>
                <a:lnTo>
                  <a:pt x="9425700" y="995731"/>
                </a:lnTo>
                <a:lnTo>
                  <a:pt x="9403200" y="979200"/>
                </a:lnTo>
                <a:lnTo>
                  <a:pt x="9403200" y="979200"/>
                </a:lnTo>
                <a:lnTo>
                  <a:pt x="9380700" y="995731"/>
                </a:lnTo>
                <a:lnTo>
                  <a:pt x="9358200" y="1009747"/>
                </a:lnTo>
                <a:lnTo>
                  <a:pt x="9335700" y="1019111"/>
                </a:lnTo>
                <a:lnTo>
                  <a:pt x="9313200" y="1022400"/>
                </a:lnTo>
                <a:lnTo>
                  <a:pt x="9290700" y="1019111"/>
                </a:lnTo>
                <a:lnTo>
                  <a:pt x="9268200" y="1009747"/>
                </a:lnTo>
                <a:lnTo>
                  <a:pt x="9245700" y="995731"/>
                </a:lnTo>
                <a:lnTo>
                  <a:pt x="9223200" y="979200"/>
                </a:lnTo>
                <a:lnTo>
                  <a:pt x="9223200" y="979200"/>
                </a:lnTo>
                <a:lnTo>
                  <a:pt x="9200700" y="995731"/>
                </a:lnTo>
                <a:lnTo>
                  <a:pt x="9178200" y="1009747"/>
                </a:lnTo>
                <a:lnTo>
                  <a:pt x="9155700" y="1019111"/>
                </a:lnTo>
                <a:lnTo>
                  <a:pt x="9133200" y="1022400"/>
                </a:lnTo>
                <a:lnTo>
                  <a:pt x="9110700" y="1019111"/>
                </a:lnTo>
                <a:lnTo>
                  <a:pt x="9088200" y="1009747"/>
                </a:lnTo>
                <a:lnTo>
                  <a:pt x="9065700" y="995731"/>
                </a:lnTo>
                <a:lnTo>
                  <a:pt x="9043200" y="979200"/>
                </a:lnTo>
                <a:lnTo>
                  <a:pt x="9043200" y="979200"/>
                </a:lnTo>
                <a:lnTo>
                  <a:pt x="9020700" y="995731"/>
                </a:lnTo>
                <a:lnTo>
                  <a:pt x="8998200" y="1009747"/>
                </a:lnTo>
                <a:lnTo>
                  <a:pt x="8975700" y="1019111"/>
                </a:lnTo>
                <a:lnTo>
                  <a:pt x="8953200" y="1022400"/>
                </a:lnTo>
                <a:lnTo>
                  <a:pt x="8930700" y="1019111"/>
                </a:lnTo>
                <a:lnTo>
                  <a:pt x="8908200" y="1009747"/>
                </a:lnTo>
                <a:lnTo>
                  <a:pt x="8885700" y="995731"/>
                </a:lnTo>
                <a:lnTo>
                  <a:pt x="8863200" y="979200"/>
                </a:lnTo>
                <a:lnTo>
                  <a:pt x="8863200" y="979200"/>
                </a:lnTo>
                <a:lnTo>
                  <a:pt x="8840700" y="995731"/>
                </a:lnTo>
                <a:lnTo>
                  <a:pt x="8818200" y="1009747"/>
                </a:lnTo>
                <a:lnTo>
                  <a:pt x="8795700" y="1019111"/>
                </a:lnTo>
                <a:lnTo>
                  <a:pt x="8773200" y="1022400"/>
                </a:lnTo>
                <a:lnTo>
                  <a:pt x="8750700" y="1019111"/>
                </a:lnTo>
                <a:lnTo>
                  <a:pt x="8728200" y="1009747"/>
                </a:lnTo>
                <a:lnTo>
                  <a:pt x="8705700" y="995731"/>
                </a:lnTo>
                <a:lnTo>
                  <a:pt x="8683200" y="979200"/>
                </a:lnTo>
                <a:lnTo>
                  <a:pt x="8683200" y="979200"/>
                </a:lnTo>
                <a:lnTo>
                  <a:pt x="8660700" y="995731"/>
                </a:lnTo>
                <a:lnTo>
                  <a:pt x="8638200" y="1009747"/>
                </a:lnTo>
                <a:lnTo>
                  <a:pt x="8615700" y="1019111"/>
                </a:lnTo>
                <a:lnTo>
                  <a:pt x="8593200" y="1022400"/>
                </a:lnTo>
                <a:lnTo>
                  <a:pt x="8570700" y="1019111"/>
                </a:lnTo>
                <a:lnTo>
                  <a:pt x="8548200" y="1009747"/>
                </a:lnTo>
                <a:lnTo>
                  <a:pt x="8525700" y="995731"/>
                </a:lnTo>
                <a:lnTo>
                  <a:pt x="8503200" y="979200"/>
                </a:lnTo>
                <a:lnTo>
                  <a:pt x="8503200" y="979200"/>
                </a:lnTo>
                <a:lnTo>
                  <a:pt x="8480700" y="995731"/>
                </a:lnTo>
                <a:lnTo>
                  <a:pt x="8458200" y="1009747"/>
                </a:lnTo>
                <a:lnTo>
                  <a:pt x="8435700" y="1019111"/>
                </a:lnTo>
                <a:lnTo>
                  <a:pt x="8413200" y="1022400"/>
                </a:lnTo>
                <a:lnTo>
                  <a:pt x="8390700" y="1019111"/>
                </a:lnTo>
                <a:lnTo>
                  <a:pt x="8368200" y="1009747"/>
                </a:lnTo>
                <a:lnTo>
                  <a:pt x="8345700" y="995731"/>
                </a:lnTo>
                <a:lnTo>
                  <a:pt x="8323200" y="979200"/>
                </a:lnTo>
                <a:lnTo>
                  <a:pt x="8323200" y="979200"/>
                </a:lnTo>
                <a:lnTo>
                  <a:pt x="8300700" y="995731"/>
                </a:lnTo>
                <a:lnTo>
                  <a:pt x="8278200" y="1009747"/>
                </a:lnTo>
                <a:lnTo>
                  <a:pt x="8255700" y="1019111"/>
                </a:lnTo>
                <a:lnTo>
                  <a:pt x="8233200" y="1022400"/>
                </a:lnTo>
                <a:lnTo>
                  <a:pt x="8210700" y="1019111"/>
                </a:lnTo>
                <a:lnTo>
                  <a:pt x="8188200" y="1009747"/>
                </a:lnTo>
                <a:lnTo>
                  <a:pt x="8165700" y="995731"/>
                </a:lnTo>
                <a:lnTo>
                  <a:pt x="8143200" y="979200"/>
                </a:lnTo>
                <a:lnTo>
                  <a:pt x="8143200" y="979200"/>
                </a:lnTo>
                <a:lnTo>
                  <a:pt x="8120700" y="995731"/>
                </a:lnTo>
                <a:lnTo>
                  <a:pt x="8098200" y="1009747"/>
                </a:lnTo>
                <a:lnTo>
                  <a:pt x="8075700" y="1019111"/>
                </a:lnTo>
                <a:lnTo>
                  <a:pt x="8053200" y="1022400"/>
                </a:lnTo>
                <a:lnTo>
                  <a:pt x="8030700" y="1019111"/>
                </a:lnTo>
                <a:lnTo>
                  <a:pt x="8008200" y="1009747"/>
                </a:lnTo>
                <a:lnTo>
                  <a:pt x="7985700" y="995731"/>
                </a:lnTo>
                <a:lnTo>
                  <a:pt x="7963200" y="979200"/>
                </a:lnTo>
                <a:lnTo>
                  <a:pt x="7963200" y="979200"/>
                </a:lnTo>
                <a:lnTo>
                  <a:pt x="7940700" y="995731"/>
                </a:lnTo>
                <a:lnTo>
                  <a:pt x="7918200" y="1009747"/>
                </a:lnTo>
                <a:lnTo>
                  <a:pt x="7895700" y="1019111"/>
                </a:lnTo>
                <a:lnTo>
                  <a:pt x="7873200" y="1022400"/>
                </a:lnTo>
                <a:lnTo>
                  <a:pt x="7850700" y="1019111"/>
                </a:lnTo>
                <a:lnTo>
                  <a:pt x="7828200" y="1009747"/>
                </a:lnTo>
                <a:lnTo>
                  <a:pt x="7805700" y="995731"/>
                </a:lnTo>
                <a:lnTo>
                  <a:pt x="7783200" y="979200"/>
                </a:lnTo>
                <a:lnTo>
                  <a:pt x="7783200" y="979200"/>
                </a:lnTo>
                <a:lnTo>
                  <a:pt x="7760700" y="995731"/>
                </a:lnTo>
                <a:lnTo>
                  <a:pt x="7738200" y="1009747"/>
                </a:lnTo>
                <a:lnTo>
                  <a:pt x="7715700" y="1019111"/>
                </a:lnTo>
                <a:lnTo>
                  <a:pt x="7693200" y="1022400"/>
                </a:lnTo>
                <a:lnTo>
                  <a:pt x="7670700" y="1019111"/>
                </a:lnTo>
                <a:lnTo>
                  <a:pt x="7648200" y="1009747"/>
                </a:lnTo>
                <a:lnTo>
                  <a:pt x="7625700" y="995731"/>
                </a:lnTo>
                <a:lnTo>
                  <a:pt x="7603200" y="979200"/>
                </a:lnTo>
                <a:lnTo>
                  <a:pt x="7603200" y="979200"/>
                </a:lnTo>
                <a:lnTo>
                  <a:pt x="7580700" y="995731"/>
                </a:lnTo>
                <a:lnTo>
                  <a:pt x="7558200" y="1009747"/>
                </a:lnTo>
                <a:lnTo>
                  <a:pt x="7535700" y="1019111"/>
                </a:lnTo>
                <a:lnTo>
                  <a:pt x="7513200" y="1022400"/>
                </a:lnTo>
                <a:lnTo>
                  <a:pt x="7490700" y="1019111"/>
                </a:lnTo>
                <a:lnTo>
                  <a:pt x="7468200" y="1009747"/>
                </a:lnTo>
                <a:lnTo>
                  <a:pt x="7445700" y="995731"/>
                </a:lnTo>
                <a:lnTo>
                  <a:pt x="7423200" y="979200"/>
                </a:lnTo>
                <a:lnTo>
                  <a:pt x="7423200" y="979200"/>
                </a:lnTo>
                <a:lnTo>
                  <a:pt x="7400700" y="995731"/>
                </a:lnTo>
                <a:lnTo>
                  <a:pt x="7378200" y="1009747"/>
                </a:lnTo>
                <a:lnTo>
                  <a:pt x="7355700" y="1019111"/>
                </a:lnTo>
                <a:lnTo>
                  <a:pt x="7333200" y="1022400"/>
                </a:lnTo>
                <a:lnTo>
                  <a:pt x="7310700" y="1019111"/>
                </a:lnTo>
                <a:lnTo>
                  <a:pt x="7288200" y="1009747"/>
                </a:lnTo>
                <a:lnTo>
                  <a:pt x="7265700" y="995731"/>
                </a:lnTo>
                <a:lnTo>
                  <a:pt x="7243200" y="979200"/>
                </a:lnTo>
                <a:lnTo>
                  <a:pt x="7243200" y="979200"/>
                </a:lnTo>
                <a:lnTo>
                  <a:pt x="7220700" y="995731"/>
                </a:lnTo>
                <a:lnTo>
                  <a:pt x="7198200" y="1009747"/>
                </a:lnTo>
                <a:lnTo>
                  <a:pt x="7175700" y="1019111"/>
                </a:lnTo>
                <a:lnTo>
                  <a:pt x="7153200" y="1022400"/>
                </a:lnTo>
                <a:lnTo>
                  <a:pt x="7130700" y="1019111"/>
                </a:lnTo>
                <a:lnTo>
                  <a:pt x="7108200" y="1009747"/>
                </a:lnTo>
                <a:lnTo>
                  <a:pt x="7085700" y="995731"/>
                </a:lnTo>
                <a:lnTo>
                  <a:pt x="7063200" y="979200"/>
                </a:lnTo>
                <a:lnTo>
                  <a:pt x="7063200" y="979200"/>
                </a:lnTo>
                <a:lnTo>
                  <a:pt x="7040700" y="995731"/>
                </a:lnTo>
                <a:lnTo>
                  <a:pt x="7018200" y="1009747"/>
                </a:lnTo>
                <a:lnTo>
                  <a:pt x="6995700" y="1019111"/>
                </a:lnTo>
                <a:lnTo>
                  <a:pt x="6973200" y="1022400"/>
                </a:lnTo>
                <a:lnTo>
                  <a:pt x="6950700" y="1019111"/>
                </a:lnTo>
                <a:lnTo>
                  <a:pt x="6928200" y="1009747"/>
                </a:lnTo>
                <a:lnTo>
                  <a:pt x="6905700" y="995731"/>
                </a:lnTo>
                <a:lnTo>
                  <a:pt x="6883200" y="979200"/>
                </a:lnTo>
                <a:lnTo>
                  <a:pt x="6883200" y="979200"/>
                </a:lnTo>
                <a:lnTo>
                  <a:pt x="6860699" y="995731"/>
                </a:lnTo>
                <a:lnTo>
                  <a:pt x="6838200" y="1009747"/>
                </a:lnTo>
                <a:lnTo>
                  <a:pt x="6815700" y="1019111"/>
                </a:lnTo>
                <a:lnTo>
                  <a:pt x="6793200" y="1022400"/>
                </a:lnTo>
                <a:lnTo>
                  <a:pt x="6770700" y="1019111"/>
                </a:lnTo>
                <a:lnTo>
                  <a:pt x="6748200" y="1009747"/>
                </a:lnTo>
                <a:lnTo>
                  <a:pt x="6725700" y="995731"/>
                </a:lnTo>
                <a:lnTo>
                  <a:pt x="6703199" y="979200"/>
                </a:lnTo>
                <a:lnTo>
                  <a:pt x="6703199" y="979200"/>
                </a:lnTo>
                <a:lnTo>
                  <a:pt x="6680700" y="995731"/>
                </a:lnTo>
                <a:lnTo>
                  <a:pt x="6658200" y="1009747"/>
                </a:lnTo>
                <a:lnTo>
                  <a:pt x="6635700" y="1019111"/>
                </a:lnTo>
                <a:lnTo>
                  <a:pt x="6613200" y="1022400"/>
                </a:lnTo>
                <a:lnTo>
                  <a:pt x="6590699" y="1019111"/>
                </a:lnTo>
                <a:lnTo>
                  <a:pt x="6568200" y="1009747"/>
                </a:lnTo>
                <a:lnTo>
                  <a:pt x="6545700" y="995731"/>
                </a:lnTo>
                <a:lnTo>
                  <a:pt x="6523200" y="979200"/>
                </a:lnTo>
                <a:lnTo>
                  <a:pt x="6523200" y="979200"/>
                </a:lnTo>
                <a:lnTo>
                  <a:pt x="6500700" y="995731"/>
                </a:lnTo>
                <a:lnTo>
                  <a:pt x="6478200" y="1009747"/>
                </a:lnTo>
                <a:lnTo>
                  <a:pt x="6455700" y="1019111"/>
                </a:lnTo>
                <a:lnTo>
                  <a:pt x="6433199" y="1022400"/>
                </a:lnTo>
                <a:lnTo>
                  <a:pt x="6410700" y="1019111"/>
                </a:lnTo>
                <a:lnTo>
                  <a:pt x="6388200" y="1009747"/>
                </a:lnTo>
                <a:lnTo>
                  <a:pt x="6365700" y="995731"/>
                </a:lnTo>
                <a:lnTo>
                  <a:pt x="6343200" y="979200"/>
                </a:lnTo>
                <a:lnTo>
                  <a:pt x="6343200" y="979200"/>
                </a:lnTo>
                <a:lnTo>
                  <a:pt x="6320700" y="995731"/>
                </a:lnTo>
                <a:lnTo>
                  <a:pt x="6298200" y="1009747"/>
                </a:lnTo>
                <a:lnTo>
                  <a:pt x="6275699" y="1019111"/>
                </a:lnTo>
                <a:lnTo>
                  <a:pt x="6253200" y="1022400"/>
                </a:lnTo>
                <a:lnTo>
                  <a:pt x="6230700" y="1019111"/>
                </a:lnTo>
                <a:lnTo>
                  <a:pt x="6208200" y="1009747"/>
                </a:lnTo>
                <a:lnTo>
                  <a:pt x="6185700" y="995731"/>
                </a:lnTo>
                <a:lnTo>
                  <a:pt x="6163199" y="979200"/>
                </a:lnTo>
                <a:lnTo>
                  <a:pt x="6163199" y="979200"/>
                </a:lnTo>
                <a:lnTo>
                  <a:pt x="6140700" y="995731"/>
                </a:lnTo>
                <a:lnTo>
                  <a:pt x="6118200" y="1009747"/>
                </a:lnTo>
                <a:lnTo>
                  <a:pt x="6095700" y="1019111"/>
                </a:lnTo>
                <a:lnTo>
                  <a:pt x="6073200" y="1022400"/>
                </a:lnTo>
                <a:lnTo>
                  <a:pt x="6050700" y="1019111"/>
                </a:lnTo>
                <a:lnTo>
                  <a:pt x="6028200" y="1009747"/>
                </a:lnTo>
                <a:lnTo>
                  <a:pt x="6005699" y="995731"/>
                </a:lnTo>
                <a:lnTo>
                  <a:pt x="5983200" y="979200"/>
                </a:lnTo>
                <a:lnTo>
                  <a:pt x="5983200" y="979200"/>
                </a:lnTo>
                <a:lnTo>
                  <a:pt x="5960700" y="995731"/>
                </a:lnTo>
                <a:lnTo>
                  <a:pt x="5938200" y="1009747"/>
                </a:lnTo>
                <a:lnTo>
                  <a:pt x="5915700" y="1019111"/>
                </a:lnTo>
                <a:lnTo>
                  <a:pt x="5893200" y="1022400"/>
                </a:lnTo>
                <a:lnTo>
                  <a:pt x="5870700" y="1019111"/>
                </a:lnTo>
                <a:lnTo>
                  <a:pt x="5848199" y="1009747"/>
                </a:lnTo>
                <a:lnTo>
                  <a:pt x="5825700" y="995731"/>
                </a:lnTo>
                <a:lnTo>
                  <a:pt x="5803200" y="979200"/>
                </a:lnTo>
                <a:lnTo>
                  <a:pt x="5803200" y="979200"/>
                </a:lnTo>
                <a:lnTo>
                  <a:pt x="5780700" y="995731"/>
                </a:lnTo>
                <a:lnTo>
                  <a:pt x="5758200" y="1009747"/>
                </a:lnTo>
                <a:lnTo>
                  <a:pt x="5735699" y="1019111"/>
                </a:lnTo>
                <a:lnTo>
                  <a:pt x="5713200" y="1022400"/>
                </a:lnTo>
                <a:lnTo>
                  <a:pt x="5690700" y="1019111"/>
                </a:lnTo>
                <a:lnTo>
                  <a:pt x="5668200" y="1009747"/>
                </a:lnTo>
                <a:lnTo>
                  <a:pt x="5645700" y="995731"/>
                </a:lnTo>
                <a:lnTo>
                  <a:pt x="5623200" y="979200"/>
                </a:lnTo>
                <a:lnTo>
                  <a:pt x="5623200" y="979200"/>
                </a:lnTo>
                <a:lnTo>
                  <a:pt x="5600700" y="995731"/>
                </a:lnTo>
                <a:lnTo>
                  <a:pt x="5578199" y="1009747"/>
                </a:lnTo>
                <a:lnTo>
                  <a:pt x="5555700" y="1019111"/>
                </a:lnTo>
                <a:lnTo>
                  <a:pt x="5533200" y="1022400"/>
                </a:lnTo>
                <a:lnTo>
                  <a:pt x="5510700" y="1019111"/>
                </a:lnTo>
                <a:lnTo>
                  <a:pt x="5488200" y="1009747"/>
                </a:lnTo>
                <a:lnTo>
                  <a:pt x="5465700" y="995731"/>
                </a:lnTo>
                <a:lnTo>
                  <a:pt x="5443200" y="979200"/>
                </a:lnTo>
                <a:lnTo>
                  <a:pt x="5443200" y="979200"/>
                </a:lnTo>
                <a:lnTo>
                  <a:pt x="5420699" y="995731"/>
                </a:lnTo>
                <a:lnTo>
                  <a:pt x="5398200" y="1009747"/>
                </a:lnTo>
                <a:lnTo>
                  <a:pt x="5375700" y="1019111"/>
                </a:lnTo>
                <a:lnTo>
                  <a:pt x="5353200" y="1022400"/>
                </a:lnTo>
                <a:lnTo>
                  <a:pt x="5330700" y="1019111"/>
                </a:lnTo>
                <a:lnTo>
                  <a:pt x="5308199" y="1009747"/>
                </a:lnTo>
                <a:lnTo>
                  <a:pt x="5285700" y="995731"/>
                </a:lnTo>
                <a:lnTo>
                  <a:pt x="5263200" y="979200"/>
                </a:lnTo>
                <a:lnTo>
                  <a:pt x="5263200" y="979200"/>
                </a:lnTo>
                <a:lnTo>
                  <a:pt x="5240700" y="995731"/>
                </a:lnTo>
                <a:lnTo>
                  <a:pt x="5218200" y="1009747"/>
                </a:lnTo>
                <a:lnTo>
                  <a:pt x="5195700" y="1019111"/>
                </a:lnTo>
                <a:lnTo>
                  <a:pt x="5173200" y="1022400"/>
                </a:lnTo>
                <a:lnTo>
                  <a:pt x="5150699" y="1019111"/>
                </a:lnTo>
                <a:lnTo>
                  <a:pt x="5128200" y="1009747"/>
                </a:lnTo>
                <a:lnTo>
                  <a:pt x="5105700" y="995731"/>
                </a:lnTo>
                <a:lnTo>
                  <a:pt x="5083200" y="979200"/>
                </a:lnTo>
                <a:lnTo>
                  <a:pt x="5083200" y="979200"/>
                </a:lnTo>
                <a:lnTo>
                  <a:pt x="5060700" y="995731"/>
                </a:lnTo>
                <a:lnTo>
                  <a:pt x="5038200" y="1009747"/>
                </a:lnTo>
                <a:lnTo>
                  <a:pt x="5015700" y="1019111"/>
                </a:lnTo>
                <a:lnTo>
                  <a:pt x="4993199" y="1022400"/>
                </a:lnTo>
                <a:lnTo>
                  <a:pt x="4970700" y="1019111"/>
                </a:lnTo>
                <a:lnTo>
                  <a:pt x="4948200" y="1009747"/>
                </a:lnTo>
                <a:lnTo>
                  <a:pt x="4925700" y="995731"/>
                </a:lnTo>
                <a:lnTo>
                  <a:pt x="4903200" y="979200"/>
                </a:lnTo>
                <a:lnTo>
                  <a:pt x="4903200" y="979200"/>
                </a:lnTo>
                <a:lnTo>
                  <a:pt x="4880699" y="995731"/>
                </a:lnTo>
                <a:lnTo>
                  <a:pt x="4858200" y="1009747"/>
                </a:lnTo>
                <a:lnTo>
                  <a:pt x="4835700" y="1019111"/>
                </a:lnTo>
                <a:lnTo>
                  <a:pt x="4813200" y="1022400"/>
                </a:lnTo>
                <a:lnTo>
                  <a:pt x="4790700" y="1019111"/>
                </a:lnTo>
                <a:lnTo>
                  <a:pt x="4768200" y="1009747"/>
                </a:lnTo>
                <a:lnTo>
                  <a:pt x="4745700" y="995731"/>
                </a:lnTo>
                <a:lnTo>
                  <a:pt x="4723199" y="979200"/>
                </a:lnTo>
                <a:lnTo>
                  <a:pt x="4723199" y="979200"/>
                </a:lnTo>
                <a:lnTo>
                  <a:pt x="4700700" y="995731"/>
                </a:lnTo>
                <a:lnTo>
                  <a:pt x="4678200" y="1009747"/>
                </a:lnTo>
                <a:lnTo>
                  <a:pt x="4655700" y="1019111"/>
                </a:lnTo>
                <a:lnTo>
                  <a:pt x="4633200" y="1022400"/>
                </a:lnTo>
                <a:lnTo>
                  <a:pt x="4610700" y="1019111"/>
                </a:lnTo>
                <a:lnTo>
                  <a:pt x="4588200" y="1009747"/>
                </a:lnTo>
                <a:lnTo>
                  <a:pt x="4565699" y="995731"/>
                </a:lnTo>
                <a:lnTo>
                  <a:pt x="4543200" y="979200"/>
                </a:lnTo>
                <a:lnTo>
                  <a:pt x="4543200" y="979200"/>
                </a:lnTo>
                <a:lnTo>
                  <a:pt x="4520700" y="995731"/>
                </a:lnTo>
                <a:lnTo>
                  <a:pt x="4498200" y="1009747"/>
                </a:lnTo>
                <a:lnTo>
                  <a:pt x="4475700" y="1019111"/>
                </a:lnTo>
                <a:lnTo>
                  <a:pt x="4453200" y="1022400"/>
                </a:lnTo>
                <a:lnTo>
                  <a:pt x="4430700" y="1019111"/>
                </a:lnTo>
                <a:lnTo>
                  <a:pt x="4408200" y="1009747"/>
                </a:lnTo>
                <a:lnTo>
                  <a:pt x="4385700" y="995731"/>
                </a:lnTo>
                <a:lnTo>
                  <a:pt x="4363200" y="979200"/>
                </a:lnTo>
                <a:lnTo>
                  <a:pt x="4363200" y="979200"/>
                </a:lnTo>
                <a:lnTo>
                  <a:pt x="4340700" y="995731"/>
                </a:lnTo>
                <a:lnTo>
                  <a:pt x="4318200" y="1009747"/>
                </a:lnTo>
                <a:lnTo>
                  <a:pt x="4295700" y="1019111"/>
                </a:lnTo>
                <a:lnTo>
                  <a:pt x="4273200" y="1022400"/>
                </a:lnTo>
                <a:lnTo>
                  <a:pt x="4250700" y="1019111"/>
                </a:lnTo>
                <a:lnTo>
                  <a:pt x="4228200" y="1009747"/>
                </a:lnTo>
                <a:lnTo>
                  <a:pt x="4205700" y="995731"/>
                </a:lnTo>
                <a:lnTo>
                  <a:pt x="4183200" y="979200"/>
                </a:lnTo>
                <a:lnTo>
                  <a:pt x="4183200" y="979200"/>
                </a:lnTo>
                <a:lnTo>
                  <a:pt x="4160700" y="995731"/>
                </a:lnTo>
                <a:lnTo>
                  <a:pt x="4138200" y="1009747"/>
                </a:lnTo>
                <a:lnTo>
                  <a:pt x="4115700" y="1019111"/>
                </a:lnTo>
                <a:lnTo>
                  <a:pt x="4093200" y="1022400"/>
                </a:lnTo>
                <a:lnTo>
                  <a:pt x="4070700" y="1019111"/>
                </a:lnTo>
                <a:lnTo>
                  <a:pt x="4048200" y="1009747"/>
                </a:lnTo>
                <a:lnTo>
                  <a:pt x="4025700" y="995731"/>
                </a:lnTo>
                <a:lnTo>
                  <a:pt x="4003200" y="979200"/>
                </a:lnTo>
                <a:lnTo>
                  <a:pt x="4003200" y="979200"/>
                </a:lnTo>
                <a:lnTo>
                  <a:pt x="3980700" y="995731"/>
                </a:lnTo>
                <a:lnTo>
                  <a:pt x="3958200" y="1009747"/>
                </a:lnTo>
                <a:lnTo>
                  <a:pt x="3935700" y="1019111"/>
                </a:lnTo>
                <a:lnTo>
                  <a:pt x="3913200" y="1022400"/>
                </a:lnTo>
                <a:lnTo>
                  <a:pt x="3890700" y="1019111"/>
                </a:lnTo>
                <a:lnTo>
                  <a:pt x="3868200" y="1009747"/>
                </a:lnTo>
                <a:lnTo>
                  <a:pt x="3845700" y="995731"/>
                </a:lnTo>
                <a:lnTo>
                  <a:pt x="3823200" y="979200"/>
                </a:lnTo>
                <a:lnTo>
                  <a:pt x="3823200" y="979200"/>
                </a:lnTo>
                <a:lnTo>
                  <a:pt x="3800700" y="995731"/>
                </a:lnTo>
                <a:lnTo>
                  <a:pt x="3778200" y="1009747"/>
                </a:lnTo>
                <a:lnTo>
                  <a:pt x="3755700" y="1019111"/>
                </a:lnTo>
                <a:lnTo>
                  <a:pt x="3733200" y="1022400"/>
                </a:lnTo>
                <a:lnTo>
                  <a:pt x="3710700" y="1019111"/>
                </a:lnTo>
                <a:lnTo>
                  <a:pt x="3688200" y="1009747"/>
                </a:lnTo>
                <a:lnTo>
                  <a:pt x="3665700" y="995731"/>
                </a:lnTo>
                <a:lnTo>
                  <a:pt x="3643200" y="979200"/>
                </a:lnTo>
                <a:lnTo>
                  <a:pt x="3643200" y="979200"/>
                </a:lnTo>
                <a:lnTo>
                  <a:pt x="3620700" y="995731"/>
                </a:lnTo>
                <a:lnTo>
                  <a:pt x="3598200" y="1009747"/>
                </a:lnTo>
                <a:lnTo>
                  <a:pt x="3575700" y="1019111"/>
                </a:lnTo>
                <a:lnTo>
                  <a:pt x="3553200" y="1022400"/>
                </a:lnTo>
                <a:lnTo>
                  <a:pt x="3530700" y="1019111"/>
                </a:lnTo>
                <a:lnTo>
                  <a:pt x="3508200" y="1009747"/>
                </a:lnTo>
                <a:lnTo>
                  <a:pt x="3485700" y="995731"/>
                </a:lnTo>
                <a:lnTo>
                  <a:pt x="3463200" y="979200"/>
                </a:lnTo>
                <a:lnTo>
                  <a:pt x="3463200" y="979200"/>
                </a:lnTo>
                <a:lnTo>
                  <a:pt x="3440700" y="995731"/>
                </a:lnTo>
                <a:lnTo>
                  <a:pt x="3418200" y="1009747"/>
                </a:lnTo>
                <a:lnTo>
                  <a:pt x="3395700" y="1019111"/>
                </a:lnTo>
                <a:lnTo>
                  <a:pt x="3373200" y="1022400"/>
                </a:lnTo>
                <a:lnTo>
                  <a:pt x="3350700" y="1019111"/>
                </a:lnTo>
                <a:lnTo>
                  <a:pt x="3328200" y="1009747"/>
                </a:lnTo>
                <a:lnTo>
                  <a:pt x="3305700" y="995731"/>
                </a:lnTo>
                <a:lnTo>
                  <a:pt x="3283200" y="979200"/>
                </a:lnTo>
                <a:lnTo>
                  <a:pt x="3283200" y="979200"/>
                </a:lnTo>
                <a:lnTo>
                  <a:pt x="3260700" y="995731"/>
                </a:lnTo>
                <a:lnTo>
                  <a:pt x="3238200" y="1009747"/>
                </a:lnTo>
                <a:lnTo>
                  <a:pt x="3215700" y="1019111"/>
                </a:lnTo>
                <a:lnTo>
                  <a:pt x="3193200" y="1022400"/>
                </a:lnTo>
                <a:lnTo>
                  <a:pt x="3170700" y="1019111"/>
                </a:lnTo>
                <a:lnTo>
                  <a:pt x="3148200" y="1009747"/>
                </a:lnTo>
                <a:lnTo>
                  <a:pt x="3125700" y="995731"/>
                </a:lnTo>
                <a:lnTo>
                  <a:pt x="3103200" y="979200"/>
                </a:lnTo>
                <a:lnTo>
                  <a:pt x="3103200" y="979200"/>
                </a:lnTo>
                <a:lnTo>
                  <a:pt x="3080700" y="995731"/>
                </a:lnTo>
                <a:lnTo>
                  <a:pt x="3058200" y="1009747"/>
                </a:lnTo>
                <a:lnTo>
                  <a:pt x="3035700" y="1019111"/>
                </a:lnTo>
                <a:lnTo>
                  <a:pt x="3013200" y="1022400"/>
                </a:lnTo>
                <a:lnTo>
                  <a:pt x="2990700" y="1019111"/>
                </a:lnTo>
                <a:lnTo>
                  <a:pt x="2968200" y="1009747"/>
                </a:lnTo>
                <a:lnTo>
                  <a:pt x="2945700" y="995731"/>
                </a:lnTo>
                <a:lnTo>
                  <a:pt x="2923200" y="979200"/>
                </a:lnTo>
                <a:lnTo>
                  <a:pt x="2923200" y="979200"/>
                </a:lnTo>
                <a:lnTo>
                  <a:pt x="2900700" y="995731"/>
                </a:lnTo>
                <a:lnTo>
                  <a:pt x="2878200" y="1009747"/>
                </a:lnTo>
                <a:lnTo>
                  <a:pt x="2855700" y="1019111"/>
                </a:lnTo>
                <a:lnTo>
                  <a:pt x="2833200" y="1022400"/>
                </a:lnTo>
                <a:lnTo>
                  <a:pt x="2810700" y="1019111"/>
                </a:lnTo>
                <a:lnTo>
                  <a:pt x="2788200" y="1009747"/>
                </a:lnTo>
                <a:lnTo>
                  <a:pt x="2765700" y="995731"/>
                </a:lnTo>
                <a:lnTo>
                  <a:pt x="2743200" y="979200"/>
                </a:lnTo>
                <a:lnTo>
                  <a:pt x="2743200" y="979200"/>
                </a:lnTo>
                <a:lnTo>
                  <a:pt x="2720700" y="995731"/>
                </a:lnTo>
                <a:lnTo>
                  <a:pt x="2698200" y="1009747"/>
                </a:lnTo>
                <a:lnTo>
                  <a:pt x="2675700" y="1019111"/>
                </a:lnTo>
                <a:lnTo>
                  <a:pt x="2653200" y="1022400"/>
                </a:lnTo>
                <a:lnTo>
                  <a:pt x="2630700" y="1019111"/>
                </a:lnTo>
                <a:lnTo>
                  <a:pt x="2608200" y="1009747"/>
                </a:lnTo>
                <a:lnTo>
                  <a:pt x="2585700" y="995731"/>
                </a:lnTo>
                <a:lnTo>
                  <a:pt x="2563200" y="979200"/>
                </a:lnTo>
                <a:lnTo>
                  <a:pt x="2563200" y="979200"/>
                </a:lnTo>
                <a:lnTo>
                  <a:pt x="2540700" y="995731"/>
                </a:lnTo>
                <a:lnTo>
                  <a:pt x="2518200" y="1009747"/>
                </a:lnTo>
                <a:lnTo>
                  <a:pt x="2495700" y="1019111"/>
                </a:lnTo>
                <a:lnTo>
                  <a:pt x="2473200" y="1022400"/>
                </a:lnTo>
                <a:lnTo>
                  <a:pt x="2450700" y="1019111"/>
                </a:lnTo>
                <a:lnTo>
                  <a:pt x="2428200" y="1009747"/>
                </a:lnTo>
                <a:lnTo>
                  <a:pt x="2405700" y="995731"/>
                </a:lnTo>
                <a:lnTo>
                  <a:pt x="2383200" y="979200"/>
                </a:lnTo>
                <a:lnTo>
                  <a:pt x="2383200" y="979200"/>
                </a:lnTo>
                <a:lnTo>
                  <a:pt x="2360700" y="995731"/>
                </a:lnTo>
                <a:lnTo>
                  <a:pt x="2338200" y="1009747"/>
                </a:lnTo>
                <a:lnTo>
                  <a:pt x="2315700" y="1019111"/>
                </a:lnTo>
                <a:lnTo>
                  <a:pt x="2293200" y="1022400"/>
                </a:lnTo>
                <a:lnTo>
                  <a:pt x="2270700" y="1019111"/>
                </a:lnTo>
                <a:lnTo>
                  <a:pt x="2248200" y="1009747"/>
                </a:lnTo>
                <a:lnTo>
                  <a:pt x="2225700" y="995731"/>
                </a:lnTo>
                <a:lnTo>
                  <a:pt x="2203200" y="979200"/>
                </a:lnTo>
                <a:lnTo>
                  <a:pt x="2203200" y="979200"/>
                </a:lnTo>
                <a:lnTo>
                  <a:pt x="2180700" y="995731"/>
                </a:lnTo>
                <a:lnTo>
                  <a:pt x="2158200" y="1009747"/>
                </a:lnTo>
                <a:lnTo>
                  <a:pt x="2135700" y="1019111"/>
                </a:lnTo>
                <a:lnTo>
                  <a:pt x="2113200" y="1022400"/>
                </a:lnTo>
                <a:lnTo>
                  <a:pt x="2090700" y="1019111"/>
                </a:lnTo>
                <a:lnTo>
                  <a:pt x="2068200" y="1009747"/>
                </a:lnTo>
                <a:lnTo>
                  <a:pt x="2045700" y="995731"/>
                </a:lnTo>
                <a:lnTo>
                  <a:pt x="2023200" y="979200"/>
                </a:lnTo>
                <a:lnTo>
                  <a:pt x="2023200" y="979200"/>
                </a:lnTo>
                <a:lnTo>
                  <a:pt x="2000700" y="995731"/>
                </a:lnTo>
                <a:lnTo>
                  <a:pt x="1978200" y="1009747"/>
                </a:lnTo>
                <a:lnTo>
                  <a:pt x="1955700" y="1019111"/>
                </a:lnTo>
                <a:lnTo>
                  <a:pt x="1933200" y="1022400"/>
                </a:lnTo>
                <a:lnTo>
                  <a:pt x="1910700" y="1019111"/>
                </a:lnTo>
                <a:lnTo>
                  <a:pt x="1888200" y="1009747"/>
                </a:lnTo>
                <a:lnTo>
                  <a:pt x="1865700" y="995731"/>
                </a:lnTo>
                <a:lnTo>
                  <a:pt x="1843200" y="979200"/>
                </a:lnTo>
                <a:lnTo>
                  <a:pt x="1843200" y="979200"/>
                </a:lnTo>
                <a:lnTo>
                  <a:pt x="1820700" y="995731"/>
                </a:lnTo>
                <a:lnTo>
                  <a:pt x="1798200" y="1009747"/>
                </a:lnTo>
                <a:lnTo>
                  <a:pt x="1775700" y="1019111"/>
                </a:lnTo>
                <a:lnTo>
                  <a:pt x="1753200" y="1022400"/>
                </a:lnTo>
                <a:lnTo>
                  <a:pt x="1730700" y="1019111"/>
                </a:lnTo>
                <a:lnTo>
                  <a:pt x="1708200" y="1009747"/>
                </a:lnTo>
                <a:lnTo>
                  <a:pt x="1685700" y="995731"/>
                </a:lnTo>
                <a:lnTo>
                  <a:pt x="1663200" y="979200"/>
                </a:lnTo>
                <a:lnTo>
                  <a:pt x="1663200" y="979200"/>
                </a:lnTo>
                <a:lnTo>
                  <a:pt x="1640700" y="995731"/>
                </a:lnTo>
                <a:lnTo>
                  <a:pt x="1618200" y="1009747"/>
                </a:lnTo>
                <a:lnTo>
                  <a:pt x="1595700" y="1019111"/>
                </a:lnTo>
                <a:lnTo>
                  <a:pt x="1573200" y="1022400"/>
                </a:lnTo>
                <a:lnTo>
                  <a:pt x="1550700" y="1019111"/>
                </a:lnTo>
                <a:lnTo>
                  <a:pt x="1528200" y="1009747"/>
                </a:lnTo>
                <a:lnTo>
                  <a:pt x="1505700" y="995731"/>
                </a:lnTo>
                <a:lnTo>
                  <a:pt x="1483200" y="979200"/>
                </a:lnTo>
                <a:lnTo>
                  <a:pt x="1483200" y="979200"/>
                </a:lnTo>
                <a:lnTo>
                  <a:pt x="1460700" y="995731"/>
                </a:lnTo>
                <a:lnTo>
                  <a:pt x="1438200" y="1009747"/>
                </a:lnTo>
                <a:lnTo>
                  <a:pt x="1415700" y="1019111"/>
                </a:lnTo>
                <a:lnTo>
                  <a:pt x="1393200" y="1022400"/>
                </a:lnTo>
                <a:lnTo>
                  <a:pt x="1370700" y="1019111"/>
                </a:lnTo>
                <a:lnTo>
                  <a:pt x="1348200" y="1009747"/>
                </a:lnTo>
                <a:lnTo>
                  <a:pt x="1325700" y="995731"/>
                </a:lnTo>
                <a:lnTo>
                  <a:pt x="1303200" y="979200"/>
                </a:lnTo>
                <a:lnTo>
                  <a:pt x="1303200" y="979200"/>
                </a:lnTo>
                <a:lnTo>
                  <a:pt x="1280700" y="995731"/>
                </a:lnTo>
                <a:lnTo>
                  <a:pt x="1258200" y="1009747"/>
                </a:lnTo>
                <a:lnTo>
                  <a:pt x="1235700" y="1019111"/>
                </a:lnTo>
                <a:lnTo>
                  <a:pt x="1213200" y="1022400"/>
                </a:lnTo>
                <a:lnTo>
                  <a:pt x="1190700" y="1019111"/>
                </a:lnTo>
                <a:lnTo>
                  <a:pt x="1168200" y="1009747"/>
                </a:lnTo>
                <a:lnTo>
                  <a:pt x="1145700" y="995731"/>
                </a:lnTo>
                <a:lnTo>
                  <a:pt x="1123200" y="979200"/>
                </a:lnTo>
                <a:lnTo>
                  <a:pt x="1123200" y="979200"/>
                </a:lnTo>
                <a:lnTo>
                  <a:pt x="1100700" y="995731"/>
                </a:lnTo>
                <a:lnTo>
                  <a:pt x="1078200" y="1009747"/>
                </a:lnTo>
                <a:lnTo>
                  <a:pt x="1055700" y="1019111"/>
                </a:lnTo>
                <a:lnTo>
                  <a:pt x="1033200" y="1022400"/>
                </a:lnTo>
                <a:lnTo>
                  <a:pt x="1010700" y="1019111"/>
                </a:lnTo>
                <a:lnTo>
                  <a:pt x="988200" y="1009747"/>
                </a:lnTo>
                <a:lnTo>
                  <a:pt x="965700" y="995731"/>
                </a:lnTo>
                <a:lnTo>
                  <a:pt x="943200" y="979200"/>
                </a:lnTo>
                <a:lnTo>
                  <a:pt x="943200" y="979200"/>
                </a:lnTo>
                <a:lnTo>
                  <a:pt x="920700" y="995731"/>
                </a:lnTo>
                <a:lnTo>
                  <a:pt x="898200" y="1009747"/>
                </a:lnTo>
                <a:lnTo>
                  <a:pt x="875700" y="1019111"/>
                </a:lnTo>
                <a:lnTo>
                  <a:pt x="853200" y="1022400"/>
                </a:lnTo>
                <a:lnTo>
                  <a:pt x="830700" y="1019111"/>
                </a:lnTo>
                <a:lnTo>
                  <a:pt x="808200" y="1009747"/>
                </a:lnTo>
                <a:lnTo>
                  <a:pt x="785700" y="995731"/>
                </a:lnTo>
                <a:lnTo>
                  <a:pt x="763200" y="979200"/>
                </a:lnTo>
                <a:lnTo>
                  <a:pt x="763200" y="979200"/>
                </a:lnTo>
                <a:lnTo>
                  <a:pt x="740700" y="995731"/>
                </a:lnTo>
                <a:lnTo>
                  <a:pt x="718200" y="1009747"/>
                </a:lnTo>
                <a:lnTo>
                  <a:pt x="695700" y="1019111"/>
                </a:lnTo>
                <a:lnTo>
                  <a:pt x="673200" y="1022400"/>
                </a:lnTo>
                <a:lnTo>
                  <a:pt x="650700" y="1019111"/>
                </a:lnTo>
                <a:lnTo>
                  <a:pt x="628200" y="1009747"/>
                </a:lnTo>
                <a:lnTo>
                  <a:pt x="605700" y="995731"/>
                </a:lnTo>
                <a:lnTo>
                  <a:pt x="583200" y="979200"/>
                </a:lnTo>
                <a:lnTo>
                  <a:pt x="583200" y="979200"/>
                </a:lnTo>
                <a:lnTo>
                  <a:pt x="560700" y="995731"/>
                </a:lnTo>
                <a:lnTo>
                  <a:pt x="538200" y="1009747"/>
                </a:lnTo>
                <a:lnTo>
                  <a:pt x="515700" y="1019111"/>
                </a:lnTo>
                <a:lnTo>
                  <a:pt x="493200" y="1022400"/>
                </a:lnTo>
                <a:lnTo>
                  <a:pt x="470700" y="1019111"/>
                </a:lnTo>
                <a:lnTo>
                  <a:pt x="448200" y="1009747"/>
                </a:lnTo>
                <a:lnTo>
                  <a:pt x="425700" y="995731"/>
                </a:lnTo>
                <a:lnTo>
                  <a:pt x="403200" y="979200"/>
                </a:lnTo>
                <a:lnTo>
                  <a:pt x="403200" y="979200"/>
                </a:lnTo>
                <a:lnTo>
                  <a:pt x="380700" y="995731"/>
                </a:lnTo>
                <a:lnTo>
                  <a:pt x="358200" y="1009747"/>
                </a:lnTo>
                <a:lnTo>
                  <a:pt x="335700" y="1019111"/>
                </a:lnTo>
                <a:lnTo>
                  <a:pt x="313200" y="1022400"/>
                </a:lnTo>
                <a:lnTo>
                  <a:pt x="290700" y="1019111"/>
                </a:lnTo>
                <a:lnTo>
                  <a:pt x="268200" y="1009747"/>
                </a:lnTo>
                <a:lnTo>
                  <a:pt x="245700" y="995731"/>
                </a:lnTo>
                <a:lnTo>
                  <a:pt x="223200" y="979200"/>
                </a:lnTo>
                <a:lnTo>
                  <a:pt x="223200" y="979200"/>
                </a:lnTo>
                <a:lnTo>
                  <a:pt x="200700" y="995731"/>
                </a:lnTo>
                <a:lnTo>
                  <a:pt x="178200" y="1009747"/>
                </a:lnTo>
                <a:lnTo>
                  <a:pt x="155700" y="1019111"/>
                </a:lnTo>
                <a:lnTo>
                  <a:pt x="133200" y="1022400"/>
                </a:lnTo>
                <a:lnTo>
                  <a:pt x="110700" y="1019111"/>
                </a:lnTo>
                <a:lnTo>
                  <a:pt x="88200" y="1009747"/>
                </a:lnTo>
                <a:lnTo>
                  <a:pt x="65700" y="995731"/>
                </a:lnTo>
                <a:lnTo>
                  <a:pt x="43200" y="979200"/>
                </a:lnTo>
                <a:lnTo>
                  <a:pt x="43200" y="979200"/>
                </a:lnTo>
                <a:lnTo>
                  <a:pt x="26668" y="955800"/>
                </a:lnTo>
                <a:lnTo>
                  <a:pt x="12652" y="932400"/>
                </a:lnTo>
                <a:lnTo>
                  <a:pt x="3288" y="909000"/>
                </a:lnTo>
                <a:lnTo>
                  <a:pt x="0" y="885600"/>
                </a:lnTo>
                <a:lnTo>
                  <a:pt x="3288" y="862200"/>
                </a:lnTo>
                <a:lnTo>
                  <a:pt x="12652" y="838800"/>
                </a:lnTo>
                <a:lnTo>
                  <a:pt x="26668" y="815400"/>
                </a:lnTo>
                <a:lnTo>
                  <a:pt x="43200" y="792000"/>
                </a:lnTo>
                <a:lnTo>
                  <a:pt x="43200" y="792000"/>
                </a:lnTo>
                <a:lnTo>
                  <a:pt x="26668" y="768600"/>
                </a:lnTo>
                <a:lnTo>
                  <a:pt x="12652" y="745200"/>
                </a:lnTo>
                <a:lnTo>
                  <a:pt x="3288" y="721800"/>
                </a:lnTo>
                <a:lnTo>
                  <a:pt x="0" y="698400"/>
                </a:lnTo>
                <a:lnTo>
                  <a:pt x="3288" y="675000"/>
                </a:lnTo>
                <a:lnTo>
                  <a:pt x="12652" y="651600"/>
                </a:lnTo>
                <a:lnTo>
                  <a:pt x="26668" y="628200"/>
                </a:lnTo>
                <a:lnTo>
                  <a:pt x="43200" y="604800"/>
                </a:lnTo>
                <a:lnTo>
                  <a:pt x="43200" y="604800"/>
                </a:lnTo>
                <a:lnTo>
                  <a:pt x="26668" y="581400"/>
                </a:lnTo>
                <a:lnTo>
                  <a:pt x="12652" y="558000"/>
                </a:lnTo>
                <a:lnTo>
                  <a:pt x="3288" y="534600"/>
                </a:lnTo>
                <a:lnTo>
                  <a:pt x="0" y="511200"/>
                </a:lnTo>
                <a:lnTo>
                  <a:pt x="3288" y="487800"/>
                </a:lnTo>
                <a:lnTo>
                  <a:pt x="12652" y="464400"/>
                </a:lnTo>
                <a:lnTo>
                  <a:pt x="26668" y="441000"/>
                </a:lnTo>
                <a:lnTo>
                  <a:pt x="43200" y="417600"/>
                </a:lnTo>
                <a:lnTo>
                  <a:pt x="43200" y="417600"/>
                </a:lnTo>
                <a:lnTo>
                  <a:pt x="26668" y="394200"/>
                </a:lnTo>
                <a:lnTo>
                  <a:pt x="12652" y="370800"/>
                </a:lnTo>
                <a:lnTo>
                  <a:pt x="3288" y="347400"/>
                </a:lnTo>
                <a:lnTo>
                  <a:pt x="0" y="324000"/>
                </a:lnTo>
                <a:lnTo>
                  <a:pt x="3288" y="300600"/>
                </a:lnTo>
                <a:lnTo>
                  <a:pt x="12652" y="277200"/>
                </a:lnTo>
                <a:lnTo>
                  <a:pt x="26668" y="253800"/>
                </a:lnTo>
                <a:lnTo>
                  <a:pt x="43200" y="230400"/>
                </a:lnTo>
                <a:lnTo>
                  <a:pt x="43200" y="230400"/>
                </a:lnTo>
                <a:lnTo>
                  <a:pt x="26668" y="207000"/>
                </a:lnTo>
                <a:lnTo>
                  <a:pt x="12652" y="183600"/>
                </a:lnTo>
                <a:lnTo>
                  <a:pt x="3288" y="160200"/>
                </a:lnTo>
                <a:lnTo>
                  <a:pt x="0" y="136800"/>
                </a:lnTo>
                <a:lnTo>
                  <a:pt x="3288" y="113400"/>
                </a:lnTo>
                <a:lnTo>
                  <a:pt x="12652" y="90000"/>
                </a:lnTo>
                <a:lnTo>
                  <a:pt x="26668" y="66600"/>
                </a:lnTo>
                <a:lnTo>
                  <a:pt x="43200" y="43200"/>
                </a:lnTo>
                <a:close/>
              </a:path>
            </a:pathLst>
          </a:custGeom>
          <a:noFill/>
          <a:ln w="7620">
            <a:solidFill>
              <a:srgbClr val="A4433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8000" y="2268000"/>
            <a:ext cx="13464000" cy="75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  <a:r>
              <a:t>#4  FINISHED ENVELOPE  /  Surveyor / owner</a:t>
            </a:r>
          </a:p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  <a:r>
              <a:t>Survey 2400 × 3106 after plaster; check diagonals, plumb and ceiling height.</a:t>
            </a:r>
          </a:p>
        </p:txBody>
      </p:sp>
      <p:sp>
        <p:nvSpPr>
          <p:cNvPr id="13" name="Freeform 12"/>
          <p:cNvSpPr/>
          <p:nvPr/>
        </p:nvSpPr>
        <p:spPr>
          <a:xfrm>
            <a:off x="676800" y="3268800"/>
            <a:ext cx="13766400" cy="1022400"/>
          </a:xfrm>
          <a:custGeom>
            <a:avLst/>
            <a:gdLst/>
            <a:ahLst/>
            <a:cxnLst/>
            <a:rect l="l" t="t" r="r" b="b"/>
            <a:pathLst>
              <a:path w="13766400" h="1022400">
                <a:moveTo>
                  <a:pt x="43200" y="43200"/>
                </a:moveTo>
                <a:lnTo>
                  <a:pt x="65700" y="26668"/>
                </a:lnTo>
                <a:lnTo>
                  <a:pt x="88200" y="12652"/>
                </a:lnTo>
                <a:lnTo>
                  <a:pt x="110700" y="3288"/>
                </a:lnTo>
                <a:lnTo>
                  <a:pt x="133200" y="0"/>
                </a:lnTo>
                <a:lnTo>
                  <a:pt x="155700" y="3288"/>
                </a:lnTo>
                <a:lnTo>
                  <a:pt x="178200" y="12652"/>
                </a:lnTo>
                <a:lnTo>
                  <a:pt x="200700" y="26668"/>
                </a:lnTo>
                <a:lnTo>
                  <a:pt x="223200" y="43200"/>
                </a:lnTo>
                <a:lnTo>
                  <a:pt x="223200" y="43200"/>
                </a:lnTo>
                <a:lnTo>
                  <a:pt x="245700" y="26668"/>
                </a:lnTo>
                <a:lnTo>
                  <a:pt x="268200" y="12652"/>
                </a:lnTo>
                <a:lnTo>
                  <a:pt x="290700" y="3288"/>
                </a:lnTo>
                <a:lnTo>
                  <a:pt x="313200" y="0"/>
                </a:lnTo>
                <a:lnTo>
                  <a:pt x="335700" y="3288"/>
                </a:lnTo>
                <a:lnTo>
                  <a:pt x="358200" y="12652"/>
                </a:lnTo>
                <a:lnTo>
                  <a:pt x="380700" y="26668"/>
                </a:lnTo>
                <a:lnTo>
                  <a:pt x="403200" y="43200"/>
                </a:lnTo>
                <a:lnTo>
                  <a:pt x="403200" y="43200"/>
                </a:lnTo>
                <a:lnTo>
                  <a:pt x="425700" y="26668"/>
                </a:lnTo>
                <a:lnTo>
                  <a:pt x="448200" y="12652"/>
                </a:lnTo>
                <a:lnTo>
                  <a:pt x="470700" y="3288"/>
                </a:lnTo>
                <a:lnTo>
                  <a:pt x="493200" y="0"/>
                </a:lnTo>
                <a:lnTo>
                  <a:pt x="515700" y="3288"/>
                </a:lnTo>
                <a:lnTo>
                  <a:pt x="538200" y="12652"/>
                </a:lnTo>
                <a:lnTo>
                  <a:pt x="560700" y="26668"/>
                </a:lnTo>
                <a:lnTo>
                  <a:pt x="583200" y="43200"/>
                </a:lnTo>
                <a:lnTo>
                  <a:pt x="583200" y="43200"/>
                </a:lnTo>
                <a:lnTo>
                  <a:pt x="605700" y="26668"/>
                </a:lnTo>
                <a:lnTo>
                  <a:pt x="628200" y="12652"/>
                </a:lnTo>
                <a:lnTo>
                  <a:pt x="650700" y="3288"/>
                </a:lnTo>
                <a:lnTo>
                  <a:pt x="673200" y="0"/>
                </a:lnTo>
                <a:lnTo>
                  <a:pt x="695700" y="3288"/>
                </a:lnTo>
                <a:lnTo>
                  <a:pt x="718200" y="12652"/>
                </a:lnTo>
                <a:lnTo>
                  <a:pt x="740700" y="26668"/>
                </a:lnTo>
                <a:lnTo>
                  <a:pt x="763200" y="43200"/>
                </a:lnTo>
                <a:lnTo>
                  <a:pt x="763200" y="43200"/>
                </a:lnTo>
                <a:lnTo>
                  <a:pt x="785700" y="26668"/>
                </a:lnTo>
                <a:lnTo>
                  <a:pt x="808200" y="12652"/>
                </a:lnTo>
                <a:lnTo>
                  <a:pt x="830700" y="3288"/>
                </a:lnTo>
                <a:lnTo>
                  <a:pt x="853200" y="0"/>
                </a:lnTo>
                <a:lnTo>
                  <a:pt x="875700" y="3288"/>
                </a:lnTo>
                <a:lnTo>
                  <a:pt x="898200" y="12652"/>
                </a:lnTo>
                <a:lnTo>
                  <a:pt x="920700" y="26668"/>
                </a:lnTo>
                <a:lnTo>
                  <a:pt x="943200" y="43200"/>
                </a:lnTo>
                <a:lnTo>
                  <a:pt x="943200" y="43200"/>
                </a:lnTo>
                <a:lnTo>
                  <a:pt x="965700" y="26668"/>
                </a:lnTo>
                <a:lnTo>
                  <a:pt x="988200" y="12652"/>
                </a:lnTo>
                <a:lnTo>
                  <a:pt x="1010700" y="3288"/>
                </a:lnTo>
                <a:lnTo>
                  <a:pt x="1033200" y="0"/>
                </a:lnTo>
                <a:lnTo>
                  <a:pt x="1055700" y="3288"/>
                </a:lnTo>
                <a:lnTo>
                  <a:pt x="1078200" y="12652"/>
                </a:lnTo>
                <a:lnTo>
                  <a:pt x="1100700" y="26668"/>
                </a:lnTo>
                <a:lnTo>
                  <a:pt x="1123200" y="43200"/>
                </a:lnTo>
                <a:lnTo>
                  <a:pt x="1123200" y="43200"/>
                </a:lnTo>
                <a:lnTo>
                  <a:pt x="1145700" y="26668"/>
                </a:lnTo>
                <a:lnTo>
                  <a:pt x="1168200" y="12652"/>
                </a:lnTo>
                <a:lnTo>
                  <a:pt x="1190700" y="3288"/>
                </a:lnTo>
                <a:lnTo>
                  <a:pt x="1213200" y="0"/>
                </a:lnTo>
                <a:lnTo>
                  <a:pt x="1235700" y="3288"/>
                </a:lnTo>
                <a:lnTo>
                  <a:pt x="1258200" y="12652"/>
                </a:lnTo>
                <a:lnTo>
                  <a:pt x="1280700" y="26668"/>
                </a:lnTo>
                <a:lnTo>
                  <a:pt x="1303200" y="43200"/>
                </a:lnTo>
                <a:lnTo>
                  <a:pt x="1303200" y="43200"/>
                </a:lnTo>
                <a:lnTo>
                  <a:pt x="1325700" y="26668"/>
                </a:lnTo>
                <a:lnTo>
                  <a:pt x="1348200" y="12652"/>
                </a:lnTo>
                <a:lnTo>
                  <a:pt x="1370700" y="3288"/>
                </a:lnTo>
                <a:lnTo>
                  <a:pt x="1393200" y="0"/>
                </a:lnTo>
                <a:lnTo>
                  <a:pt x="1415700" y="3288"/>
                </a:lnTo>
                <a:lnTo>
                  <a:pt x="1438200" y="12652"/>
                </a:lnTo>
                <a:lnTo>
                  <a:pt x="1460700" y="26668"/>
                </a:lnTo>
                <a:lnTo>
                  <a:pt x="1483200" y="43200"/>
                </a:lnTo>
                <a:lnTo>
                  <a:pt x="1483200" y="43200"/>
                </a:lnTo>
                <a:lnTo>
                  <a:pt x="1505700" y="26668"/>
                </a:lnTo>
                <a:lnTo>
                  <a:pt x="1528200" y="12652"/>
                </a:lnTo>
                <a:lnTo>
                  <a:pt x="1550700" y="3288"/>
                </a:lnTo>
                <a:lnTo>
                  <a:pt x="1573200" y="0"/>
                </a:lnTo>
                <a:lnTo>
                  <a:pt x="1595700" y="3288"/>
                </a:lnTo>
                <a:lnTo>
                  <a:pt x="1618200" y="12652"/>
                </a:lnTo>
                <a:lnTo>
                  <a:pt x="1640700" y="26668"/>
                </a:lnTo>
                <a:lnTo>
                  <a:pt x="1663200" y="43200"/>
                </a:lnTo>
                <a:lnTo>
                  <a:pt x="1663200" y="43200"/>
                </a:lnTo>
                <a:lnTo>
                  <a:pt x="1685700" y="26668"/>
                </a:lnTo>
                <a:lnTo>
                  <a:pt x="1708200" y="12652"/>
                </a:lnTo>
                <a:lnTo>
                  <a:pt x="1730700" y="3288"/>
                </a:lnTo>
                <a:lnTo>
                  <a:pt x="1753200" y="0"/>
                </a:lnTo>
                <a:lnTo>
                  <a:pt x="1775700" y="3288"/>
                </a:lnTo>
                <a:lnTo>
                  <a:pt x="1798200" y="12652"/>
                </a:lnTo>
                <a:lnTo>
                  <a:pt x="1820700" y="26668"/>
                </a:lnTo>
                <a:lnTo>
                  <a:pt x="1843200" y="43200"/>
                </a:lnTo>
                <a:lnTo>
                  <a:pt x="1843200" y="43200"/>
                </a:lnTo>
                <a:lnTo>
                  <a:pt x="1865700" y="26668"/>
                </a:lnTo>
                <a:lnTo>
                  <a:pt x="1888200" y="12652"/>
                </a:lnTo>
                <a:lnTo>
                  <a:pt x="1910700" y="3288"/>
                </a:lnTo>
                <a:lnTo>
                  <a:pt x="1933200" y="0"/>
                </a:lnTo>
                <a:lnTo>
                  <a:pt x="1955700" y="3288"/>
                </a:lnTo>
                <a:lnTo>
                  <a:pt x="1978200" y="12652"/>
                </a:lnTo>
                <a:lnTo>
                  <a:pt x="2000700" y="26668"/>
                </a:lnTo>
                <a:lnTo>
                  <a:pt x="2023200" y="43200"/>
                </a:lnTo>
                <a:lnTo>
                  <a:pt x="2023200" y="43200"/>
                </a:lnTo>
                <a:lnTo>
                  <a:pt x="2045700" y="26668"/>
                </a:lnTo>
                <a:lnTo>
                  <a:pt x="2068200" y="12652"/>
                </a:lnTo>
                <a:lnTo>
                  <a:pt x="2090700" y="3288"/>
                </a:lnTo>
                <a:lnTo>
                  <a:pt x="2113200" y="0"/>
                </a:lnTo>
                <a:lnTo>
                  <a:pt x="2135700" y="3288"/>
                </a:lnTo>
                <a:lnTo>
                  <a:pt x="2158200" y="12652"/>
                </a:lnTo>
                <a:lnTo>
                  <a:pt x="2180700" y="26668"/>
                </a:lnTo>
                <a:lnTo>
                  <a:pt x="2203200" y="43200"/>
                </a:lnTo>
                <a:lnTo>
                  <a:pt x="2203200" y="43200"/>
                </a:lnTo>
                <a:lnTo>
                  <a:pt x="2225700" y="26668"/>
                </a:lnTo>
                <a:lnTo>
                  <a:pt x="2248200" y="12652"/>
                </a:lnTo>
                <a:lnTo>
                  <a:pt x="2270700" y="3288"/>
                </a:lnTo>
                <a:lnTo>
                  <a:pt x="2293200" y="0"/>
                </a:lnTo>
                <a:lnTo>
                  <a:pt x="2315700" y="3288"/>
                </a:lnTo>
                <a:lnTo>
                  <a:pt x="2338200" y="12652"/>
                </a:lnTo>
                <a:lnTo>
                  <a:pt x="2360700" y="26668"/>
                </a:lnTo>
                <a:lnTo>
                  <a:pt x="2383200" y="43200"/>
                </a:lnTo>
                <a:lnTo>
                  <a:pt x="2383200" y="43200"/>
                </a:lnTo>
                <a:lnTo>
                  <a:pt x="2405700" y="26668"/>
                </a:lnTo>
                <a:lnTo>
                  <a:pt x="2428200" y="12652"/>
                </a:lnTo>
                <a:lnTo>
                  <a:pt x="2450700" y="3288"/>
                </a:lnTo>
                <a:lnTo>
                  <a:pt x="2473200" y="0"/>
                </a:lnTo>
                <a:lnTo>
                  <a:pt x="2495700" y="3288"/>
                </a:lnTo>
                <a:lnTo>
                  <a:pt x="2518200" y="12652"/>
                </a:lnTo>
                <a:lnTo>
                  <a:pt x="2540700" y="26668"/>
                </a:lnTo>
                <a:lnTo>
                  <a:pt x="2563200" y="43200"/>
                </a:lnTo>
                <a:lnTo>
                  <a:pt x="2563200" y="43200"/>
                </a:lnTo>
                <a:lnTo>
                  <a:pt x="2585700" y="26668"/>
                </a:lnTo>
                <a:lnTo>
                  <a:pt x="2608200" y="12652"/>
                </a:lnTo>
                <a:lnTo>
                  <a:pt x="2630700" y="3288"/>
                </a:lnTo>
                <a:lnTo>
                  <a:pt x="2653200" y="0"/>
                </a:lnTo>
                <a:lnTo>
                  <a:pt x="2675700" y="3288"/>
                </a:lnTo>
                <a:lnTo>
                  <a:pt x="2698200" y="12652"/>
                </a:lnTo>
                <a:lnTo>
                  <a:pt x="2720700" y="26668"/>
                </a:lnTo>
                <a:lnTo>
                  <a:pt x="2743200" y="43200"/>
                </a:lnTo>
                <a:lnTo>
                  <a:pt x="2743200" y="43200"/>
                </a:lnTo>
                <a:lnTo>
                  <a:pt x="2765700" y="26668"/>
                </a:lnTo>
                <a:lnTo>
                  <a:pt x="2788200" y="12652"/>
                </a:lnTo>
                <a:lnTo>
                  <a:pt x="2810700" y="3288"/>
                </a:lnTo>
                <a:lnTo>
                  <a:pt x="2833200" y="0"/>
                </a:lnTo>
                <a:lnTo>
                  <a:pt x="2855700" y="3288"/>
                </a:lnTo>
                <a:lnTo>
                  <a:pt x="2878200" y="12652"/>
                </a:lnTo>
                <a:lnTo>
                  <a:pt x="2900700" y="26668"/>
                </a:lnTo>
                <a:lnTo>
                  <a:pt x="2923200" y="43200"/>
                </a:lnTo>
                <a:lnTo>
                  <a:pt x="2923200" y="43200"/>
                </a:lnTo>
                <a:lnTo>
                  <a:pt x="2945700" y="26668"/>
                </a:lnTo>
                <a:lnTo>
                  <a:pt x="2968200" y="12652"/>
                </a:lnTo>
                <a:lnTo>
                  <a:pt x="2990700" y="3288"/>
                </a:lnTo>
                <a:lnTo>
                  <a:pt x="3013200" y="0"/>
                </a:lnTo>
                <a:lnTo>
                  <a:pt x="3035700" y="3288"/>
                </a:lnTo>
                <a:lnTo>
                  <a:pt x="3058200" y="12652"/>
                </a:lnTo>
                <a:lnTo>
                  <a:pt x="3080700" y="26668"/>
                </a:lnTo>
                <a:lnTo>
                  <a:pt x="3103200" y="43200"/>
                </a:lnTo>
                <a:lnTo>
                  <a:pt x="3103200" y="43200"/>
                </a:lnTo>
                <a:lnTo>
                  <a:pt x="3125700" y="26668"/>
                </a:lnTo>
                <a:lnTo>
                  <a:pt x="3148200" y="12652"/>
                </a:lnTo>
                <a:lnTo>
                  <a:pt x="3170700" y="3288"/>
                </a:lnTo>
                <a:lnTo>
                  <a:pt x="3193200" y="0"/>
                </a:lnTo>
                <a:lnTo>
                  <a:pt x="3215700" y="3288"/>
                </a:lnTo>
                <a:lnTo>
                  <a:pt x="3238200" y="12652"/>
                </a:lnTo>
                <a:lnTo>
                  <a:pt x="3260700" y="26668"/>
                </a:lnTo>
                <a:lnTo>
                  <a:pt x="3283200" y="43200"/>
                </a:lnTo>
                <a:lnTo>
                  <a:pt x="3283200" y="43200"/>
                </a:lnTo>
                <a:lnTo>
                  <a:pt x="3305700" y="26668"/>
                </a:lnTo>
                <a:lnTo>
                  <a:pt x="3328200" y="12652"/>
                </a:lnTo>
                <a:lnTo>
                  <a:pt x="3350700" y="3288"/>
                </a:lnTo>
                <a:lnTo>
                  <a:pt x="3373200" y="0"/>
                </a:lnTo>
                <a:lnTo>
                  <a:pt x="3395700" y="3288"/>
                </a:lnTo>
                <a:lnTo>
                  <a:pt x="3418200" y="12652"/>
                </a:lnTo>
                <a:lnTo>
                  <a:pt x="3440700" y="26668"/>
                </a:lnTo>
                <a:lnTo>
                  <a:pt x="3463200" y="43200"/>
                </a:lnTo>
                <a:lnTo>
                  <a:pt x="3463200" y="43200"/>
                </a:lnTo>
                <a:lnTo>
                  <a:pt x="3485700" y="26668"/>
                </a:lnTo>
                <a:lnTo>
                  <a:pt x="3508200" y="12652"/>
                </a:lnTo>
                <a:lnTo>
                  <a:pt x="3530699" y="3288"/>
                </a:lnTo>
                <a:lnTo>
                  <a:pt x="3553200" y="0"/>
                </a:lnTo>
                <a:lnTo>
                  <a:pt x="3575700" y="3288"/>
                </a:lnTo>
                <a:lnTo>
                  <a:pt x="3598200" y="12652"/>
                </a:lnTo>
                <a:lnTo>
                  <a:pt x="3620700" y="26668"/>
                </a:lnTo>
                <a:lnTo>
                  <a:pt x="3643200" y="43200"/>
                </a:lnTo>
                <a:lnTo>
                  <a:pt x="3643200" y="43200"/>
                </a:lnTo>
                <a:lnTo>
                  <a:pt x="3665699" y="26668"/>
                </a:lnTo>
                <a:lnTo>
                  <a:pt x="3688200" y="12652"/>
                </a:lnTo>
                <a:lnTo>
                  <a:pt x="3710700" y="3288"/>
                </a:lnTo>
                <a:lnTo>
                  <a:pt x="3733200" y="0"/>
                </a:lnTo>
                <a:lnTo>
                  <a:pt x="3755700" y="3288"/>
                </a:lnTo>
                <a:lnTo>
                  <a:pt x="3778200" y="12652"/>
                </a:lnTo>
                <a:lnTo>
                  <a:pt x="3800699" y="26668"/>
                </a:lnTo>
                <a:lnTo>
                  <a:pt x="3823200" y="43200"/>
                </a:lnTo>
                <a:lnTo>
                  <a:pt x="3823200" y="43200"/>
                </a:lnTo>
                <a:lnTo>
                  <a:pt x="3845700" y="26668"/>
                </a:lnTo>
                <a:lnTo>
                  <a:pt x="3868200" y="12652"/>
                </a:lnTo>
                <a:lnTo>
                  <a:pt x="3890700" y="3288"/>
                </a:lnTo>
                <a:lnTo>
                  <a:pt x="3913200" y="0"/>
                </a:lnTo>
                <a:lnTo>
                  <a:pt x="3935700" y="3288"/>
                </a:lnTo>
                <a:lnTo>
                  <a:pt x="3958200" y="12652"/>
                </a:lnTo>
                <a:lnTo>
                  <a:pt x="3980700" y="26668"/>
                </a:lnTo>
                <a:lnTo>
                  <a:pt x="4003200" y="43200"/>
                </a:lnTo>
                <a:lnTo>
                  <a:pt x="4003200" y="43200"/>
                </a:lnTo>
                <a:lnTo>
                  <a:pt x="4025700" y="26668"/>
                </a:lnTo>
                <a:lnTo>
                  <a:pt x="4048200" y="12652"/>
                </a:lnTo>
                <a:lnTo>
                  <a:pt x="4070700" y="3288"/>
                </a:lnTo>
                <a:lnTo>
                  <a:pt x="4093200" y="0"/>
                </a:lnTo>
                <a:lnTo>
                  <a:pt x="4115700" y="3288"/>
                </a:lnTo>
                <a:lnTo>
                  <a:pt x="4138200" y="12652"/>
                </a:lnTo>
                <a:lnTo>
                  <a:pt x="4160700" y="26668"/>
                </a:lnTo>
                <a:lnTo>
                  <a:pt x="4183200" y="43200"/>
                </a:lnTo>
                <a:lnTo>
                  <a:pt x="4183200" y="43200"/>
                </a:lnTo>
                <a:lnTo>
                  <a:pt x="4205700" y="26668"/>
                </a:lnTo>
                <a:lnTo>
                  <a:pt x="4228200" y="12652"/>
                </a:lnTo>
                <a:lnTo>
                  <a:pt x="4250700" y="3288"/>
                </a:lnTo>
                <a:lnTo>
                  <a:pt x="4273200" y="0"/>
                </a:lnTo>
                <a:lnTo>
                  <a:pt x="4295700" y="3288"/>
                </a:lnTo>
                <a:lnTo>
                  <a:pt x="4318200" y="12652"/>
                </a:lnTo>
                <a:lnTo>
                  <a:pt x="4340700" y="26668"/>
                </a:lnTo>
                <a:lnTo>
                  <a:pt x="4363200" y="43200"/>
                </a:lnTo>
                <a:lnTo>
                  <a:pt x="4363200" y="43200"/>
                </a:lnTo>
                <a:lnTo>
                  <a:pt x="4385700" y="26668"/>
                </a:lnTo>
                <a:lnTo>
                  <a:pt x="4408200" y="12652"/>
                </a:lnTo>
                <a:lnTo>
                  <a:pt x="4430700" y="3288"/>
                </a:lnTo>
                <a:lnTo>
                  <a:pt x="4453200" y="0"/>
                </a:lnTo>
                <a:lnTo>
                  <a:pt x="4475700" y="3288"/>
                </a:lnTo>
                <a:lnTo>
                  <a:pt x="4498200" y="12652"/>
                </a:lnTo>
                <a:lnTo>
                  <a:pt x="4520700" y="26668"/>
                </a:lnTo>
                <a:lnTo>
                  <a:pt x="4543200" y="43200"/>
                </a:lnTo>
                <a:lnTo>
                  <a:pt x="4543200" y="43200"/>
                </a:lnTo>
                <a:lnTo>
                  <a:pt x="4565700" y="26668"/>
                </a:lnTo>
                <a:lnTo>
                  <a:pt x="4588200" y="12652"/>
                </a:lnTo>
                <a:lnTo>
                  <a:pt x="4610700" y="3288"/>
                </a:lnTo>
                <a:lnTo>
                  <a:pt x="4633200" y="0"/>
                </a:lnTo>
                <a:lnTo>
                  <a:pt x="4655700" y="3288"/>
                </a:lnTo>
                <a:lnTo>
                  <a:pt x="4678200" y="12652"/>
                </a:lnTo>
                <a:lnTo>
                  <a:pt x="4700700" y="26668"/>
                </a:lnTo>
                <a:lnTo>
                  <a:pt x="4723200" y="43200"/>
                </a:lnTo>
                <a:lnTo>
                  <a:pt x="4723200" y="43200"/>
                </a:lnTo>
                <a:lnTo>
                  <a:pt x="4745700" y="26668"/>
                </a:lnTo>
                <a:lnTo>
                  <a:pt x="4768200" y="12652"/>
                </a:lnTo>
                <a:lnTo>
                  <a:pt x="4790700" y="3288"/>
                </a:lnTo>
                <a:lnTo>
                  <a:pt x="4813200" y="0"/>
                </a:lnTo>
                <a:lnTo>
                  <a:pt x="4835700" y="3288"/>
                </a:lnTo>
                <a:lnTo>
                  <a:pt x="4858200" y="12652"/>
                </a:lnTo>
                <a:lnTo>
                  <a:pt x="4880700" y="26668"/>
                </a:lnTo>
                <a:lnTo>
                  <a:pt x="4903200" y="43200"/>
                </a:lnTo>
                <a:lnTo>
                  <a:pt x="4903200" y="43200"/>
                </a:lnTo>
                <a:lnTo>
                  <a:pt x="4925700" y="26668"/>
                </a:lnTo>
                <a:lnTo>
                  <a:pt x="4948200" y="12652"/>
                </a:lnTo>
                <a:lnTo>
                  <a:pt x="4970700" y="3288"/>
                </a:lnTo>
                <a:lnTo>
                  <a:pt x="4993200" y="0"/>
                </a:lnTo>
                <a:lnTo>
                  <a:pt x="5015700" y="3288"/>
                </a:lnTo>
                <a:lnTo>
                  <a:pt x="5038200" y="12652"/>
                </a:lnTo>
                <a:lnTo>
                  <a:pt x="5060700" y="26668"/>
                </a:lnTo>
                <a:lnTo>
                  <a:pt x="5083200" y="43200"/>
                </a:lnTo>
                <a:lnTo>
                  <a:pt x="5083200" y="43200"/>
                </a:lnTo>
                <a:lnTo>
                  <a:pt x="5105700" y="26668"/>
                </a:lnTo>
                <a:lnTo>
                  <a:pt x="5128200" y="12652"/>
                </a:lnTo>
                <a:lnTo>
                  <a:pt x="5150700" y="3288"/>
                </a:lnTo>
                <a:lnTo>
                  <a:pt x="5173200" y="0"/>
                </a:lnTo>
                <a:lnTo>
                  <a:pt x="5195700" y="3288"/>
                </a:lnTo>
                <a:lnTo>
                  <a:pt x="5218200" y="12652"/>
                </a:lnTo>
                <a:lnTo>
                  <a:pt x="5240700" y="26668"/>
                </a:lnTo>
                <a:lnTo>
                  <a:pt x="5263200" y="43200"/>
                </a:lnTo>
                <a:lnTo>
                  <a:pt x="5263200" y="43200"/>
                </a:lnTo>
                <a:lnTo>
                  <a:pt x="5285700" y="26668"/>
                </a:lnTo>
                <a:lnTo>
                  <a:pt x="5308200" y="12652"/>
                </a:lnTo>
                <a:lnTo>
                  <a:pt x="5330700" y="3288"/>
                </a:lnTo>
                <a:lnTo>
                  <a:pt x="5353200" y="0"/>
                </a:lnTo>
                <a:lnTo>
                  <a:pt x="5375700" y="3288"/>
                </a:lnTo>
                <a:lnTo>
                  <a:pt x="5398200" y="12652"/>
                </a:lnTo>
                <a:lnTo>
                  <a:pt x="5420700" y="26668"/>
                </a:lnTo>
                <a:lnTo>
                  <a:pt x="5443200" y="43200"/>
                </a:lnTo>
                <a:lnTo>
                  <a:pt x="5443200" y="43200"/>
                </a:lnTo>
                <a:lnTo>
                  <a:pt x="5465700" y="26668"/>
                </a:lnTo>
                <a:lnTo>
                  <a:pt x="5488200" y="12652"/>
                </a:lnTo>
                <a:lnTo>
                  <a:pt x="5510700" y="3288"/>
                </a:lnTo>
                <a:lnTo>
                  <a:pt x="5533200" y="0"/>
                </a:lnTo>
                <a:lnTo>
                  <a:pt x="5555700" y="3288"/>
                </a:lnTo>
                <a:lnTo>
                  <a:pt x="5578200" y="12652"/>
                </a:lnTo>
                <a:lnTo>
                  <a:pt x="5600700" y="26668"/>
                </a:lnTo>
                <a:lnTo>
                  <a:pt x="5623200" y="43200"/>
                </a:lnTo>
                <a:lnTo>
                  <a:pt x="5623200" y="43200"/>
                </a:lnTo>
                <a:lnTo>
                  <a:pt x="5645700" y="26668"/>
                </a:lnTo>
                <a:lnTo>
                  <a:pt x="5668200" y="12652"/>
                </a:lnTo>
                <a:lnTo>
                  <a:pt x="5690700" y="3288"/>
                </a:lnTo>
                <a:lnTo>
                  <a:pt x="5713200" y="0"/>
                </a:lnTo>
                <a:lnTo>
                  <a:pt x="5735700" y="3288"/>
                </a:lnTo>
                <a:lnTo>
                  <a:pt x="5758200" y="12652"/>
                </a:lnTo>
                <a:lnTo>
                  <a:pt x="5780700" y="26668"/>
                </a:lnTo>
                <a:lnTo>
                  <a:pt x="5803200" y="43200"/>
                </a:lnTo>
                <a:lnTo>
                  <a:pt x="5803200" y="43200"/>
                </a:lnTo>
                <a:lnTo>
                  <a:pt x="5825700" y="26668"/>
                </a:lnTo>
                <a:lnTo>
                  <a:pt x="5848200" y="12652"/>
                </a:lnTo>
                <a:lnTo>
                  <a:pt x="5870700" y="3288"/>
                </a:lnTo>
                <a:lnTo>
                  <a:pt x="5893200" y="0"/>
                </a:lnTo>
                <a:lnTo>
                  <a:pt x="5915700" y="3288"/>
                </a:lnTo>
                <a:lnTo>
                  <a:pt x="5938200" y="12652"/>
                </a:lnTo>
                <a:lnTo>
                  <a:pt x="5960700" y="26668"/>
                </a:lnTo>
                <a:lnTo>
                  <a:pt x="5983200" y="43200"/>
                </a:lnTo>
                <a:lnTo>
                  <a:pt x="5983200" y="43200"/>
                </a:lnTo>
                <a:lnTo>
                  <a:pt x="6005700" y="26668"/>
                </a:lnTo>
                <a:lnTo>
                  <a:pt x="6028200" y="12652"/>
                </a:lnTo>
                <a:lnTo>
                  <a:pt x="6050700" y="3288"/>
                </a:lnTo>
                <a:lnTo>
                  <a:pt x="6073200" y="0"/>
                </a:lnTo>
                <a:lnTo>
                  <a:pt x="6095700" y="3288"/>
                </a:lnTo>
                <a:lnTo>
                  <a:pt x="6118200" y="12652"/>
                </a:lnTo>
                <a:lnTo>
                  <a:pt x="6140700" y="26668"/>
                </a:lnTo>
                <a:lnTo>
                  <a:pt x="6163200" y="43200"/>
                </a:lnTo>
                <a:lnTo>
                  <a:pt x="6163200" y="43200"/>
                </a:lnTo>
                <a:lnTo>
                  <a:pt x="6185700" y="26668"/>
                </a:lnTo>
                <a:lnTo>
                  <a:pt x="6208200" y="12652"/>
                </a:lnTo>
                <a:lnTo>
                  <a:pt x="6230700" y="3288"/>
                </a:lnTo>
                <a:lnTo>
                  <a:pt x="6253200" y="0"/>
                </a:lnTo>
                <a:lnTo>
                  <a:pt x="6275700" y="3288"/>
                </a:lnTo>
                <a:lnTo>
                  <a:pt x="6298200" y="12652"/>
                </a:lnTo>
                <a:lnTo>
                  <a:pt x="6320700" y="26668"/>
                </a:lnTo>
                <a:lnTo>
                  <a:pt x="6343200" y="43200"/>
                </a:lnTo>
                <a:lnTo>
                  <a:pt x="6343200" y="43200"/>
                </a:lnTo>
                <a:lnTo>
                  <a:pt x="6365700" y="26668"/>
                </a:lnTo>
                <a:lnTo>
                  <a:pt x="6388200" y="12652"/>
                </a:lnTo>
                <a:lnTo>
                  <a:pt x="6410700" y="3288"/>
                </a:lnTo>
                <a:lnTo>
                  <a:pt x="6433200" y="0"/>
                </a:lnTo>
                <a:lnTo>
                  <a:pt x="6455700" y="3288"/>
                </a:lnTo>
                <a:lnTo>
                  <a:pt x="6478200" y="12652"/>
                </a:lnTo>
                <a:lnTo>
                  <a:pt x="6500700" y="26668"/>
                </a:lnTo>
                <a:lnTo>
                  <a:pt x="6523200" y="43200"/>
                </a:lnTo>
                <a:lnTo>
                  <a:pt x="6523200" y="43200"/>
                </a:lnTo>
                <a:lnTo>
                  <a:pt x="6545700" y="26668"/>
                </a:lnTo>
                <a:lnTo>
                  <a:pt x="6568200" y="12652"/>
                </a:lnTo>
                <a:lnTo>
                  <a:pt x="6590700" y="3288"/>
                </a:lnTo>
                <a:lnTo>
                  <a:pt x="6613200" y="0"/>
                </a:lnTo>
                <a:lnTo>
                  <a:pt x="6635700" y="3288"/>
                </a:lnTo>
                <a:lnTo>
                  <a:pt x="6658200" y="12652"/>
                </a:lnTo>
                <a:lnTo>
                  <a:pt x="6680700" y="26668"/>
                </a:lnTo>
                <a:lnTo>
                  <a:pt x="6703200" y="43200"/>
                </a:lnTo>
                <a:lnTo>
                  <a:pt x="6703200" y="43200"/>
                </a:lnTo>
                <a:lnTo>
                  <a:pt x="6725700" y="26668"/>
                </a:lnTo>
                <a:lnTo>
                  <a:pt x="6748200" y="12652"/>
                </a:lnTo>
                <a:lnTo>
                  <a:pt x="6770700" y="3288"/>
                </a:lnTo>
                <a:lnTo>
                  <a:pt x="6793200" y="0"/>
                </a:lnTo>
                <a:lnTo>
                  <a:pt x="6815700" y="3288"/>
                </a:lnTo>
                <a:lnTo>
                  <a:pt x="6838200" y="12652"/>
                </a:lnTo>
                <a:lnTo>
                  <a:pt x="6860700" y="26668"/>
                </a:lnTo>
                <a:lnTo>
                  <a:pt x="6883200" y="43200"/>
                </a:lnTo>
                <a:lnTo>
                  <a:pt x="6883200" y="43200"/>
                </a:lnTo>
                <a:lnTo>
                  <a:pt x="6905700" y="26668"/>
                </a:lnTo>
                <a:lnTo>
                  <a:pt x="6928200" y="12652"/>
                </a:lnTo>
                <a:lnTo>
                  <a:pt x="6950700" y="3288"/>
                </a:lnTo>
                <a:lnTo>
                  <a:pt x="6973200" y="0"/>
                </a:lnTo>
                <a:lnTo>
                  <a:pt x="6995700" y="3288"/>
                </a:lnTo>
                <a:lnTo>
                  <a:pt x="7018199" y="12652"/>
                </a:lnTo>
                <a:lnTo>
                  <a:pt x="7040700" y="26668"/>
                </a:lnTo>
                <a:lnTo>
                  <a:pt x="7063200" y="43200"/>
                </a:lnTo>
                <a:lnTo>
                  <a:pt x="7063200" y="43200"/>
                </a:lnTo>
                <a:lnTo>
                  <a:pt x="7085700" y="26668"/>
                </a:lnTo>
                <a:lnTo>
                  <a:pt x="7108200" y="12652"/>
                </a:lnTo>
                <a:lnTo>
                  <a:pt x="7130699" y="3288"/>
                </a:lnTo>
                <a:lnTo>
                  <a:pt x="7153200" y="0"/>
                </a:lnTo>
                <a:lnTo>
                  <a:pt x="7175700" y="3288"/>
                </a:lnTo>
                <a:lnTo>
                  <a:pt x="7198200" y="12652"/>
                </a:lnTo>
                <a:lnTo>
                  <a:pt x="7220700" y="26668"/>
                </a:lnTo>
                <a:lnTo>
                  <a:pt x="7243200" y="43200"/>
                </a:lnTo>
                <a:lnTo>
                  <a:pt x="7243200" y="43200"/>
                </a:lnTo>
                <a:lnTo>
                  <a:pt x="7265700" y="26668"/>
                </a:lnTo>
                <a:lnTo>
                  <a:pt x="7288199" y="12652"/>
                </a:lnTo>
                <a:lnTo>
                  <a:pt x="7310700" y="3288"/>
                </a:lnTo>
                <a:lnTo>
                  <a:pt x="7333200" y="0"/>
                </a:lnTo>
                <a:lnTo>
                  <a:pt x="7355700" y="3288"/>
                </a:lnTo>
                <a:lnTo>
                  <a:pt x="7378200" y="12652"/>
                </a:lnTo>
                <a:lnTo>
                  <a:pt x="7400700" y="26668"/>
                </a:lnTo>
                <a:lnTo>
                  <a:pt x="7423200" y="43200"/>
                </a:lnTo>
                <a:lnTo>
                  <a:pt x="7423200" y="43200"/>
                </a:lnTo>
                <a:lnTo>
                  <a:pt x="7445699" y="26668"/>
                </a:lnTo>
                <a:lnTo>
                  <a:pt x="7468200" y="12652"/>
                </a:lnTo>
                <a:lnTo>
                  <a:pt x="7490700" y="3288"/>
                </a:lnTo>
                <a:lnTo>
                  <a:pt x="7513200" y="0"/>
                </a:lnTo>
                <a:lnTo>
                  <a:pt x="7535700" y="3288"/>
                </a:lnTo>
                <a:lnTo>
                  <a:pt x="7558199" y="12652"/>
                </a:lnTo>
                <a:lnTo>
                  <a:pt x="7580700" y="26668"/>
                </a:lnTo>
                <a:lnTo>
                  <a:pt x="7603200" y="43200"/>
                </a:lnTo>
                <a:lnTo>
                  <a:pt x="7603200" y="43200"/>
                </a:lnTo>
                <a:lnTo>
                  <a:pt x="7625700" y="26668"/>
                </a:lnTo>
                <a:lnTo>
                  <a:pt x="7648200" y="12652"/>
                </a:lnTo>
                <a:lnTo>
                  <a:pt x="7670700" y="3288"/>
                </a:lnTo>
                <a:lnTo>
                  <a:pt x="7693200" y="0"/>
                </a:lnTo>
                <a:lnTo>
                  <a:pt x="7715699" y="3288"/>
                </a:lnTo>
                <a:lnTo>
                  <a:pt x="7738200" y="12652"/>
                </a:lnTo>
                <a:lnTo>
                  <a:pt x="7760700" y="26668"/>
                </a:lnTo>
                <a:lnTo>
                  <a:pt x="7783200" y="43200"/>
                </a:lnTo>
                <a:lnTo>
                  <a:pt x="7783200" y="43200"/>
                </a:lnTo>
                <a:lnTo>
                  <a:pt x="7805700" y="26668"/>
                </a:lnTo>
                <a:lnTo>
                  <a:pt x="7828200" y="12652"/>
                </a:lnTo>
                <a:lnTo>
                  <a:pt x="7850700" y="3288"/>
                </a:lnTo>
                <a:lnTo>
                  <a:pt x="7873199" y="0"/>
                </a:lnTo>
                <a:lnTo>
                  <a:pt x="7895700" y="3288"/>
                </a:lnTo>
                <a:lnTo>
                  <a:pt x="7918200" y="12652"/>
                </a:lnTo>
                <a:lnTo>
                  <a:pt x="7940700" y="26668"/>
                </a:lnTo>
                <a:lnTo>
                  <a:pt x="7963200" y="43200"/>
                </a:lnTo>
                <a:lnTo>
                  <a:pt x="7963200" y="43200"/>
                </a:lnTo>
                <a:lnTo>
                  <a:pt x="7985699" y="26668"/>
                </a:lnTo>
                <a:lnTo>
                  <a:pt x="8008200" y="12652"/>
                </a:lnTo>
                <a:lnTo>
                  <a:pt x="8030700" y="3288"/>
                </a:lnTo>
                <a:lnTo>
                  <a:pt x="8053200" y="0"/>
                </a:lnTo>
                <a:lnTo>
                  <a:pt x="8075700" y="3288"/>
                </a:lnTo>
                <a:lnTo>
                  <a:pt x="8098200" y="12652"/>
                </a:lnTo>
                <a:lnTo>
                  <a:pt x="8120700" y="26668"/>
                </a:lnTo>
                <a:lnTo>
                  <a:pt x="8143199" y="43200"/>
                </a:lnTo>
                <a:lnTo>
                  <a:pt x="8143199" y="43200"/>
                </a:lnTo>
                <a:lnTo>
                  <a:pt x="8165700" y="26668"/>
                </a:lnTo>
                <a:lnTo>
                  <a:pt x="8188200" y="12652"/>
                </a:lnTo>
                <a:lnTo>
                  <a:pt x="8210700" y="3288"/>
                </a:lnTo>
                <a:lnTo>
                  <a:pt x="8233200" y="0"/>
                </a:lnTo>
                <a:lnTo>
                  <a:pt x="8255700" y="3288"/>
                </a:lnTo>
                <a:lnTo>
                  <a:pt x="8278200" y="12652"/>
                </a:lnTo>
                <a:lnTo>
                  <a:pt x="8300699" y="26668"/>
                </a:lnTo>
                <a:lnTo>
                  <a:pt x="8323200" y="43200"/>
                </a:lnTo>
                <a:lnTo>
                  <a:pt x="8323200" y="43200"/>
                </a:lnTo>
                <a:lnTo>
                  <a:pt x="8345700" y="26668"/>
                </a:lnTo>
                <a:lnTo>
                  <a:pt x="8368200" y="12652"/>
                </a:lnTo>
                <a:lnTo>
                  <a:pt x="8390700" y="3288"/>
                </a:lnTo>
                <a:lnTo>
                  <a:pt x="8413199" y="0"/>
                </a:lnTo>
                <a:lnTo>
                  <a:pt x="8435700" y="3288"/>
                </a:lnTo>
                <a:lnTo>
                  <a:pt x="8458200" y="12652"/>
                </a:lnTo>
                <a:lnTo>
                  <a:pt x="8480700" y="26668"/>
                </a:lnTo>
                <a:lnTo>
                  <a:pt x="8503200" y="43200"/>
                </a:lnTo>
                <a:lnTo>
                  <a:pt x="8503200" y="43200"/>
                </a:lnTo>
                <a:lnTo>
                  <a:pt x="8525700" y="26668"/>
                </a:lnTo>
                <a:lnTo>
                  <a:pt x="8548200" y="12652"/>
                </a:lnTo>
                <a:lnTo>
                  <a:pt x="8570700" y="3288"/>
                </a:lnTo>
                <a:lnTo>
                  <a:pt x="8593200" y="0"/>
                </a:lnTo>
                <a:lnTo>
                  <a:pt x="8615700" y="3288"/>
                </a:lnTo>
                <a:lnTo>
                  <a:pt x="8638200" y="12652"/>
                </a:lnTo>
                <a:lnTo>
                  <a:pt x="8660700" y="26668"/>
                </a:lnTo>
                <a:lnTo>
                  <a:pt x="8683200" y="43200"/>
                </a:lnTo>
                <a:lnTo>
                  <a:pt x="8683200" y="43200"/>
                </a:lnTo>
                <a:lnTo>
                  <a:pt x="8705700" y="26668"/>
                </a:lnTo>
                <a:lnTo>
                  <a:pt x="8728200" y="12652"/>
                </a:lnTo>
                <a:lnTo>
                  <a:pt x="8750700" y="3288"/>
                </a:lnTo>
                <a:lnTo>
                  <a:pt x="8773200" y="0"/>
                </a:lnTo>
                <a:lnTo>
                  <a:pt x="8795700" y="3288"/>
                </a:lnTo>
                <a:lnTo>
                  <a:pt x="8818200" y="12652"/>
                </a:lnTo>
                <a:lnTo>
                  <a:pt x="8840700" y="26668"/>
                </a:lnTo>
                <a:lnTo>
                  <a:pt x="8863200" y="43200"/>
                </a:lnTo>
                <a:lnTo>
                  <a:pt x="8863200" y="43200"/>
                </a:lnTo>
                <a:lnTo>
                  <a:pt x="8885700" y="26668"/>
                </a:lnTo>
                <a:lnTo>
                  <a:pt x="8908200" y="12652"/>
                </a:lnTo>
                <a:lnTo>
                  <a:pt x="8930700" y="3288"/>
                </a:lnTo>
                <a:lnTo>
                  <a:pt x="8953200" y="0"/>
                </a:lnTo>
                <a:lnTo>
                  <a:pt x="8975700" y="3288"/>
                </a:lnTo>
                <a:lnTo>
                  <a:pt x="8998200" y="12652"/>
                </a:lnTo>
                <a:lnTo>
                  <a:pt x="9020700" y="26668"/>
                </a:lnTo>
                <a:lnTo>
                  <a:pt x="9043200" y="43200"/>
                </a:lnTo>
                <a:lnTo>
                  <a:pt x="9043200" y="43200"/>
                </a:lnTo>
                <a:lnTo>
                  <a:pt x="9065700" y="26668"/>
                </a:lnTo>
                <a:lnTo>
                  <a:pt x="9088200" y="12652"/>
                </a:lnTo>
                <a:lnTo>
                  <a:pt x="9110700" y="3288"/>
                </a:lnTo>
                <a:lnTo>
                  <a:pt x="9133200" y="0"/>
                </a:lnTo>
                <a:lnTo>
                  <a:pt x="9155700" y="3288"/>
                </a:lnTo>
                <a:lnTo>
                  <a:pt x="9178200" y="12652"/>
                </a:lnTo>
                <a:lnTo>
                  <a:pt x="9200700" y="26668"/>
                </a:lnTo>
                <a:lnTo>
                  <a:pt x="9223200" y="43200"/>
                </a:lnTo>
                <a:lnTo>
                  <a:pt x="9223200" y="43200"/>
                </a:lnTo>
                <a:lnTo>
                  <a:pt x="9245700" y="26668"/>
                </a:lnTo>
                <a:lnTo>
                  <a:pt x="9268200" y="12652"/>
                </a:lnTo>
                <a:lnTo>
                  <a:pt x="9290700" y="3288"/>
                </a:lnTo>
                <a:lnTo>
                  <a:pt x="9313200" y="0"/>
                </a:lnTo>
                <a:lnTo>
                  <a:pt x="9335700" y="3288"/>
                </a:lnTo>
                <a:lnTo>
                  <a:pt x="9358200" y="12652"/>
                </a:lnTo>
                <a:lnTo>
                  <a:pt x="9380700" y="26668"/>
                </a:lnTo>
                <a:lnTo>
                  <a:pt x="9403200" y="43200"/>
                </a:lnTo>
                <a:lnTo>
                  <a:pt x="9403200" y="43200"/>
                </a:lnTo>
                <a:lnTo>
                  <a:pt x="9425700" y="26668"/>
                </a:lnTo>
                <a:lnTo>
                  <a:pt x="9448200" y="12652"/>
                </a:lnTo>
                <a:lnTo>
                  <a:pt x="9470700" y="3288"/>
                </a:lnTo>
                <a:lnTo>
                  <a:pt x="9493200" y="0"/>
                </a:lnTo>
                <a:lnTo>
                  <a:pt x="9515700" y="3288"/>
                </a:lnTo>
                <a:lnTo>
                  <a:pt x="9538200" y="12652"/>
                </a:lnTo>
                <a:lnTo>
                  <a:pt x="9560700" y="26668"/>
                </a:lnTo>
                <a:lnTo>
                  <a:pt x="9583200" y="43200"/>
                </a:lnTo>
                <a:lnTo>
                  <a:pt x="9583200" y="43200"/>
                </a:lnTo>
                <a:lnTo>
                  <a:pt x="9605700" y="26668"/>
                </a:lnTo>
                <a:lnTo>
                  <a:pt x="9628200" y="12652"/>
                </a:lnTo>
                <a:lnTo>
                  <a:pt x="9650700" y="3288"/>
                </a:lnTo>
                <a:lnTo>
                  <a:pt x="9673200" y="0"/>
                </a:lnTo>
                <a:lnTo>
                  <a:pt x="9695700" y="3288"/>
                </a:lnTo>
                <a:lnTo>
                  <a:pt x="9718200" y="12652"/>
                </a:lnTo>
                <a:lnTo>
                  <a:pt x="9740700" y="26668"/>
                </a:lnTo>
                <a:lnTo>
                  <a:pt x="9763200" y="43200"/>
                </a:lnTo>
                <a:lnTo>
                  <a:pt x="9763200" y="43200"/>
                </a:lnTo>
                <a:lnTo>
                  <a:pt x="9785700" y="26668"/>
                </a:lnTo>
                <a:lnTo>
                  <a:pt x="9808200" y="12652"/>
                </a:lnTo>
                <a:lnTo>
                  <a:pt x="9830700" y="3288"/>
                </a:lnTo>
                <a:lnTo>
                  <a:pt x="9853200" y="0"/>
                </a:lnTo>
                <a:lnTo>
                  <a:pt x="9875700" y="3288"/>
                </a:lnTo>
                <a:lnTo>
                  <a:pt x="9898200" y="12652"/>
                </a:lnTo>
                <a:lnTo>
                  <a:pt x="9920700" y="26668"/>
                </a:lnTo>
                <a:lnTo>
                  <a:pt x="9943200" y="43200"/>
                </a:lnTo>
                <a:lnTo>
                  <a:pt x="9943200" y="43200"/>
                </a:lnTo>
                <a:lnTo>
                  <a:pt x="9965700" y="26668"/>
                </a:lnTo>
                <a:lnTo>
                  <a:pt x="9988200" y="12652"/>
                </a:lnTo>
                <a:lnTo>
                  <a:pt x="10010700" y="3288"/>
                </a:lnTo>
                <a:lnTo>
                  <a:pt x="10033200" y="0"/>
                </a:lnTo>
                <a:lnTo>
                  <a:pt x="10055700" y="3288"/>
                </a:lnTo>
                <a:lnTo>
                  <a:pt x="10078200" y="12652"/>
                </a:lnTo>
                <a:lnTo>
                  <a:pt x="10100700" y="26668"/>
                </a:lnTo>
                <a:lnTo>
                  <a:pt x="10123200" y="43200"/>
                </a:lnTo>
                <a:lnTo>
                  <a:pt x="10123200" y="43200"/>
                </a:lnTo>
                <a:lnTo>
                  <a:pt x="10145700" y="26668"/>
                </a:lnTo>
                <a:lnTo>
                  <a:pt x="10168200" y="12652"/>
                </a:lnTo>
                <a:lnTo>
                  <a:pt x="10190700" y="3288"/>
                </a:lnTo>
                <a:lnTo>
                  <a:pt x="10213200" y="0"/>
                </a:lnTo>
                <a:lnTo>
                  <a:pt x="10235700" y="3288"/>
                </a:lnTo>
                <a:lnTo>
                  <a:pt x="10258200" y="12652"/>
                </a:lnTo>
                <a:lnTo>
                  <a:pt x="10280700" y="26668"/>
                </a:lnTo>
                <a:lnTo>
                  <a:pt x="10303200" y="43200"/>
                </a:lnTo>
                <a:lnTo>
                  <a:pt x="10303200" y="43200"/>
                </a:lnTo>
                <a:lnTo>
                  <a:pt x="10325700" y="26668"/>
                </a:lnTo>
                <a:lnTo>
                  <a:pt x="10348200" y="12652"/>
                </a:lnTo>
                <a:lnTo>
                  <a:pt x="10370700" y="3288"/>
                </a:lnTo>
                <a:lnTo>
                  <a:pt x="10393200" y="0"/>
                </a:lnTo>
                <a:lnTo>
                  <a:pt x="10415700" y="3288"/>
                </a:lnTo>
                <a:lnTo>
                  <a:pt x="10438200" y="12652"/>
                </a:lnTo>
                <a:lnTo>
                  <a:pt x="10460700" y="26668"/>
                </a:lnTo>
                <a:lnTo>
                  <a:pt x="10483200" y="43200"/>
                </a:lnTo>
                <a:lnTo>
                  <a:pt x="10483200" y="43200"/>
                </a:lnTo>
                <a:lnTo>
                  <a:pt x="10505700" y="26668"/>
                </a:lnTo>
                <a:lnTo>
                  <a:pt x="10528200" y="12652"/>
                </a:lnTo>
                <a:lnTo>
                  <a:pt x="10550700" y="3288"/>
                </a:lnTo>
                <a:lnTo>
                  <a:pt x="10573200" y="0"/>
                </a:lnTo>
                <a:lnTo>
                  <a:pt x="10595700" y="3288"/>
                </a:lnTo>
                <a:lnTo>
                  <a:pt x="10618200" y="12652"/>
                </a:lnTo>
                <a:lnTo>
                  <a:pt x="10640700" y="26668"/>
                </a:lnTo>
                <a:lnTo>
                  <a:pt x="10663200" y="43200"/>
                </a:lnTo>
                <a:lnTo>
                  <a:pt x="10663200" y="43200"/>
                </a:lnTo>
                <a:lnTo>
                  <a:pt x="10685700" y="26668"/>
                </a:lnTo>
                <a:lnTo>
                  <a:pt x="10708200" y="12652"/>
                </a:lnTo>
                <a:lnTo>
                  <a:pt x="10730700" y="3288"/>
                </a:lnTo>
                <a:lnTo>
                  <a:pt x="10753200" y="0"/>
                </a:lnTo>
                <a:lnTo>
                  <a:pt x="10775700" y="3288"/>
                </a:lnTo>
                <a:lnTo>
                  <a:pt x="10798200" y="12652"/>
                </a:lnTo>
                <a:lnTo>
                  <a:pt x="10820700" y="26668"/>
                </a:lnTo>
                <a:lnTo>
                  <a:pt x="10843200" y="43200"/>
                </a:lnTo>
                <a:lnTo>
                  <a:pt x="10843200" y="43200"/>
                </a:lnTo>
                <a:lnTo>
                  <a:pt x="10865700" y="26668"/>
                </a:lnTo>
                <a:lnTo>
                  <a:pt x="10888200" y="12652"/>
                </a:lnTo>
                <a:lnTo>
                  <a:pt x="10910700" y="3288"/>
                </a:lnTo>
                <a:lnTo>
                  <a:pt x="10933200" y="0"/>
                </a:lnTo>
                <a:lnTo>
                  <a:pt x="10955700" y="3288"/>
                </a:lnTo>
                <a:lnTo>
                  <a:pt x="10978200" y="12652"/>
                </a:lnTo>
                <a:lnTo>
                  <a:pt x="11000700" y="26668"/>
                </a:lnTo>
                <a:lnTo>
                  <a:pt x="11023200" y="43200"/>
                </a:lnTo>
                <a:lnTo>
                  <a:pt x="11023200" y="43200"/>
                </a:lnTo>
                <a:lnTo>
                  <a:pt x="11045700" y="26668"/>
                </a:lnTo>
                <a:lnTo>
                  <a:pt x="11068200" y="12652"/>
                </a:lnTo>
                <a:lnTo>
                  <a:pt x="11090700" y="3288"/>
                </a:lnTo>
                <a:lnTo>
                  <a:pt x="11113200" y="0"/>
                </a:lnTo>
                <a:lnTo>
                  <a:pt x="11135700" y="3288"/>
                </a:lnTo>
                <a:lnTo>
                  <a:pt x="11158200" y="12652"/>
                </a:lnTo>
                <a:lnTo>
                  <a:pt x="11180700" y="26668"/>
                </a:lnTo>
                <a:lnTo>
                  <a:pt x="11203200" y="43200"/>
                </a:lnTo>
                <a:lnTo>
                  <a:pt x="11203200" y="43200"/>
                </a:lnTo>
                <a:lnTo>
                  <a:pt x="11225700" y="26668"/>
                </a:lnTo>
                <a:lnTo>
                  <a:pt x="11248200" y="12652"/>
                </a:lnTo>
                <a:lnTo>
                  <a:pt x="11270700" y="3288"/>
                </a:lnTo>
                <a:lnTo>
                  <a:pt x="11293200" y="0"/>
                </a:lnTo>
                <a:lnTo>
                  <a:pt x="11315700" y="3288"/>
                </a:lnTo>
                <a:lnTo>
                  <a:pt x="11338200" y="12652"/>
                </a:lnTo>
                <a:lnTo>
                  <a:pt x="11360700" y="26668"/>
                </a:lnTo>
                <a:lnTo>
                  <a:pt x="11383200" y="43200"/>
                </a:lnTo>
                <a:lnTo>
                  <a:pt x="11383200" y="43200"/>
                </a:lnTo>
                <a:lnTo>
                  <a:pt x="11405700" y="26668"/>
                </a:lnTo>
                <a:lnTo>
                  <a:pt x="11428200" y="12652"/>
                </a:lnTo>
                <a:lnTo>
                  <a:pt x="11450700" y="3288"/>
                </a:lnTo>
                <a:lnTo>
                  <a:pt x="11473200" y="0"/>
                </a:lnTo>
                <a:lnTo>
                  <a:pt x="11495700" y="3288"/>
                </a:lnTo>
                <a:lnTo>
                  <a:pt x="11518200" y="12652"/>
                </a:lnTo>
                <a:lnTo>
                  <a:pt x="11540700" y="26668"/>
                </a:lnTo>
                <a:lnTo>
                  <a:pt x="11563200" y="43200"/>
                </a:lnTo>
                <a:lnTo>
                  <a:pt x="11563200" y="43200"/>
                </a:lnTo>
                <a:lnTo>
                  <a:pt x="11585700" y="26668"/>
                </a:lnTo>
                <a:lnTo>
                  <a:pt x="11608200" y="12652"/>
                </a:lnTo>
                <a:lnTo>
                  <a:pt x="11630700" y="3288"/>
                </a:lnTo>
                <a:lnTo>
                  <a:pt x="11653200" y="0"/>
                </a:lnTo>
                <a:lnTo>
                  <a:pt x="11675700" y="3288"/>
                </a:lnTo>
                <a:lnTo>
                  <a:pt x="11698200" y="12652"/>
                </a:lnTo>
                <a:lnTo>
                  <a:pt x="11720700" y="26668"/>
                </a:lnTo>
                <a:lnTo>
                  <a:pt x="11743200" y="43200"/>
                </a:lnTo>
                <a:lnTo>
                  <a:pt x="11743200" y="43200"/>
                </a:lnTo>
                <a:lnTo>
                  <a:pt x="11765700" y="26668"/>
                </a:lnTo>
                <a:lnTo>
                  <a:pt x="11788200" y="12652"/>
                </a:lnTo>
                <a:lnTo>
                  <a:pt x="11810700" y="3288"/>
                </a:lnTo>
                <a:lnTo>
                  <a:pt x="11833200" y="0"/>
                </a:lnTo>
                <a:lnTo>
                  <a:pt x="11855700" y="3288"/>
                </a:lnTo>
                <a:lnTo>
                  <a:pt x="11878200" y="12652"/>
                </a:lnTo>
                <a:lnTo>
                  <a:pt x="11900700" y="26668"/>
                </a:lnTo>
                <a:lnTo>
                  <a:pt x="11923200" y="43200"/>
                </a:lnTo>
                <a:lnTo>
                  <a:pt x="11923200" y="43200"/>
                </a:lnTo>
                <a:lnTo>
                  <a:pt x="11945700" y="26668"/>
                </a:lnTo>
                <a:lnTo>
                  <a:pt x="11968200" y="12652"/>
                </a:lnTo>
                <a:lnTo>
                  <a:pt x="11990700" y="3288"/>
                </a:lnTo>
                <a:lnTo>
                  <a:pt x="12013200" y="0"/>
                </a:lnTo>
                <a:lnTo>
                  <a:pt x="12035700" y="3288"/>
                </a:lnTo>
                <a:lnTo>
                  <a:pt x="12058200" y="12652"/>
                </a:lnTo>
                <a:lnTo>
                  <a:pt x="12080700" y="26668"/>
                </a:lnTo>
                <a:lnTo>
                  <a:pt x="12103200" y="43200"/>
                </a:lnTo>
                <a:lnTo>
                  <a:pt x="12103200" y="43200"/>
                </a:lnTo>
                <a:lnTo>
                  <a:pt x="12125700" y="26668"/>
                </a:lnTo>
                <a:lnTo>
                  <a:pt x="12148200" y="12652"/>
                </a:lnTo>
                <a:lnTo>
                  <a:pt x="12170700" y="3288"/>
                </a:lnTo>
                <a:lnTo>
                  <a:pt x="12193200" y="0"/>
                </a:lnTo>
                <a:lnTo>
                  <a:pt x="12215700" y="3288"/>
                </a:lnTo>
                <a:lnTo>
                  <a:pt x="12238200" y="12652"/>
                </a:lnTo>
                <a:lnTo>
                  <a:pt x="12260700" y="26668"/>
                </a:lnTo>
                <a:lnTo>
                  <a:pt x="12283200" y="43200"/>
                </a:lnTo>
                <a:lnTo>
                  <a:pt x="12283200" y="43200"/>
                </a:lnTo>
                <a:lnTo>
                  <a:pt x="12305700" y="26668"/>
                </a:lnTo>
                <a:lnTo>
                  <a:pt x="12328200" y="12652"/>
                </a:lnTo>
                <a:lnTo>
                  <a:pt x="12350700" y="3288"/>
                </a:lnTo>
                <a:lnTo>
                  <a:pt x="12373200" y="0"/>
                </a:lnTo>
                <a:lnTo>
                  <a:pt x="12395700" y="3288"/>
                </a:lnTo>
                <a:lnTo>
                  <a:pt x="12418200" y="12652"/>
                </a:lnTo>
                <a:lnTo>
                  <a:pt x="12440700" y="26668"/>
                </a:lnTo>
                <a:lnTo>
                  <a:pt x="12463200" y="43200"/>
                </a:lnTo>
                <a:lnTo>
                  <a:pt x="12463200" y="43200"/>
                </a:lnTo>
                <a:lnTo>
                  <a:pt x="12485700" y="26668"/>
                </a:lnTo>
                <a:lnTo>
                  <a:pt x="12508200" y="12652"/>
                </a:lnTo>
                <a:lnTo>
                  <a:pt x="12530700" y="3288"/>
                </a:lnTo>
                <a:lnTo>
                  <a:pt x="12553200" y="0"/>
                </a:lnTo>
                <a:lnTo>
                  <a:pt x="12575700" y="3288"/>
                </a:lnTo>
                <a:lnTo>
                  <a:pt x="12598200" y="12652"/>
                </a:lnTo>
                <a:lnTo>
                  <a:pt x="12620700" y="26668"/>
                </a:lnTo>
                <a:lnTo>
                  <a:pt x="12643200" y="43200"/>
                </a:lnTo>
                <a:lnTo>
                  <a:pt x="12643200" y="43200"/>
                </a:lnTo>
                <a:lnTo>
                  <a:pt x="12665700" y="26668"/>
                </a:lnTo>
                <a:lnTo>
                  <a:pt x="12688200" y="12652"/>
                </a:lnTo>
                <a:lnTo>
                  <a:pt x="12710700" y="3288"/>
                </a:lnTo>
                <a:lnTo>
                  <a:pt x="12733200" y="0"/>
                </a:lnTo>
                <a:lnTo>
                  <a:pt x="12755700" y="3288"/>
                </a:lnTo>
                <a:lnTo>
                  <a:pt x="12778200" y="12652"/>
                </a:lnTo>
                <a:lnTo>
                  <a:pt x="12800700" y="26668"/>
                </a:lnTo>
                <a:lnTo>
                  <a:pt x="12823200" y="43200"/>
                </a:lnTo>
                <a:lnTo>
                  <a:pt x="12823200" y="43200"/>
                </a:lnTo>
                <a:lnTo>
                  <a:pt x="12845700" y="26668"/>
                </a:lnTo>
                <a:lnTo>
                  <a:pt x="12868200" y="12652"/>
                </a:lnTo>
                <a:lnTo>
                  <a:pt x="12890700" y="3288"/>
                </a:lnTo>
                <a:lnTo>
                  <a:pt x="12913200" y="0"/>
                </a:lnTo>
                <a:lnTo>
                  <a:pt x="12935700" y="3288"/>
                </a:lnTo>
                <a:lnTo>
                  <a:pt x="12958200" y="12652"/>
                </a:lnTo>
                <a:lnTo>
                  <a:pt x="12980700" y="26668"/>
                </a:lnTo>
                <a:lnTo>
                  <a:pt x="13003200" y="43200"/>
                </a:lnTo>
                <a:lnTo>
                  <a:pt x="13003200" y="43200"/>
                </a:lnTo>
                <a:lnTo>
                  <a:pt x="13025700" y="26668"/>
                </a:lnTo>
                <a:lnTo>
                  <a:pt x="13048200" y="12652"/>
                </a:lnTo>
                <a:lnTo>
                  <a:pt x="13070700" y="3288"/>
                </a:lnTo>
                <a:lnTo>
                  <a:pt x="13093200" y="0"/>
                </a:lnTo>
                <a:lnTo>
                  <a:pt x="13115700" y="3288"/>
                </a:lnTo>
                <a:lnTo>
                  <a:pt x="13138200" y="12652"/>
                </a:lnTo>
                <a:lnTo>
                  <a:pt x="13160700" y="26668"/>
                </a:lnTo>
                <a:lnTo>
                  <a:pt x="13183200" y="43200"/>
                </a:lnTo>
                <a:lnTo>
                  <a:pt x="13183200" y="43200"/>
                </a:lnTo>
                <a:lnTo>
                  <a:pt x="13205700" y="26668"/>
                </a:lnTo>
                <a:lnTo>
                  <a:pt x="13228200" y="12652"/>
                </a:lnTo>
                <a:lnTo>
                  <a:pt x="13250700" y="3288"/>
                </a:lnTo>
                <a:lnTo>
                  <a:pt x="13273200" y="0"/>
                </a:lnTo>
                <a:lnTo>
                  <a:pt x="13295700" y="3288"/>
                </a:lnTo>
                <a:lnTo>
                  <a:pt x="13318200" y="12652"/>
                </a:lnTo>
                <a:lnTo>
                  <a:pt x="13340700" y="26668"/>
                </a:lnTo>
                <a:lnTo>
                  <a:pt x="13363200" y="43200"/>
                </a:lnTo>
                <a:lnTo>
                  <a:pt x="13363200" y="43200"/>
                </a:lnTo>
                <a:lnTo>
                  <a:pt x="13385700" y="26668"/>
                </a:lnTo>
                <a:lnTo>
                  <a:pt x="13408200" y="12652"/>
                </a:lnTo>
                <a:lnTo>
                  <a:pt x="13430700" y="3288"/>
                </a:lnTo>
                <a:lnTo>
                  <a:pt x="13453200" y="0"/>
                </a:lnTo>
                <a:lnTo>
                  <a:pt x="13475700" y="3288"/>
                </a:lnTo>
                <a:lnTo>
                  <a:pt x="13498200" y="12652"/>
                </a:lnTo>
                <a:lnTo>
                  <a:pt x="13520700" y="26668"/>
                </a:lnTo>
                <a:lnTo>
                  <a:pt x="13543200" y="43200"/>
                </a:lnTo>
                <a:lnTo>
                  <a:pt x="13543200" y="43200"/>
                </a:lnTo>
                <a:lnTo>
                  <a:pt x="13565700" y="26668"/>
                </a:lnTo>
                <a:lnTo>
                  <a:pt x="13588200" y="12652"/>
                </a:lnTo>
                <a:lnTo>
                  <a:pt x="13610700" y="3288"/>
                </a:lnTo>
                <a:lnTo>
                  <a:pt x="13633200" y="0"/>
                </a:lnTo>
                <a:lnTo>
                  <a:pt x="13655700" y="3288"/>
                </a:lnTo>
                <a:lnTo>
                  <a:pt x="13678200" y="12652"/>
                </a:lnTo>
                <a:lnTo>
                  <a:pt x="13700700" y="26668"/>
                </a:lnTo>
                <a:lnTo>
                  <a:pt x="13723200" y="43200"/>
                </a:lnTo>
                <a:lnTo>
                  <a:pt x="13723200" y="43200"/>
                </a:lnTo>
                <a:lnTo>
                  <a:pt x="13739731" y="66600"/>
                </a:lnTo>
                <a:lnTo>
                  <a:pt x="13753747" y="90000"/>
                </a:lnTo>
                <a:lnTo>
                  <a:pt x="13763111" y="113400"/>
                </a:lnTo>
                <a:lnTo>
                  <a:pt x="13766400" y="136800"/>
                </a:lnTo>
                <a:lnTo>
                  <a:pt x="13763111" y="160200"/>
                </a:lnTo>
                <a:lnTo>
                  <a:pt x="13753747" y="183600"/>
                </a:lnTo>
                <a:lnTo>
                  <a:pt x="13739731" y="207000"/>
                </a:lnTo>
                <a:lnTo>
                  <a:pt x="13723200" y="230400"/>
                </a:lnTo>
                <a:lnTo>
                  <a:pt x="13723200" y="230400"/>
                </a:lnTo>
                <a:lnTo>
                  <a:pt x="13739731" y="253800"/>
                </a:lnTo>
                <a:lnTo>
                  <a:pt x="13753747" y="277200"/>
                </a:lnTo>
                <a:lnTo>
                  <a:pt x="13763111" y="300600"/>
                </a:lnTo>
                <a:lnTo>
                  <a:pt x="13766400" y="324000"/>
                </a:lnTo>
                <a:lnTo>
                  <a:pt x="13763111" y="347400"/>
                </a:lnTo>
                <a:lnTo>
                  <a:pt x="13753747" y="370800"/>
                </a:lnTo>
                <a:lnTo>
                  <a:pt x="13739731" y="394200"/>
                </a:lnTo>
                <a:lnTo>
                  <a:pt x="13723200" y="417600"/>
                </a:lnTo>
                <a:lnTo>
                  <a:pt x="13723200" y="417600"/>
                </a:lnTo>
                <a:lnTo>
                  <a:pt x="13739731" y="441000"/>
                </a:lnTo>
                <a:lnTo>
                  <a:pt x="13753747" y="464400"/>
                </a:lnTo>
                <a:lnTo>
                  <a:pt x="13763111" y="487800"/>
                </a:lnTo>
                <a:lnTo>
                  <a:pt x="13766400" y="511200"/>
                </a:lnTo>
                <a:lnTo>
                  <a:pt x="13763111" y="534600"/>
                </a:lnTo>
                <a:lnTo>
                  <a:pt x="13753747" y="558000"/>
                </a:lnTo>
                <a:lnTo>
                  <a:pt x="13739731" y="581400"/>
                </a:lnTo>
                <a:lnTo>
                  <a:pt x="13723200" y="604800"/>
                </a:lnTo>
                <a:lnTo>
                  <a:pt x="13723200" y="604800"/>
                </a:lnTo>
                <a:lnTo>
                  <a:pt x="13739731" y="628200"/>
                </a:lnTo>
                <a:lnTo>
                  <a:pt x="13753747" y="651600"/>
                </a:lnTo>
                <a:lnTo>
                  <a:pt x="13763111" y="675000"/>
                </a:lnTo>
                <a:lnTo>
                  <a:pt x="13766400" y="698400"/>
                </a:lnTo>
                <a:lnTo>
                  <a:pt x="13763111" y="721800"/>
                </a:lnTo>
                <a:lnTo>
                  <a:pt x="13753747" y="745200"/>
                </a:lnTo>
                <a:lnTo>
                  <a:pt x="13739731" y="768600"/>
                </a:lnTo>
                <a:lnTo>
                  <a:pt x="13723200" y="792000"/>
                </a:lnTo>
                <a:lnTo>
                  <a:pt x="13723200" y="792000"/>
                </a:lnTo>
                <a:lnTo>
                  <a:pt x="13739731" y="815400"/>
                </a:lnTo>
                <a:lnTo>
                  <a:pt x="13753747" y="838800"/>
                </a:lnTo>
                <a:lnTo>
                  <a:pt x="13763111" y="862200"/>
                </a:lnTo>
                <a:lnTo>
                  <a:pt x="13766400" y="885600"/>
                </a:lnTo>
                <a:lnTo>
                  <a:pt x="13763111" y="909000"/>
                </a:lnTo>
                <a:lnTo>
                  <a:pt x="13753747" y="932400"/>
                </a:lnTo>
                <a:lnTo>
                  <a:pt x="13739731" y="955800"/>
                </a:lnTo>
                <a:lnTo>
                  <a:pt x="13723200" y="979200"/>
                </a:lnTo>
                <a:lnTo>
                  <a:pt x="13723200" y="979200"/>
                </a:lnTo>
                <a:lnTo>
                  <a:pt x="13700700" y="995731"/>
                </a:lnTo>
                <a:lnTo>
                  <a:pt x="13678200" y="1009747"/>
                </a:lnTo>
                <a:lnTo>
                  <a:pt x="13655700" y="1019111"/>
                </a:lnTo>
                <a:lnTo>
                  <a:pt x="13633200" y="1022400"/>
                </a:lnTo>
                <a:lnTo>
                  <a:pt x="13610700" y="1019111"/>
                </a:lnTo>
                <a:lnTo>
                  <a:pt x="13588200" y="1009747"/>
                </a:lnTo>
                <a:lnTo>
                  <a:pt x="13565700" y="995731"/>
                </a:lnTo>
                <a:lnTo>
                  <a:pt x="13543200" y="979200"/>
                </a:lnTo>
                <a:lnTo>
                  <a:pt x="13543200" y="979200"/>
                </a:lnTo>
                <a:lnTo>
                  <a:pt x="13520700" y="995731"/>
                </a:lnTo>
                <a:lnTo>
                  <a:pt x="13498200" y="1009747"/>
                </a:lnTo>
                <a:lnTo>
                  <a:pt x="13475700" y="1019111"/>
                </a:lnTo>
                <a:lnTo>
                  <a:pt x="13453200" y="1022400"/>
                </a:lnTo>
                <a:lnTo>
                  <a:pt x="13430700" y="1019111"/>
                </a:lnTo>
                <a:lnTo>
                  <a:pt x="13408200" y="1009747"/>
                </a:lnTo>
                <a:lnTo>
                  <a:pt x="13385700" y="995731"/>
                </a:lnTo>
                <a:lnTo>
                  <a:pt x="13363200" y="979200"/>
                </a:lnTo>
                <a:lnTo>
                  <a:pt x="13363200" y="979200"/>
                </a:lnTo>
                <a:lnTo>
                  <a:pt x="13340700" y="995731"/>
                </a:lnTo>
                <a:lnTo>
                  <a:pt x="13318200" y="1009747"/>
                </a:lnTo>
                <a:lnTo>
                  <a:pt x="13295700" y="1019111"/>
                </a:lnTo>
                <a:lnTo>
                  <a:pt x="13273200" y="1022400"/>
                </a:lnTo>
                <a:lnTo>
                  <a:pt x="13250700" y="1019111"/>
                </a:lnTo>
                <a:lnTo>
                  <a:pt x="13228200" y="1009747"/>
                </a:lnTo>
                <a:lnTo>
                  <a:pt x="13205700" y="995731"/>
                </a:lnTo>
                <a:lnTo>
                  <a:pt x="13183200" y="979200"/>
                </a:lnTo>
                <a:lnTo>
                  <a:pt x="13183200" y="979200"/>
                </a:lnTo>
                <a:lnTo>
                  <a:pt x="13160700" y="995731"/>
                </a:lnTo>
                <a:lnTo>
                  <a:pt x="13138200" y="1009747"/>
                </a:lnTo>
                <a:lnTo>
                  <a:pt x="13115700" y="1019111"/>
                </a:lnTo>
                <a:lnTo>
                  <a:pt x="13093200" y="1022400"/>
                </a:lnTo>
                <a:lnTo>
                  <a:pt x="13070700" y="1019111"/>
                </a:lnTo>
                <a:lnTo>
                  <a:pt x="13048200" y="1009747"/>
                </a:lnTo>
                <a:lnTo>
                  <a:pt x="13025700" y="995731"/>
                </a:lnTo>
                <a:lnTo>
                  <a:pt x="13003200" y="979200"/>
                </a:lnTo>
                <a:lnTo>
                  <a:pt x="13003200" y="979200"/>
                </a:lnTo>
                <a:lnTo>
                  <a:pt x="12980700" y="995731"/>
                </a:lnTo>
                <a:lnTo>
                  <a:pt x="12958200" y="1009747"/>
                </a:lnTo>
                <a:lnTo>
                  <a:pt x="12935700" y="1019111"/>
                </a:lnTo>
                <a:lnTo>
                  <a:pt x="12913200" y="1022400"/>
                </a:lnTo>
                <a:lnTo>
                  <a:pt x="12890700" y="1019111"/>
                </a:lnTo>
                <a:lnTo>
                  <a:pt x="12868200" y="1009747"/>
                </a:lnTo>
                <a:lnTo>
                  <a:pt x="12845700" y="995731"/>
                </a:lnTo>
                <a:lnTo>
                  <a:pt x="12823200" y="979200"/>
                </a:lnTo>
                <a:lnTo>
                  <a:pt x="12823200" y="979200"/>
                </a:lnTo>
                <a:lnTo>
                  <a:pt x="12800700" y="995731"/>
                </a:lnTo>
                <a:lnTo>
                  <a:pt x="12778200" y="1009747"/>
                </a:lnTo>
                <a:lnTo>
                  <a:pt x="12755700" y="1019111"/>
                </a:lnTo>
                <a:lnTo>
                  <a:pt x="12733200" y="1022400"/>
                </a:lnTo>
                <a:lnTo>
                  <a:pt x="12710700" y="1019111"/>
                </a:lnTo>
                <a:lnTo>
                  <a:pt x="12688200" y="1009747"/>
                </a:lnTo>
                <a:lnTo>
                  <a:pt x="12665700" y="995731"/>
                </a:lnTo>
                <a:lnTo>
                  <a:pt x="12643200" y="979200"/>
                </a:lnTo>
                <a:lnTo>
                  <a:pt x="12643200" y="979200"/>
                </a:lnTo>
                <a:lnTo>
                  <a:pt x="12620700" y="995731"/>
                </a:lnTo>
                <a:lnTo>
                  <a:pt x="12598200" y="1009747"/>
                </a:lnTo>
                <a:lnTo>
                  <a:pt x="12575700" y="1019111"/>
                </a:lnTo>
                <a:lnTo>
                  <a:pt x="12553200" y="1022400"/>
                </a:lnTo>
                <a:lnTo>
                  <a:pt x="12530700" y="1019111"/>
                </a:lnTo>
                <a:lnTo>
                  <a:pt x="12508200" y="1009747"/>
                </a:lnTo>
                <a:lnTo>
                  <a:pt x="12485700" y="995731"/>
                </a:lnTo>
                <a:lnTo>
                  <a:pt x="12463200" y="979200"/>
                </a:lnTo>
                <a:lnTo>
                  <a:pt x="12463200" y="979200"/>
                </a:lnTo>
                <a:lnTo>
                  <a:pt x="12440700" y="995731"/>
                </a:lnTo>
                <a:lnTo>
                  <a:pt x="12418200" y="1009747"/>
                </a:lnTo>
                <a:lnTo>
                  <a:pt x="12395700" y="1019111"/>
                </a:lnTo>
                <a:lnTo>
                  <a:pt x="12373200" y="1022400"/>
                </a:lnTo>
                <a:lnTo>
                  <a:pt x="12350700" y="1019111"/>
                </a:lnTo>
                <a:lnTo>
                  <a:pt x="12328200" y="1009747"/>
                </a:lnTo>
                <a:lnTo>
                  <a:pt x="12305700" y="995731"/>
                </a:lnTo>
                <a:lnTo>
                  <a:pt x="12283200" y="979200"/>
                </a:lnTo>
                <a:lnTo>
                  <a:pt x="12283200" y="979200"/>
                </a:lnTo>
                <a:lnTo>
                  <a:pt x="12260700" y="995731"/>
                </a:lnTo>
                <a:lnTo>
                  <a:pt x="12238200" y="1009747"/>
                </a:lnTo>
                <a:lnTo>
                  <a:pt x="12215700" y="1019111"/>
                </a:lnTo>
                <a:lnTo>
                  <a:pt x="12193200" y="1022400"/>
                </a:lnTo>
                <a:lnTo>
                  <a:pt x="12170700" y="1019111"/>
                </a:lnTo>
                <a:lnTo>
                  <a:pt x="12148200" y="1009747"/>
                </a:lnTo>
                <a:lnTo>
                  <a:pt x="12125700" y="995731"/>
                </a:lnTo>
                <a:lnTo>
                  <a:pt x="12103200" y="979200"/>
                </a:lnTo>
                <a:lnTo>
                  <a:pt x="12103200" y="979200"/>
                </a:lnTo>
                <a:lnTo>
                  <a:pt x="12080700" y="995731"/>
                </a:lnTo>
                <a:lnTo>
                  <a:pt x="12058200" y="1009747"/>
                </a:lnTo>
                <a:lnTo>
                  <a:pt x="12035700" y="1019111"/>
                </a:lnTo>
                <a:lnTo>
                  <a:pt x="12013200" y="1022400"/>
                </a:lnTo>
                <a:lnTo>
                  <a:pt x="11990700" y="1019111"/>
                </a:lnTo>
                <a:lnTo>
                  <a:pt x="11968200" y="1009747"/>
                </a:lnTo>
                <a:lnTo>
                  <a:pt x="11945700" y="995731"/>
                </a:lnTo>
                <a:lnTo>
                  <a:pt x="11923200" y="979200"/>
                </a:lnTo>
                <a:lnTo>
                  <a:pt x="11923200" y="979200"/>
                </a:lnTo>
                <a:lnTo>
                  <a:pt x="11900700" y="995731"/>
                </a:lnTo>
                <a:lnTo>
                  <a:pt x="11878200" y="1009747"/>
                </a:lnTo>
                <a:lnTo>
                  <a:pt x="11855700" y="1019111"/>
                </a:lnTo>
                <a:lnTo>
                  <a:pt x="11833200" y="1022400"/>
                </a:lnTo>
                <a:lnTo>
                  <a:pt x="11810700" y="1019111"/>
                </a:lnTo>
                <a:lnTo>
                  <a:pt x="11788200" y="1009747"/>
                </a:lnTo>
                <a:lnTo>
                  <a:pt x="11765700" y="995731"/>
                </a:lnTo>
                <a:lnTo>
                  <a:pt x="11743200" y="979200"/>
                </a:lnTo>
                <a:lnTo>
                  <a:pt x="11743200" y="979200"/>
                </a:lnTo>
                <a:lnTo>
                  <a:pt x="11720700" y="995731"/>
                </a:lnTo>
                <a:lnTo>
                  <a:pt x="11698200" y="1009747"/>
                </a:lnTo>
                <a:lnTo>
                  <a:pt x="11675700" y="1019111"/>
                </a:lnTo>
                <a:lnTo>
                  <a:pt x="11653200" y="1022400"/>
                </a:lnTo>
                <a:lnTo>
                  <a:pt x="11630700" y="1019111"/>
                </a:lnTo>
                <a:lnTo>
                  <a:pt x="11608200" y="1009747"/>
                </a:lnTo>
                <a:lnTo>
                  <a:pt x="11585700" y="995731"/>
                </a:lnTo>
                <a:lnTo>
                  <a:pt x="11563200" y="979200"/>
                </a:lnTo>
                <a:lnTo>
                  <a:pt x="11563200" y="979200"/>
                </a:lnTo>
                <a:lnTo>
                  <a:pt x="11540700" y="995731"/>
                </a:lnTo>
                <a:lnTo>
                  <a:pt x="11518200" y="1009747"/>
                </a:lnTo>
                <a:lnTo>
                  <a:pt x="11495700" y="1019111"/>
                </a:lnTo>
                <a:lnTo>
                  <a:pt x="11473200" y="1022400"/>
                </a:lnTo>
                <a:lnTo>
                  <a:pt x="11450700" y="1019111"/>
                </a:lnTo>
                <a:lnTo>
                  <a:pt x="11428200" y="1009747"/>
                </a:lnTo>
                <a:lnTo>
                  <a:pt x="11405700" y="995731"/>
                </a:lnTo>
                <a:lnTo>
                  <a:pt x="11383200" y="979200"/>
                </a:lnTo>
                <a:lnTo>
                  <a:pt x="11383200" y="979200"/>
                </a:lnTo>
                <a:lnTo>
                  <a:pt x="11360700" y="995731"/>
                </a:lnTo>
                <a:lnTo>
                  <a:pt x="11338200" y="1009747"/>
                </a:lnTo>
                <a:lnTo>
                  <a:pt x="11315700" y="1019111"/>
                </a:lnTo>
                <a:lnTo>
                  <a:pt x="11293200" y="1022400"/>
                </a:lnTo>
                <a:lnTo>
                  <a:pt x="11270700" y="1019111"/>
                </a:lnTo>
                <a:lnTo>
                  <a:pt x="11248200" y="1009747"/>
                </a:lnTo>
                <a:lnTo>
                  <a:pt x="11225700" y="995731"/>
                </a:lnTo>
                <a:lnTo>
                  <a:pt x="11203200" y="979200"/>
                </a:lnTo>
                <a:lnTo>
                  <a:pt x="11203200" y="979200"/>
                </a:lnTo>
                <a:lnTo>
                  <a:pt x="11180700" y="995731"/>
                </a:lnTo>
                <a:lnTo>
                  <a:pt x="11158200" y="1009747"/>
                </a:lnTo>
                <a:lnTo>
                  <a:pt x="11135700" y="1019111"/>
                </a:lnTo>
                <a:lnTo>
                  <a:pt x="11113200" y="1022400"/>
                </a:lnTo>
                <a:lnTo>
                  <a:pt x="11090700" y="1019111"/>
                </a:lnTo>
                <a:lnTo>
                  <a:pt x="11068200" y="1009747"/>
                </a:lnTo>
                <a:lnTo>
                  <a:pt x="11045700" y="995731"/>
                </a:lnTo>
                <a:lnTo>
                  <a:pt x="11023200" y="979200"/>
                </a:lnTo>
                <a:lnTo>
                  <a:pt x="11023200" y="979200"/>
                </a:lnTo>
                <a:lnTo>
                  <a:pt x="11000700" y="995731"/>
                </a:lnTo>
                <a:lnTo>
                  <a:pt x="10978200" y="1009747"/>
                </a:lnTo>
                <a:lnTo>
                  <a:pt x="10955700" y="1019111"/>
                </a:lnTo>
                <a:lnTo>
                  <a:pt x="10933200" y="1022400"/>
                </a:lnTo>
                <a:lnTo>
                  <a:pt x="10910700" y="1019111"/>
                </a:lnTo>
                <a:lnTo>
                  <a:pt x="10888200" y="1009747"/>
                </a:lnTo>
                <a:lnTo>
                  <a:pt x="10865700" y="995731"/>
                </a:lnTo>
                <a:lnTo>
                  <a:pt x="10843200" y="979200"/>
                </a:lnTo>
                <a:lnTo>
                  <a:pt x="10843200" y="979200"/>
                </a:lnTo>
                <a:lnTo>
                  <a:pt x="10820700" y="995731"/>
                </a:lnTo>
                <a:lnTo>
                  <a:pt x="10798200" y="1009747"/>
                </a:lnTo>
                <a:lnTo>
                  <a:pt x="10775700" y="1019111"/>
                </a:lnTo>
                <a:lnTo>
                  <a:pt x="10753200" y="1022400"/>
                </a:lnTo>
                <a:lnTo>
                  <a:pt x="10730700" y="1019111"/>
                </a:lnTo>
                <a:lnTo>
                  <a:pt x="10708200" y="1009747"/>
                </a:lnTo>
                <a:lnTo>
                  <a:pt x="10685700" y="995731"/>
                </a:lnTo>
                <a:lnTo>
                  <a:pt x="10663200" y="979200"/>
                </a:lnTo>
                <a:lnTo>
                  <a:pt x="10663200" y="979200"/>
                </a:lnTo>
                <a:lnTo>
                  <a:pt x="10640700" y="995731"/>
                </a:lnTo>
                <a:lnTo>
                  <a:pt x="10618200" y="1009747"/>
                </a:lnTo>
                <a:lnTo>
                  <a:pt x="10595700" y="1019111"/>
                </a:lnTo>
                <a:lnTo>
                  <a:pt x="10573200" y="1022400"/>
                </a:lnTo>
                <a:lnTo>
                  <a:pt x="10550700" y="1019111"/>
                </a:lnTo>
                <a:lnTo>
                  <a:pt x="10528200" y="1009747"/>
                </a:lnTo>
                <a:lnTo>
                  <a:pt x="10505700" y="995731"/>
                </a:lnTo>
                <a:lnTo>
                  <a:pt x="10483200" y="979200"/>
                </a:lnTo>
                <a:lnTo>
                  <a:pt x="10483200" y="979200"/>
                </a:lnTo>
                <a:lnTo>
                  <a:pt x="10460700" y="995731"/>
                </a:lnTo>
                <a:lnTo>
                  <a:pt x="10438200" y="1009747"/>
                </a:lnTo>
                <a:lnTo>
                  <a:pt x="10415700" y="1019111"/>
                </a:lnTo>
                <a:lnTo>
                  <a:pt x="10393200" y="1022400"/>
                </a:lnTo>
                <a:lnTo>
                  <a:pt x="10370700" y="1019111"/>
                </a:lnTo>
                <a:lnTo>
                  <a:pt x="10348200" y="1009747"/>
                </a:lnTo>
                <a:lnTo>
                  <a:pt x="10325700" y="995731"/>
                </a:lnTo>
                <a:lnTo>
                  <a:pt x="10303200" y="979200"/>
                </a:lnTo>
                <a:lnTo>
                  <a:pt x="10303200" y="979200"/>
                </a:lnTo>
                <a:lnTo>
                  <a:pt x="10280700" y="995731"/>
                </a:lnTo>
                <a:lnTo>
                  <a:pt x="10258200" y="1009747"/>
                </a:lnTo>
                <a:lnTo>
                  <a:pt x="10235700" y="1019111"/>
                </a:lnTo>
                <a:lnTo>
                  <a:pt x="10213200" y="1022400"/>
                </a:lnTo>
                <a:lnTo>
                  <a:pt x="10190700" y="1019111"/>
                </a:lnTo>
                <a:lnTo>
                  <a:pt x="10168200" y="1009747"/>
                </a:lnTo>
                <a:lnTo>
                  <a:pt x="10145700" y="995731"/>
                </a:lnTo>
                <a:lnTo>
                  <a:pt x="10123200" y="979200"/>
                </a:lnTo>
                <a:lnTo>
                  <a:pt x="10123200" y="979200"/>
                </a:lnTo>
                <a:lnTo>
                  <a:pt x="10100700" y="995731"/>
                </a:lnTo>
                <a:lnTo>
                  <a:pt x="10078200" y="1009747"/>
                </a:lnTo>
                <a:lnTo>
                  <a:pt x="10055700" y="1019111"/>
                </a:lnTo>
                <a:lnTo>
                  <a:pt x="10033200" y="1022400"/>
                </a:lnTo>
                <a:lnTo>
                  <a:pt x="10010700" y="1019111"/>
                </a:lnTo>
                <a:lnTo>
                  <a:pt x="9988200" y="1009747"/>
                </a:lnTo>
                <a:lnTo>
                  <a:pt x="9965700" y="995731"/>
                </a:lnTo>
                <a:lnTo>
                  <a:pt x="9943200" y="979200"/>
                </a:lnTo>
                <a:lnTo>
                  <a:pt x="9943200" y="979200"/>
                </a:lnTo>
                <a:lnTo>
                  <a:pt x="9920700" y="995731"/>
                </a:lnTo>
                <a:lnTo>
                  <a:pt x="9898200" y="1009747"/>
                </a:lnTo>
                <a:lnTo>
                  <a:pt x="9875700" y="1019111"/>
                </a:lnTo>
                <a:lnTo>
                  <a:pt x="9853200" y="1022400"/>
                </a:lnTo>
                <a:lnTo>
                  <a:pt x="9830700" y="1019111"/>
                </a:lnTo>
                <a:lnTo>
                  <a:pt x="9808200" y="1009747"/>
                </a:lnTo>
                <a:lnTo>
                  <a:pt x="9785700" y="995731"/>
                </a:lnTo>
                <a:lnTo>
                  <a:pt x="9763200" y="979200"/>
                </a:lnTo>
                <a:lnTo>
                  <a:pt x="9763200" y="979200"/>
                </a:lnTo>
                <a:lnTo>
                  <a:pt x="9740700" y="995731"/>
                </a:lnTo>
                <a:lnTo>
                  <a:pt x="9718200" y="1009747"/>
                </a:lnTo>
                <a:lnTo>
                  <a:pt x="9695700" y="1019111"/>
                </a:lnTo>
                <a:lnTo>
                  <a:pt x="9673200" y="1022400"/>
                </a:lnTo>
                <a:lnTo>
                  <a:pt x="9650700" y="1019111"/>
                </a:lnTo>
                <a:lnTo>
                  <a:pt x="9628200" y="1009747"/>
                </a:lnTo>
                <a:lnTo>
                  <a:pt x="9605700" y="995731"/>
                </a:lnTo>
                <a:lnTo>
                  <a:pt x="9583200" y="979200"/>
                </a:lnTo>
                <a:lnTo>
                  <a:pt x="9583200" y="979200"/>
                </a:lnTo>
                <a:lnTo>
                  <a:pt x="9560700" y="995731"/>
                </a:lnTo>
                <a:lnTo>
                  <a:pt x="9538200" y="1009747"/>
                </a:lnTo>
                <a:lnTo>
                  <a:pt x="9515700" y="1019111"/>
                </a:lnTo>
                <a:lnTo>
                  <a:pt x="9493200" y="1022400"/>
                </a:lnTo>
                <a:lnTo>
                  <a:pt x="9470700" y="1019111"/>
                </a:lnTo>
                <a:lnTo>
                  <a:pt x="9448200" y="1009747"/>
                </a:lnTo>
                <a:lnTo>
                  <a:pt x="9425700" y="995731"/>
                </a:lnTo>
                <a:lnTo>
                  <a:pt x="9403200" y="979200"/>
                </a:lnTo>
                <a:lnTo>
                  <a:pt x="9403200" y="979200"/>
                </a:lnTo>
                <a:lnTo>
                  <a:pt x="9380700" y="995731"/>
                </a:lnTo>
                <a:lnTo>
                  <a:pt x="9358200" y="1009747"/>
                </a:lnTo>
                <a:lnTo>
                  <a:pt x="9335700" y="1019111"/>
                </a:lnTo>
                <a:lnTo>
                  <a:pt x="9313200" y="1022400"/>
                </a:lnTo>
                <a:lnTo>
                  <a:pt x="9290700" y="1019111"/>
                </a:lnTo>
                <a:lnTo>
                  <a:pt x="9268200" y="1009747"/>
                </a:lnTo>
                <a:lnTo>
                  <a:pt x="9245700" y="995731"/>
                </a:lnTo>
                <a:lnTo>
                  <a:pt x="9223200" y="979200"/>
                </a:lnTo>
                <a:lnTo>
                  <a:pt x="9223200" y="979200"/>
                </a:lnTo>
                <a:lnTo>
                  <a:pt x="9200700" y="995731"/>
                </a:lnTo>
                <a:lnTo>
                  <a:pt x="9178200" y="1009747"/>
                </a:lnTo>
                <a:lnTo>
                  <a:pt x="9155700" y="1019111"/>
                </a:lnTo>
                <a:lnTo>
                  <a:pt x="9133200" y="1022400"/>
                </a:lnTo>
                <a:lnTo>
                  <a:pt x="9110700" y="1019111"/>
                </a:lnTo>
                <a:lnTo>
                  <a:pt x="9088200" y="1009747"/>
                </a:lnTo>
                <a:lnTo>
                  <a:pt x="9065700" y="995731"/>
                </a:lnTo>
                <a:lnTo>
                  <a:pt x="9043200" y="979200"/>
                </a:lnTo>
                <a:lnTo>
                  <a:pt x="9043200" y="979200"/>
                </a:lnTo>
                <a:lnTo>
                  <a:pt x="9020700" y="995731"/>
                </a:lnTo>
                <a:lnTo>
                  <a:pt x="8998200" y="1009747"/>
                </a:lnTo>
                <a:lnTo>
                  <a:pt x="8975700" y="1019111"/>
                </a:lnTo>
                <a:lnTo>
                  <a:pt x="8953200" y="1022400"/>
                </a:lnTo>
                <a:lnTo>
                  <a:pt x="8930700" y="1019111"/>
                </a:lnTo>
                <a:lnTo>
                  <a:pt x="8908200" y="1009747"/>
                </a:lnTo>
                <a:lnTo>
                  <a:pt x="8885700" y="995731"/>
                </a:lnTo>
                <a:lnTo>
                  <a:pt x="8863200" y="979200"/>
                </a:lnTo>
                <a:lnTo>
                  <a:pt x="8863200" y="979200"/>
                </a:lnTo>
                <a:lnTo>
                  <a:pt x="8840700" y="995731"/>
                </a:lnTo>
                <a:lnTo>
                  <a:pt x="8818200" y="1009747"/>
                </a:lnTo>
                <a:lnTo>
                  <a:pt x="8795700" y="1019111"/>
                </a:lnTo>
                <a:lnTo>
                  <a:pt x="8773200" y="1022400"/>
                </a:lnTo>
                <a:lnTo>
                  <a:pt x="8750700" y="1019111"/>
                </a:lnTo>
                <a:lnTo>
                  <a:pt x="8728200" y="1009747"/>
                </a:lnTo>
                <a:lnTo>
                  <a:pt x="8705700" y="995731"/>
                </a:lnTo>
                <a:lnTo>
                  <a:pt x="8683200" y="979200"/>
                </a:lnTo>
                <a:lnTo>
                  <a:pt x="8683200" y="979200"/>
                </a:lnTo>
                <a:lnTo>
                  <a:pt x="8660700" y="995731"/>
                </a:lnTo>
                <a:lnTo>
                  <a:pt x="8638200" y="1009747"/>
                </a:lnTo>
                <a:lnTo>
                  <a:pt x="8615700" y="1019111"/>
                </a:lnTo>
                <a:lnTo>
                  <a:pt x="8593200" y="1022400"/>
                </a:lnTo>
                <a:lnTo>
                  <a:pt x="8570700" y="1019111"/>
                </a:lnTo>
                <a:lnTo>
                  <a:pt x="8548200" y="1009747"/>
                </a:lnTo>
                <a:lnTo>
                  <a:pt x="8525700" y="995731"/>
                </a:lnTo>
                <a:lnTo>
                  <a:pt x="8503200" y="979200"/>
                </a:lnTo>
                <a:lnTo>
                  <a:pt x="8503200" y="979200"/>
                </a:lnTo>
                <a:lnTo>
                  <a:pt x="8480700" y="995731"/>
                </a:lnTo>
                <a:lnTo>
                  <a:pt x="8458200" y="1009747"/>
                </a:lnTo>
                <a:lnTo>
                  <a:pt x="8435700" y="1019111"/>
                </a:lnTo>
                <a:lnTo>
                  <a:pt x="8413200" y="1022400"/>
                </a:lnTo>
                <a:lnTo>
                  <a:pt x="8390700" y="1019111"/>
                </a:lnTo>
                <a:lnTo>
                  <a:pt x="8368200" y="1009747"/>
                </a:lnTo>
                <a:lnTo>
                  <a:pt x="8345700" y="995731"/>
                </a:lnTo>
                <a:lnTo>
                  <a:pt x="8323200" y="979200"/>
                </a:lnTo>
                <a:lnTo>
                  <a:pt x="8323200" y="979200"/>
                </a:lnTo>
                <a:lnTo>
                  <a:pt x="8300700" y="995731"/>
                </a:lnTo>
                <a:lnTo>
                  <a:pt x="8278200" y="1009747"/>
                </a:lnTo>
                <a:lnTo>
                  <a:pt x="8255700" y="1019111"/>
                </a:lnTo>
                <a:lnTo>
                  <a:pt x="8233200" y="1022400"/>
                </a:lnTo>
                <a:lnTo>
                  <a:pt x="8210700" y="1019111"/>
                </a:lnTo>
                <a:lnTo>
                  <a:pt x="8188200" y="1009747"/>
                </a:lnTo>
                <a:lnTo>
                  <a:pt x="8165700" y="995731"/>
                </a:lnTo>
                <a:lnTo>
                  <a:pt x="8143200" y="979200"/>
                </a:lnTo>
                <a:lnTo>
                  <a:pt x="8143200" y="979200"/>
                </a:lnTo>
                <a:lnTo>
                  <a:pt x="8120700" y="995731"/>
                </a:lnTo>
                <a:lnTo>
                  <a:pt x="8098200" y="1009747"/>
                </a:lnTo>
                <a:lnTo>
                  <a:pt x="8075700" y="1019111"/>
                </a:lnTo>
                <a:lnTo>
                  <a:pt x="8053200" y="1022400"/>
                </a:lnTo>
                <a:lnTo>
                  <a:pt x="8030700" y="1019111"/>
                </a:lnTo>
                <a:lnTo>
                  <a:pt x="8008200" y="1009747"/>
                </a:lnTo>
                <a:lnTo>
                  <a:pt x="7985700" y="995731"/>
                </a:lnTo>
                <a:lnTo>
                  <a:pt x="7963200" y="979200"/>
                </a:lnTo>
                <a:lnTo>
                  <a:pt x="7963200" y="979200"/>
                </a:lnTo>
                <a:lnTo>
                  <a:pt x="7940700" y="995731"/>
                </a:lnTo>
                <a:lnTo>
                  <a:pt x="7918200" y="1009747"/>
                </a:lnTo>
                <a:lnTo>
                  <a:pt x="7895700" y="1019111"/>
                </a:lnTo>
                <a:lnTo>
                  <a:pt x="7873200" y="1022400"/>
                </a:lnTo>
                <a:lnTo>
                  <a:pt x="7850700" y="1019111"/>
                </a:lnTo>
                <a:lnTo>
                  <a:pt x="7828200" y="1009747"/>
                </a:lnTo>
                <a:lnTo>
                  <a:pt x="7805700" y="995731"/>
                </a:lnTo>
                <a:lnTo>
                  <a:pt x="7783200" y="979200"/>
                </a:lnTo>
                <a:lnTo>
                  <a:pt x="7783200" y="979200"/>
                </a:lnTo>
                <a:lnTo>
                  <a:pt x="7760700" y="995731"/>
                </a:lnTo>
                <a:lnTo>
                  <a:pt x="7738200" y="1009747"/>
                </a:lnTo>
                <a:lnTo>
                  <a:pt x="7715700" y="1019111"/>
                </a:lnTo>
                <a:lnTo>
                  <a:pt x="7693200" y="1022400"/>
                </a:lnTo>
                <a:lnTo>
                  <a:pt x="7670700" y="1019111"/>
                </a:lnTo>
                <a:lnTo>
                  <a:pt x="7648200" y="1009747"/>
                </a:lnTo>
                <a:lnTo>
                  <a:pt x="7625700" y="995731"/>
                </a:lnTo>
                <a:lnTo>
                  <a:pt x="7603200" y="979200"/>
                </a:lnTo>
                <a:lnTo>
                  <a:pt x="7603200" y="979200"/>
                </a:lnTo>
                <a:lnTo>
                  <a:pt x="7580700" y="995731"/>
                </a:lnTo>
                <a:lnTo>
                  <a:pt x="7558200" y="1009747"/>
                </a:lnTo>
                <a:lnTo>
                  <a:pt x="7535700" y="1019111"/>
                </a:lnTo>
                <a:lnTo>
                  <a:pt x="7513200" y="1022400"/>
                </a:lnTo>
                <a:lnTo>
                  <a:pt x="7490700" y="1019111"/>
                </a:lnTo>
                <a:lnTo>
                  <a:pt x="7468200" y="1009747"/>
                </a:lnTo>
                <a:lnTo>
                  <a:pt x="7445700" y="995731"/>
                </a:lnTo>
                <a:lnTo>
                  <a:pt x="7423200" y="979200"/>
                </a:lnTo>
                <a:lnTo>
                  <a:pt x="7423200" y="979200"/>
                </a:lnTo>
                <a:lnTo>
                  <a:pt x="7400700" y="995731"/>
                </a:lnTo>
                <a:lnTo>
                  <a:pt x="7378200" y="1009747"/>
                </a:lnTo>
                <a:lnTo>
                  <a:pt x="7355700" y="1019111"/>
                </a:lnTo>
                <a:lnTo>
                  <a:pt x="7333200" y="1022400"/>
                </a:lnTo>
                <a:lnTo>
                  <a:pt x="7310700" y="1019111"/>
                </a:lnTo>
                <a:lnTo>
                  <a:pt x="7288200" y="1009747"/>
                </a:lnTo>
                <a:lnTo>
                  <a:pt x="7265700" y="995731"/>
                </a:lnTo>
                <a:lnTo>
                  <a:pt x="7243200" y="979200"/>
                </a:lnTo>
                <a:lnTo>
                  <a:pt x="7243200" y="979200"/>
                </a:lnTo>
                <a:lnTo>
                  <a:pt x="7220700" y="995731"/>
                </a:lnTo>
                <a:lnTo>
                  <a:pt x="7198200" y="1009747"/>
                </a:lnTo>
                <a:lnTo>
                  <a:pt x="7175700" y="1019111"/>
                </a:lnTo>
                <a:lnTo>
                  <a:pt x="7153200" y="1022400"/>
                </a:lnTo>
                <a:lnTo>
                  <a:pt x="7130700" y="1019111"/>
                </a:lnTo>
                <a:lnTo>
                  <a:pt x="7108200" y="1009747"/>
                </a:lnTo>
                <a:lnTo>
                  <a:pt x="7085700" y="995731"/>
                </a:lnTo>
                <a:lnTo>
                  <a:pt x="7063200" y="979200"/>
                </a:lnTo>
                <a:lnTo>
                  <a:pt x="7063200" y="979200"/>
                </a:lnTo>
                <a:lnTo>
                  <a:pt x="7040700" y="995731"/>
                </a:lnTo>
                <a:lnTo>
                  <a:pt x="7018200" y="1009747"/>
                </a:lnTo>
                <a:lnTo>
                  <a:pt x="6995700" y="1019111"/>
                </a:lnTo>
                <a:lnTo>
                  <a:pt x="6973200" y="1022400"/>
                </a:lnTo>
                <a:lnTo>
                  <a:pt x="6950700" y="1019111"/>
                </a:lnTo>
                <a:lnTo>
                  <a:pt x="6928200" y="1009747"/>
                </a:lnTo>
                <a:lnTo>
                  <a:pt x="6905700" y="995731"/>
                </a:lnTo>
                <a:lnTo>
                  <a:pt x="6883200" y="979200"/>
                </a:lnTo>
                <a:lnTo>
                  <a:pt x="6883200" y="979200"/>
                </a:lnTo>
                <a:lnTo>
                  <a:pt x="6860699" y="995731"/>
                </a:lnTo>
                <a:lnTo>
                  <a:pt x="6838200" y="1009747"/>
                </a:lnTo>
                <a:lnTo>
                  <a:pt x="6815700" y="1019111"/>
                </a:lnTo>
                <a:lnTo>
                  <a:pt x="6793200" y="1022400"/>
                </a:lnTo>
                <a:lnTo>
                  <a:pt x="6770700" y="1019111"/>
                </a:lnTo>
                <a:lnTo>
                  <a:pt x="6748200" y="1009747"/>
                </a:lnTo>
                <a:lnTo>
                  <a:pt x="6725700" y="995731"/>
                </a:lnTo>
                <a:lnTo>
                  <a:pt x="6703199" y="979200"/>
                </a:lnTo>
                <a:lnTo>
                  <a:pt x="6703199" y="979200"/>
                </a:lnTo>
                <a:lnTo>
                  <a:pt x="6680700" y="995731"/>
                </a:lnTo>
                <a:lnTo>
                  <a:pt x="6658200" y="1009747"/>
                </a:lnTo>
                <a:lnTo>
                  <a:pt x="6635700" y="1019111"/>
                </a:lnTo>
                <a:lnTo>
                  <a:pt x="6613200" y="1022400"/>
                </a:lnTo>
                <a:lnTo>
                  <a:pt x="6590699" y="1019111"/>
                </a:lnTo>
                <a:lnTo>
                  <a:pt x="6568200" y="1009747"/>
                </a:lnTo>
                <a:lnTo>
                  <a:pt x="6545700" y="995731"/>
                </a:lnTo>
                <a:lnTo>
                  <a:pt x="6523200" y="979200"/>
                </a:lnTo>
                <a:lnTo>
                  <a:pt x="6523200" y="979200"/>
                </a:lnTo>
                <a:lnTo>
                  <a:pt x="6500700" y="995731"/>
                </a:lnTo>
                <a:lnTo>
                  <a:pt x="6478200" y="1009747"/>
                </a:lnTo>
                <a:lnTo>
                  <a:pt x="6455700" y="1019111"/>
                </a:lnTo>
                <a:lnTo>
                  <a:pt x="6433199" y="1022400"/>
                </a:lnTo>
                <a:lnTo>
                  <a:pt x="6410700" y="1019111"/>
                </a:lnTo>
                <a:lnTo>
                  <a:pt x="6388200" y="1009747"/>
                </a:lnTo>
                <a:lnTo>
                  <a:pt x="6365700" y="995731"/>
                </a:lnTo>
                <a:lnTo>
                  <a:pt x="6343200" y="979200"/>
                </a:lnTo>
                <a:lnTo>
                  <a:pt x="6343200" y="979200"/>
                </a:lnTo>
                <a:lnTo>
                  <a:pt x="6320700" y="995731"/>
                </a:lnTo>
                <a:lnTo>
                  <a:pt x="6298200" y="1009747"/>
                </a:lnTo>
                <a:lnTo>
                  <a:pt x="6275699" y="1019111"/>
                </a:lnTo>
                <a:lnTo>
                  <a:pt x="6253200" y="1022400"/>
                </a:lnTo>
                <a:lnTo>
                  <a:pt x="6230700" y="1019111"/>
                </a:lnTo>
                <a:lnTo>
                  <a:pt x="6208200" y="1009747"/>
                </a:lnTo>
                <a:lnTo>
                  <a:pt x="6185700" y="995731"/>
                </a:lnTo>
                <a:lnTo>
                  <a:pt x="6163199" y="979200"/>
                </a:lnTo>
                <a:lnTo>
                  <a:pt x="6163199" y="979200"/>
                </a:lnTo>
                <a:lnTo>
                  <a:pt x="6140700" y="995731"/>
                </a:lnTo>
                <a:lnTo>
                  <a:pt x="6118200" y="1009747"/>
                </a:lnTo>
                <a:lnTo>
                  <a:pt x="6095700" y="1019111"/>
                </a:lnTo>
                <a:lnTo>
                  <a:pt x="6073200" y="1022400"/>
                </a:lnTo>
                <a:lnTo>
                  <a:pt x="6050700" y="1019111"/>
                </a:lnTo>
                <a:lnTo>
                  <a:pt x="6028200" y="1009747"/>
                </a:lnTo>
                <a:lnTo>
                  <a:pt x="6005699" y="995731"/>
                </a:lnTo>
                <a:lnTo>
                  <a:pt x="5983200" y="979200"/>
                </a:lnTo>
                <a:lnTo>
                  <a:pt x="5983200" y="979200"/>
                </a:lnTo>
                <a:lnTo>
                  <a:pt x="5960700" y="995731"/>
                </a:lnTo>
                <a:lnTo>
                  <a:pt x="5938200" y="1009747"/>
                </a:lnTo>
                <a:lnTo>
                  <a:pt x="5915700" y="1019111"/>
                </a:lnTo>
                <a:lnTo>
                  <a:pt x="5893200" y="1022400"/>
                </a:lnTo>
                <a:lnTo>
                  <a:pt x="5870700" y="1019111"/>
                </a:lnTo>
                <a:lnTo>
                  <a:pt x="5848199" y="1009747"/>
                </a:lnTo>
                <a:lnTo>
                  <a:pt x="5825700" y="995731"/>
                </a:lnTo>
                <a:lnTo>
                  <a:pt x="5803200" y="979200"/>
                </a:lnTo>
                <a:lnTo>
                  <a:pt x="5803200" y="979200"/>
                </a:lnTo>
                <a:lnTo>
                  <a:pt x="5780700" y="995731"/>
                </a:lnTo>
                <a:lnTo>
                  <a:pt x="5758200" y="1009747"/>
                </a:lnTo>
                <a:lnTo>
                  <a:pt x="5735699" y="1019111"/>
                </a:lnTo>
                <a:lnTo>
                  <a:pt x="5713200" y="1022400"/>
                </a:lnTo>
                <a:lnTo>
                  <a:pt x="5690700" y="1019111"/>
                </a:lnTo>
                <a:lnTo>
                  <a:pt x="5668200" y="1009747"/>
                </a:lnTo>
                <a:lnTo>
                  <a:pt x="5645700" y="995731"/>
                </a:lnTo>
                <a:lnTo>
                  <a:pt x="5623200" y="979200"/>
                </a:lnTo>
                <a:lnTo>
                  <a:pt x="5623200" y="979200"/>
                </a:lnTo>
                <a:lnTo>
                  <a:pt x="5600700" y="995731"/>
                </a:lnTo>
                <a:lnTo>
                  <a:pt x="5578199" y="1009747"/>
                </a:lnTo>
                <a:lnTo>
                  <a:pt x="5555700" y="1019111"/>
                </a:lnTo>
                <a:lnTo>
                  <a:pt x="5533200" y="1022400"/>
                </a:lnTo>
                <a:lnTo>
                  <a:pt x="5510700" y="1019111"/>
                </a:lnTo>
                <a:lnTo>
                  <a:pt x="5488200" y="1009747"/>
                </a:lnTo>
                <a:lnTo>
                  <a:pt x="5465700" y="995731"/>
                </a:lnTo>
                <a:lnTo>
                  <a:pt x="5443200" y="979200"/>
                </a:lnTo>
                <a:lnTo>
                  <a:pt x="5443200" y="979200"/>
                </a:lnTo>
                <a:lnTo>
                  <a:pt x="5420699" y="995731"/>
                </a:lnTo>
                <a:lnTo>
                  <a:pt x="5398200" y="1009747"/>
                </a:lnTo>
                <a:lnTo>
                  <a:pt x="5375700" y="1019111"/>
                </a:lnTo>
                <a:lnTo>
                  <a:pt x="5353200" y="1022400"/>
                </a:lnTo>
                <a:lnTo>
                  <a:pt x="5330700" y="1019111"/>
                </a:lnTo>
                <a:lnTo>
                  <a:pt x="5308199" y="1009747"/>
                </a:lnTo>
                <a:lnTo>
                  <a:pt x="5285700" y="995731"/>
                </a:lnTo>
                <a:lnTo>
                  <a:pt x="5263200" y="979200"/>
                </a:lnTo>
                <a:lnTo>
                  <a:pt x="5263200" y="979200"/>
                </a:lnTo>
                <a:lnTo>
                  <a:pt x="5240700" y="995731"/>
                </a:lnTo>
                <a:lnTo>
                  <a:pt x="5218200" y="1009747"/>
                </a:lnTo>
                <a:lnTo>
                  <a:pt x="5195700" y="1019111"/>
                </a:lnTo>
                <a:lnTo>
                  <a:pt x="5173200" y="1022400"/>
                </a:lnTo>
                <a:lnTo>
                  <a:pt x="5150699" y="1019111"/>
                </a:lnTo>
                <a:lnTo>
                  <a:pt x="5128200" y="1009747"/>
                </a:lnTo>
                <a:lnTo>
                  <a:pt x="5105700" y="995731"/>
                </a:lnTo>
                <a:lnTo>
                  <a:pt x="5083200" y="979200"/>
                </a:lnTo>
                <a:lnTo>
                  <a:pt x="5083200" y="979200"/>
                </a:lnTo>
                <a:lnTo>
                  <a:pt x="5060700" y="995731"/>
                </a:lnTo>
                <a:lnTo>
                  <a:pt x="5038200" y="1009747"/>
                </a:lnTo>
                <a:lnTo>
                  <a:pt x="5015700" y="1019111"/>
                </a:lnTo>
                <a:lnTo>
                  <a:pt x="4993199" y="1022400"/>
                </a:lnTo>
                <a:lnTo>
                  <a:pt x="4970700" y="1019111"/>
                </a:lnTo>
                <a:lnTo>
                  <a:pt x="4948200" y="1009747"/>
                </a:lnTo>
                <a:lnTo>
                  <a:pt x="4925700" y="995731"/>
                </a:lnTo>
                <a:lnTo>
                  <a:pt x="4903200" y="979200"/>
                </a:lnTo>
                <a:lnTo>
                  <a:pt x="4903200" y="979200"/>
                </a:lnTo>
                <a:lnTo>
                  <a:pt x="4880699" y="995731"/>
                </a:lnTo>
                <a:lnTo>
                  <a:pt x="4858200" y="1009747"/>
                </a:lnTo>
                <a:lnTo>
                  <a:pt x="4835700" y="1019111"/>
                </a:lnTo>
                <a:lnTo>
                  <a:pt x="4813200" y="1022400"/>
                </a:lnTo>
                <a:lnTo>
                  <a:pt x="4790700" y="1019111"/>
                </a:lnTo>
                <a:lnTo>
                  <a:pt x="4768200" y="1009747"/>
                </a:lnTo>
                <a:lnTo>
                  <a:pt x="4745700" y="995731"/>
                </a:lnTo>
                <a:lnTo>
                  <a:pt x="4723199" y="979200"/>
                </a:lnTo>
                <a:lnTo>
                  <a:pt x="4723199" y="979200"/>
                </a:lnTo>
                <a:lnTo>
                  <a:pt x="4700700" y="995731"/>
                </a:lnTo>
                <a:lnTo>
                  <a:pt x="4678200" y="1009747"/>
                </a:lnTo>
                <a:lnTo>
                  <a:pt x="4655700" y="1019111"/>
                </a:lnTo>
                <a:lnTo>
                  <a:pt x="4633200" y="1022400"/>
                </a:lnTo>
                <a:lnTo>
                  <a:pt x="4610700" y="1019111"/>
                </a:lnTo>
                <a:lnTo>
                  <a:pt x="4588200" y="1009747"/>
                </a:lnTo>
                <a:lnTo>
                  <a:pt x="4565699" y="995731"/>
                </a:lnTo>
                <a:lnTo>
                  <a:pt x="4543200" y="979200"/>
                </a:lnTo>
                <a:lnTo>
                  <a:pt x="4543200" y="979200"/>
                </a:lnTo>
                <a:lnTo>
                  <a:pt x="4520700" y="995731"/>
                </a:lnTo>
                <a:lnTo>
                  <a:pt x="4498200" y="1009747"/>
                </a:lnTo>
                <a:lnTo>
                  <a:pt x="4475700" y="1019111"/>
                </a:lnTo>
                <a:lnTo>
                  <a:pt x="4453200" y="1022400"/>
                </a:lnTo>
                <a:lnTo>
                  <a:pt x="4430700" y="1019111"/>
                </a:lnTo>
                <a:lnTo>
                  <a:pt x="4408200" y="1009747"/>
                </a:lnTo>
                <a:lnTo>
                  <a:pt x="4385700" y="995731"/>
                </a:lnTo>
                <a:lnTo>
                  <a:pt x="4363200" y="979200"/>
                </a:lnTo>
                <a:lnTo>
                  <a:pt x="4363200" y="979200"/>
                </a:lnTo>
                <a:lnTo>
                  <a:pt x="4340700" y="995731"/>
                </a:lnTo>
                <a:lnTo>
                  <a:pt x="4318200" y="1009747"/>
                </a:lnTo>
                <a:lnTo>
                  <a:pt x="4295700" y="1019111"/>
                </a:lnTo>
                <a:lnTo>
                  <a:pt x="4273200" y="1022400"/>
                </a:lnTo>
                <a:lnTo>
                  <a:pt x="4250700" y="1019111"/>
                </a:lnTo>
                <a:lnTo>
                  <a:pt x="4228200" y="1009747"/>
                </a:lnTo>
                <a:lnTo>
                  <a:pt x="4205700" y="995731"/>
                </a:lnTo>
                <a:lnTo>
                  <a:pt x="4183200" y="979200"/>
                </a:lnTo>
                <a:lnTo>
                  <a:pt x="4183200" y="979200"/>
                </a:lnTo>
                <a:lnTo>
                  <a:pt x="4160700" y="995731"/>
                </a:lnTo>
                <a:lnTo>
                  <a:pt x="4138200" y="1009747"/>
                </a:lnTo>
                <a:lnTo>
                  <a:pt x="4115700" y="1019111"/>
                </a:lnTo>
                <a:lnTo>
                  <a:pt x="4093200" y="1022400"/>
                </a:lnTo>
                <a:lnTo>
                  <a:pt x="4070700" y="1019111"/>
                </a:lnTo>
                <a:lnTo>
                  <a:pt x="4048200" y="1009747"/>
                </a:lnTo>
                <a:lnTo>
                  <a:pt x="4025700" y="995731"/>
                </a:lnTo>
                <a:lnTo>
                  <a:pt x="4003200" y="979200"/>
                </a:lnTo>
                <a:lnTo>
                  <a:pt x="4003200" y="979200"/>
                </a:lnTo>
                <a:lnTo>
                  <a:pt x="3980700" y="995731"/>
                </a:lnTo>
                <a:lnTo>
                  <a:pt x="3958200" y="1009747"/>
                </a:lnTo>
                <a:lnTo>
                  <a:pt x="3935700" y="1019111"/>
                </a:lnTo>
                <a:lnTo>
                  <a:pt x="3913200" y="1022400"/>
                </a:lnTo>
                <a:lnTo>
                  <a:pt x="3890700" y="1019111"/>
                </a:lnTo>
                <a:lnTo>
                  <a:pt x="3868200" y="1009747"/>
                </a:lnTo>
                <a:lnTo>
                  <a:pt x="3845700" y="995731"/>
                </a:lnTo>
                <a:lnTo>
                  <a:pt x="3823200" y="979200"/>
                </a:lnTo>
                <a:lnTo>
                  <a:pt x="3823200" y="979200"/>
                </a:lnTo>
                <a:lnTo>
                  <a:pt x="3800700" y="995731"/>
                </a:lnTo>
                <a:lnTo>
                  <a:pt x="3778200" y="1009747"/>
                </a:lnTo>
                <a:lnTo>
                  <a:pt x="3755700" y="1019111"/>
                </a:lnTo>
                <a:lnTo>
                  <a:pt x="3733200" y="1022400"/>
                </a:lnTo>
                <a:lnTo>
                  <a:pt x="3710700" y="1019111"/>
                </a:lnTo>
                <a:lnTo>
                  <a:pt x="3688200" y="1009747"/>
                </a:lnTo>
                <a:lnTo>
                  <a:pt x="3665700" y="995731"/>
                </a:lnTo>
                <a:lnTo>
                  <a:pt x="3643200" y="979200"/>
                </a:lnTo>
                <a:lnTo>
                  <a:pt x="3643200" y="979200"/>
                </a:lnTo>
                <a:lnTo>
                  <a:pt x="3620700" y="995731"/>
                </a:lnTo>
                <a:lnTo>
                  <a:pt x="3598200" y="1009747"/>
                </a:lnTo>
                <a:lnTo>
                  <a:pt x="3575700" y="1019111"/>
                </a:lnTo>
                <a:lnTo>
                  <a:pt x="3553200" y="1022400"/>
                </a:lnTo>
                <a:lnTo>
                  <a:pt x="3530700" y="1019111"/>
                </a:lnTo>
                <a:lnTo>
                  <a:pt x="3508200" y="1009747"/>
                </a:lnTo>
                <a:lnTo>
                  <a:pt x="3485700" y="995731"/>
                </a:lnTo>
                <a:lnTo>
                  <a:pt x="3463200" y="979200"/>
                </a:lnTo>
                <a:lnTo>
                  <a:pt x="3463200" y="979200"/>
                </a:lnTo>
                <a:lnTo>
                  <a:pt x="3440700" y="995731"/>
                </a:lnTo>
                <a:lnTo>
                  <a:pt x="3418200" y="1009747"/>
                </a:lnTo>
                <a:lnTo>
                  <a:pt x="3395700" y="1019111"/>
                </a:lnTo>
                <a:lnTo>
                  <a:pt x="3373200" y="1022400"/>
                </a:lnTo>
                <a:lnTo>
                  <a:pt x="3350700" y="1019111"/>
                </a:lnTo>
                <a:lnTo>
                  <a:pt x="3328200" y="1009747"/>
                </a:lnTo>
                <a:lnTo>
                  <a:pt x="3305700" y="995731"/>
                </a:lnTo>
                <a:lnTo>
                  <a:pt x="3283200" y="979200"/>
                </a:lnTo>
                <a:lnTo>
                  <a:pt x="3283200" y="979200"/>
                </a:lnTo>
                <a:lnTo>
                  <a:pt x="3260700" y="995731"/>
                </a:lnTo>
                <a:lnTo>
                  <a:pt x="3238200" y="1009747"/>
                </a:lnTo>
                <a:lnTo>
                  <a:pt x="3215700" y="1019111"/>
                </a:lnTo>
                <a:lnTo>
                  <a:pt x="3193200" y="1022400"/>
                </a:lnTo>
                <a:lnTo>
                  <a:pt x="3170700" y="1019111"/>
                </a:lnTo>
                <a:lnTo>
                  <a:pt x="3148200" y="1009747"/>
                </a:lnTo>
                <a:lnTo>
                  <a:pt x="3125700" y="995731"/>
                </a:lnTo>
                <a:lnTo>
                  <a:pt x="3103200" y="979200"/>
                </a:lnTo>
                <a:lnTo>
                  <a:pt x="3103200" y="979200"/>
                </a:lnTo>
                <a:lnTo>
                  <a:pt x="3080700" y="995731"/>
                </a:lnTo>
                <a:lnTo>
                  <a:pt x="3058200" y="1009747"/>
                </a:lnTo>
                <a:lnTo>
                  <a:pt x="3035700" y="1019111"/>
                </a:lnTo>
                <a:lnTo>
                  <a:pt x="3013200" y="1022400"/>
                </a:lnTo>
                <a:lnTo>
                  <a:pt x="2990700" y="1019111"/>
                </a:lnTo>
                <a:lnTo>
                  <a:pt x="2968200" y="1009747"/>
                </a:lnTo>
                <a:lnTo>
                  <a:pt x="2945700" y="995731"/>
                </a:lnTo>
                <a:lnTo>
                  <a:pt x="2923200" y="979200"/>
                </a:lnTo>
                <a:lnTo>
                  <a:pt x="2923200" y="979200"/>
                </a:lnTo>
                <a:lnTo>
                  <a:pt x="2900700" y="995731"/>
                </a:lnTo>
                <a:lnTo>
                  <a:pt x="2878200" y="1009747"/>
                </a:lnTo>
                <a:lnTo>
                  <a:pt x="2855700" y="1019111"/>
                </a:lnTo>
                <a:lnTo>
                  <a:pt x="2833200" y="1022400"/>
                </a:lnTo>
                <a:lnTo>
                  <a:pt x="2810700" y="1019111"/>
                </a:lnTo>
                <a:lnTo>
                  <a:pt x="2788200" y="1009747"/>
                </a:lnTo>
                <a:lnTo>
                  <a:pt x="2765700" y="995731"/>
                </a:lnTo>
                <a:lnTo>
                  <a:pt x="2743200" y="979200"/>
                </a:lnTo>
                <a:lnTo>
                  <a:pt x="2743200" y="979200"/>
                </a:lnTo>
                <a:lnTo>
                  <a:pt x="2720700" y="995731"/>
                </a:lnTo>
                <a:lnTo>
                  <a:pt x="2698200" y="1009747"/>
                </a:lnTo>
                <a:lnTo>
                  <a:pt x="2675700" y="1019111"/>
                </a:lnTo>
                <a:lnTo>
                  <a:pt x="2653200" y="1022400"/>
                </a:lnTo>
                <a:lnTo>
                  <a:pt x="2630700" y="1019111"/>
                </a:lnTo>
                <a:lnTo>
                  <a:pt x="2608200" y="1009747"/>
                </a:lnTo>
                <a:lnTo>
                  <a:pt x="2585700" y="995731"/>
                </a:lnTo>
                <a:lnTo>
                  <a:pt x="2563200" y="979200"/>
                </a:lnTo>
                <a:lnTo>
                  <a:pt x="2563200" y="979200"/>
                </a:lnTo>
                <a:lnTo>
                  <a:pt x="2540700" y="995731"/>
                </a:lnTo>
                <a:lnTo>
                  <a:pt x="2518200" y="1009747"/>
                </a:lnTo>
                <a:lnTo>
                  <a:pt x="2495700" y="1019111"/>
                </a:lnTo>
                <a:lnTo>
                  <a:pt x="2473200" y="1022400"/>
                </a:lnTo>
                <a:lnTo>
                  <a:pt x="2450700" y="1019111"/>
                </a:lnTo>
                <a:lnTo>
                  <a:pt x="2428200" y="1009747"/>
                </a:lnTo>
                <a:lnTo>
                  <a:pt x="2405700" y="995731"/>
                </a:lnTo>
                <a:lnTo>
                  <a:pt x="2383200" y="979200"/>
                </a:lnTo>
                <a:lnTo>
                  <a:pt x="2383200" y="979200"/>
                </a:lnTo>
                <a:lnTo>
                  <a:pt x="2360700" y="995731"/>
                </a:lnTo>
                <a:lnTo>
                  <a:pt x="2338200" y="1009747"/>
                </a:lnTo>
                <a:lnTo>
                  <a:pt x="2315700" y="1019111"/>
                </a:lnTo>
                <a:lnTo>
                  <a:pt x="2293200" y="1022400"/>
                </a:lnTo>
                <a:lnTo>
                  <a:pt x="2270700" y="1019111"/>
                </a:lnTo>
                <a:lnTo>
                  <a:pt x="2248200" y="1009747"/>
                </a:lnTo>
                <a:lnTo>
                  <a:pt x="2225700" y="995731"/>
                </a:lnTo>
                <a:lnTo>
                  <a:pt x="2203200" y="979200"/>
                </a:lnTo>
                <a:lnTo>
                  <a:pt x="2203200" y="979200"/>
                </a:lnTo>
                <a:lnTo>
                  <a:pt x="2180700" y="995731"/>
                </a:lnTo>
                <a:lnTo>
                  <a:pt x="2158200" y="1009747"/>
                </a:lnTo>
                <a:lnTo>
                  <a:pt x="2135700" y="1019111"/>
                </a:lnTo>
                <a:lnTo>
                  <a:pt x="2113200" y="1022400"/>
                </a:lnTo>
                <a:lnTo>
                  <a:pt x="2090700" y="1019111"/>
                </a:lnTo>
                <a:lnTo>
                  <a:pt x="2068200" y="1009747"/>
                </a:lnTo>
                <a:lnTo>
                  <a:pt x="2045700" y="995731"/>
                </a:lnTo>
                <a:lnTo>
                  <a:pt x="2023200" y="979200"/>
                </a:lnTo>
                <a:lnTo>
                  <a:pt x="2023200" y="979200"/>
                </a:lnTo>
                <a:lnTo>
                  <a:pt x="2000700" y="995731"/>
                </a:lnTo>
                <a:lnTo>
                  <a:pt x="1978200" y="1009747"/>
                </a:lnTo>
                <a:lnTo>
                  <a:pt x="1955700" y="1019111"/>
                </a:lnTo>
                <a:lnTo>
                  <a:pt x="1933200" y="1022400"/>
                </a:lnTo>
                <a:lnTo>
                  <a:pt x="1910700" y="1019111"/>
                </a:lnTo>
                <a:lnTo>
                  <a:pt x="1888200" y="1009747"/>
                </a:lnTo>
                <a:lnTo>
                  <a:pt x="1865700" y="995731"/>
                </a:lnTo>
                <a:lnTo>
                  <a:pt x="1843200" y="979200"/>
                </a:lnTo>
                <a:lnTo>
                  <a:pt x="1843200" y="979200"/>
                </a:lnTo>
                <a:lnTo>
                  <a:pt x="1820700" y="995731"/>
                </a:lnTo>
                <a:lnTo>
                  <a:pt x="1798200" y="1009747"/>
                </a:lnTo>
                <a:lnTo>
                  <a:pt x="1775700" y="1019111"/>
                </a:lnTo>
                <a:lnTo>
                  <a:pt x="1753200" y="1022400"/>
                </a:lnTo>
                <a:lnTo>
                  <a:pt x="1730700" y="1019111"/>
                </a:lnTo>
                <a:lnTo>
                  <a:pt x="1708200" y="1009747"/>
                </a:lnTo>
                <a:lnTo>
                  <a:pt x="1685700" y="995731"/>
                </a:lnTo>
                <a:lnTo>
                  <a:pt x="1663200" y="979200"/>
                </a:lnTo>
                <a:lnTo>
                  <a:pt x="1663200" y="979200"/>
                </a:lnTo>
                <a:lnTo>
                  <a:pt x="1640700" y="995731"/>
                </a:lnTo>
                <a:lnTo>
                  <a:pt x="1618200" y="1009747"/>
                </a:lnTo>
                <a:lnTo>
                  <a:pt x="1595700" y="1019111"/>
                </a:lnTo>
                <a:lnTo>
                  <a:pt x="1573200" y="1022400"/>
                </a:lnTo>
                <a:lnTo>
                  <a:pt x="1550700" y="1019111"/>
                </a:lnTo>
                <a:lnTo>
                  <a:pt x="1528200" y="1009747"/>
                </a:lnTo>
                <a:lnTo>
                  <a:pt x="1505700" y="995731"/>
                </a:lnTo>
                <a:lnTo>
                  <a:pt x="1483200" y="979200"/>
                </a:lnTo>
                <a:lnTo>
                  <a:pt x="1483200" y="979200"/>
                </a:lnTo>
                <a:lnTo>
                  <a:pt x="1460700" y="995731"/>
                </a:lnTo>
                <a:lnTo>
                  <a:pt x="1438200" y="1009747"/>
                </a:lnTo>
                <a:lnTo>
                  <a:pt x="1415700" y="1019111"/>
                </a:lnTo>
                <a:lnTo>
                  <a:pt x="1393200" y="1022400"/>
                </a:lnTo>
                <a:lnTo>
                  <a:pt x="1370700" y="1019111"/>
                </a:lnTo>
                <a:lnTo>
                  <a:pt x="1348200" y="1009747"/>
                </a:lnTo>
                <a:lnTo>
                  <a:pt x="1325700" y="995731"/>
                </a:lnTo>
                <a:lnTo>
                  <a:pt x="1303200" y="979200"/>
                </a:lnTo>
                <a:lnTo>
                  <a:pt x="1303200" y="979200"/>
                </a:lnTo>
                <a:lnTo>
                  <a:pt x="1280700" y="995731"/>
                </a:lnTo>
                <a:lnTo>
                  <a:pt x="1258200" y="1009747"/>
                </a:lnTo>
                <a:lnTo>
                  <a:pt x="1235700" y="1019111"/>
                </a:lnTo>
                <a:lnTo>
                  <a:pt x="1213200" y="1022400"/>
                </a:lnTo>
                <a:lnTo>
                  <a:pt x="1190700" y="1019111"/>
                </a:lnTo>
                <a:lnTo>
                  <a:pt x="1168200" y="1009747"/>
                </a:lnTo>
                <a:lnTo>
                  <a:pt x="1145700" y="995731"/>
                </a:lnTo>
                <a:lnTo>
                  <a:pt x="1123200" y="979200"/>
                </a:lnTo>
                <a:lnTo>
                  <a:pt x="1123200" y="979200"/>
                </a:lnTo>
                <a:lnTo>
                  <a:pt x="1100700" y="995731"/>
                </a:lnTo>
                <a:lnTo>
                  <a:pt x="1078200" y="1009747"/>
                </a:lnTo>
                <a:lnTo>
                  <a:pt x="1055700" y="1019111"/>
                </a:lnTo>
                <a:lnTo>
                  <a:pt x="1033200" y="1022400"/>
                </a:lnTo>
                <a:lnTo>
                  <a:pt x="1010700" y="1019111"/>
                </a:lnTo>
                <a:lnTo>
                  <a:pt x="988200" y="1009747"/>
                </a:lnTo>
                <a:lnTo>
                  <a:pt x="965700" y="995731"/>
                </a:lnTo>
                <a:lnTo>
                  <a:pt x="943200" y="979200"/>
                </a:lnTo>
                <a:lnTo>
                  <a:pt x="943200" y="979200"/>
                </a:lnTo>
                <a:lnTo>
                  <a:pt x="920700" y="995731"/>
                </a:lnTo>
                <a:lnTo>
                  <a:pt x="898200" y="1009747"/>
                </a:lnTo>
                <a:lnTo>
                  <a:pt x="875700" y="1019111"/>
                </a:lnTo>
                <a:lnTo>
                  <a:pt x="853200" y="1022400"/>
                </a:lnTo>
                <a:lnTo>
                  <a:pt x="830700" y="1019111"/>
                </a:lnTo>
                <a:lnTo>
                  <a:pt x="808200" y="1009747"/>
                </a:lnTo>
                <a:lnTo>
                  <a:pt x="785700" y="995731"/>
                </a:lnTo>
                <a:lnTo>
                  <a:pt x="763200" y="979200"/>
                </a:lnTo>
                <a:lnTo>
                  <a:pt x="763200" y="979200"/>
                </a:lnTo>
                <a:lnTo>
                  <a:pt x="740700" y="995731"/>
                </a:lnTo>
                <a:lnTo>
                  <a:pt x="718200" y="1009747"/>
                </a:lnTo>
                <a:lnTo>
                  <a:pt x="695700" y="1019111"/>
                </a:lnTo>
                <a:lnTo>
                  <a:pt x="673200" y="1022400"/>
                </a:lnTo>
                <a:lnTo>
                  <a:pt x="650700" y="1019111"/>
                </a:lnTo>
                <a:lnTo>
                  <a:pt x="628200" y="1009747"/>
                </a:lnTo>
                <a:lnTo>
                  <a:pt x="605700" y="995731"/>
                </a:lnTo>
                <a:lnTo>
                  <a:pt x="583200" y="979200"/>
                </a:lnTo>
                <a:lnTo>
                  <a:pt x="583200" y="979200"/>
                </a:lnTo>
                <a:lnTo>
                  <a:pt x="560700" y="995731"/>
                </a:lnTo>
                <a:lnTo>
                  <a:pt x="538200" y="1009747"/>
                </a:lnTo>
                <a:lnTo>
                  <a:pt x="515700" y="1019111"/>
                </a:lnTo>
                <a:lnTo>
                  <a:pt x="493200" y="1022400"/>
                </a:lnTo>
                <a:lnTo>
                  <a:pt x="470700" y="1019111"/>
                </a:lnTo>
                <a:lnTo>
                  <a:pt x="448200" y="1009747"/>
                </a:lnTo>
                <a:lnTo>
                  <a:pt x="425700" y="995731"/>
                </a:lnTo>
                <a:lnTo>
                  <a:pt x="403200" y="979200"/>
                </a:lnTo>
                <a:lnTo>
                  <a:pt x="403200" y="979200"/>
                </a:lnTo>
                <a:lnTo>
                  <a:pt x="380700" y="995731"/>
                </a:lnTo>
                <a:lnTo>
                  <a:pt x="358200" y="1009747"/>
                </a:lnTo>
                <a:lnTo>
                  <a:pt x="335700" y="1019111"/>
                </a:lnTo>
                <a:lnTo>
                  <a:pt x="313200" y="1022400"/>
                </a:lnTo>
                <a:lnTo>
                  <a:pt x="290700" y="1019111"/>
                </a:lnTo>
                <a:lnTo>
                  <a:pt x="268200" y="1009747"/>
                </a:lnTo>
                <a:lnTo>
                  <a:pt x="245700" y="995731"/>
                </a:lnTo>
                <a:lnTo>
                  <a:pt x="223200" y="979200"/>
                </a:lnTo>
                <a:lnTo>
                  <a:pt x="223200" y="979200"/>
                </a:lnTo>
                <a:lnTo>
                  <a:pt x="200700" y="995731"/>
                </a:lnTo>
                <a:lnTo>
                  <a:pt x="178200" y="1009747"/>
                </a:lnTo>
                <a:lnTo>
                  <a:pt x="155700" y="1019111"/>
                </a:lnTo>
                <a:lnTo>
                  <a:pt x="133200" y="1022400"/>
                </a:lnTo>
                <a:lnTo>
                  <a:pt x="110700" y="1019111"/>
                </a:lnTo>
                <a:lnTo>
                  <a:pt x="88200" y="1009747"/>
                </a:lnTo>
                <a:lnTo>
                  <a:pt x="65700" y="995731"/>
                </a:lnTo>
                <a:lnTo>
                  <a:pt x="43200" y="979200"/>
                </a:lnTo>
                <a:lnTo>
                  <a:pt x="43200" y="979200"/>
                </a:lnTo>
                <a:lnTo>
                  <a:pt x="26668" y="955800"/>
                </a:lnTo>
                <a:lnTo>
                  <a:pt x="12652" y="932400"/>
                </a:lnTo>
                <a:lnTo>
                  <a:pt x="3288" y="909000"/>
                </a:lnTo>
                <a:lnTo>
                  <a:pt x="0" y="885600"/>
                </a:lnTo>
                <a:lnTo>
                  <a:pt x="3288" y="862200"/>
                </a:lnTo>
                <a:lnTo>
                  <a:pt x="12652" y="838800"/>
                </a:lnTo>
                <a:lnTo>
                  <a:pt x="26668" y="815400"/>
                </a:lnTo>
                <a:lnTo>
                  <a:pt x="43200" y="792000"/>
                </a:lnTo>
                <a:lnTo>
                  <a:pt x="43200" y="792000"/>
                </a:lnTo>
                <a:lnTo>
                  <a:pt x="26668" y="768600"/>
                </a:lnTo>
                <a:lnTo>
                  <a:pt x="12652" y="745200"/>
                </a:lnTo>
                <a:lnTo>
                  <a:pt x="3288" y="721800"/>
                </a:lnTo>
                <a:lnTo>
                  <a:pt x="0" y="698400"/>
                </a:lnTo>
                <a:lnTo>
                  <a:pt x="3288" y="675000"/>
                </a:lnTo>
                <a:lnTo>
                  <a:pt x="12652" y="651600"/>
                </a:lnTo>
                <a:lnTo>
                  <a:pt x="26668" y="628200"/>
                </a:lnTo>
                <a:lnTo>
                  <a:pt x="43200" y="604800"/>
                </a:lnTo>
                <a:lnTo>
                  <a:pt x="43200" y="604800"/>
                </a:lnTo>
                <a:lnTo>
                  <a:pt x="26668" y="581400"/>
                </a:lnTo>
                <a:lnTo>
                  <a:pt x="12652" y="558000"/>
                </a:lnTo>
                <a:lnTo>
                  <a:pt x="3288" y="534600"/>
                </a:lnTo>
                <a:lnTo>
                  <a:pt x="0" y="511200"/>
                </a:lnTo>
                <a:lnTo>
                  <a:pt x="3288" y="487800"/>
                </a:lnTo>
                <a:lnTo>
                  <a:pt x="12652" y="464400"/>
                </a:lnTo>
                <a:lnTo>
                  <a:pt x="26668" y="441000"/>
                </a:lnTo>
                <a:lnTo>
                  <a:pt x="43200" y="417600"/>
                </a:lnTo>
                <a:lnTo>
                  <a:pt x="43200" y="417600"/>
                </a:lnTo>
                <a:lnTo>
                  <a:pt x="26668" y="394200"/>
                </a:lnTo>
                <a:lnTo>
                  <a:pt x="12652" y="370800"/>
                </a:lnTo>
                <a:lnTo>
                  <a:pt x="3288" y="347400"/>
                </a:lnTo>
                <a:lnTo>
                  <a:pt x="0" y="324000"/>
                </a:lnTo>
                <a:lnTo>
                  <a:pt x="3288" y="300600"/>
                </a:lnTo>
                <a:lnTo>
                  <a:pt x="12652" y="277200"/>
                </a:lnTo>
                <a:lnTo>
                  <a:pt x="26668" y="253800"/>
                </a:lnTo>
                <a:lnTo>
                  <a:pt x="43200" y="230400"/>
                </a:lnTo>
                <a:lnTo>
                  <a:pt x="43200" y="230400"/>
                </a:lnTo>
                <a:lnTo>
                  <a:pt x="26668" y="207000"/>
                </a:lnTo>
                <a:lnTo>
                  <a:pt x="12652" y="183600"/>
                </a:lnTo>
                <a:lnTo>
                  <a:pt x="3288" y="160200"/>
                </a:lnTo>
                <a:lnTo>
                  <a:pt x="0" y="136800"/>
                </a:lnTo>
                <a:lnTo>
                  <a:pt x="3288" y="113400"/>
                </a:lnTo>
                <a:lnTo>
                  <a:pt x="12652" y="90000"/>
                </a:lnTo>
                <a:lnTo>
                  <a:pt x="26668" y="66600"/>
                </a:lnTo>
                <a:lnTo>
                  <a:pt x="43200" y="43200"/>
                </a:lnTo>
                <a:close/>
              </a:path>
            </a:pathLst>
          </a:custGeom>
          <a:noFill/>
          <a:ln w="7620">
            <a:solidFill>
              <a:srgbClr val="A4433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000" y="3420000"/>
            <a:ext cx="13464000" cy="75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  <a:r>
              <a:t>#16  COUNTER / ESCAPE  /  Fire / access consultant</a:t>
            </a:r>
          </a:p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  <a:r>
              <a:t>450 side gaps vs 900 project assumption. Confirm compliant staff/customer route; retain centred design pending decision.</a:t>
            </a:r>
          </a:p>
        </p:txBody>
      </p:sp>
      <p:sp>
        <p:nvSpPr>
          <p:cNvPr id="15" name="Freeform 14"/>
          <p:cNvSpPr/>
          <p:nvPr/>
        </p:nvSpPr>
        <p:spPr>
          <a:xfrm>
            <a:off x="676800" y="4420800"/>
            <a:ext cx="13766400" cy="1022400"/>
          </a:xfrm>
          <a:custGeom>
            <a:avLst/>
            <a:gdLst/>
            <a:ahLst/>
            <a:cxnLst/>
            <a:rect l="l" t="t" r="r" b="b"/>
            <a:pathLst>
              <a:path w="13766400" h="1022400">
                <a:moveTo>
                  <a:pt x="43200" y="43200"/>
                </a:moveTo>
                <a:lnTo>
                  <a:pt x="65700" y="26668"/>
                </a:lnTo>
                <a:lnTo>
                  <a:pt x="88200" y="12652"/>
                </a:lnTo>
                <a:lnTo>
                  <a:pt x="110700" y="3288"/>
                </a:lnTo>
                <a:lnTo>
                  <a:pt x="133200" y="0"/>
                </a:lnTo>
                <a:lnTo>
                  <a:pt x="155700" y="3288"/>
                </a:lnTo>
                <a:lnTo>
                  <a:pt x="178200" y="12652"/>
                </a:lnTo>
                <a:lnTo>
                  <a:pt x="200700" y="26668"/>
                </a:lnTo>
                <a:lnTo>
                  <a:pt x="223200" y="43200"/>
                </a:lnTo>
                <a:lnTo>
                  <a:pt x="223200" y="43200"/>
                </a:lnTo>
                <a:lnTo>
                  <a:pt x="245700" y="26668"/>
                </a:lnTo>
                <a:lnTo>
                  <a:pt x="268200" y="12652"/>
                </a:lnTo>
                <a:lnTo>
                  <a:pt x="290700" y="3288"/>
                </a:lnTo>
                <a:lnTo>
                  <a:pt x="313200" y="0"/>
                </a:lnTo>
                <a:lnTo>
                  <a:pt x="335700" y="3288"/>
                </a:lnTo>
                <a:lnTo>
                  <a:pt x="358200" y="12652"/>
                </a:lnTo>
                <a:lnTo>
                  <a:pt x="380700" y="26668"/>
                </a:lnTo>
                <a:lnTo>
                  <a:pt x="403200" y="43200"/>
                </a:lnTo>
                <a:lnTo>
                  <a:pt x="403200" y="43200"/>
                </a:lnTo>
                <a:lnTo>
                  <a:pt x="425700" y="26668"/>
                </a:lnTo>
                <a:lnTo>
                  <a:pt x="448200" y="12652"/>
                </a:lnTo>
                <a:lnTo>
                  <a:pt x="470700" y="3288"/>
                </a:lnTo>
                <a:lnTo>
                  <a:pt x="493200" y="0"/>
                </a:lnTo>
                <a:lnTo>
                  <a:pt x="515700" y="3288"/>
                </a:lnTo>
                <a:lnTo>
                  <a:pt x="538200" y="12652"/>
                </a:lnTo>
                <a:lnTo>
                  <a:pt x="560700" y="26668"/>
                </a:lnTo>
                <a:lnTo>
                  <a:pt x="583200" y="43200"/>
                </a:lnTo>
                <a:lnTo>
                  <a:pt x="583200" y="43200"/>
                </a:lnTo>
                <a:lnTo>
                  <a:pt x="605700" y="26668"/>
                </a:lnTo>
                <a:lnTo>
                  <a:pt x="628200" y="12652"/>
                </a:lnTo>
                <a:lnTo>
                  <a:pt x="650700" y="3288"/>
                </a:lnTo>
                <a:lnTo>
                  <a:pt x="673200" y="0"/>
                </a:lnTo>
                <a:lnTo>
                  <a:pt x="695700" y="3288"/>
                </a:lnTo>
                <a:lnTo>
                  <a:pt x="718200" y="12652"/>
                </a:lnTo>
                <a:lnTo>
                  <a:pt x="740700" y="26668"/>
                </a:lnTo>
                <a:lnTo>
                  <a:pt x="763200" y="43200"/>
                </a:lnTo>
                <a:lnTo>
                  <a:pt x="763200" y="43200"/>
                </a:lnTo>
                <a:lnTo>
                  <a:pt x="785700" y="26668"/>
                </a:lnTo>
                <a:lnTo>
                  <a:pt x="808200" y="12652"/>
                </a:lnTo>
                <a:lnTo>
                  <a:pt x="830700" y="3288"/>
                </a:lnTo>
                <a:lnTo>
                  <a:pt x="853200" y="0"/>
                </a:lnTo>
                <a:lnTo>
                  <a:pt x="875700" y="3288"/>
                </a:lnTo>
                <a:lnTo>
                  <a:pt x="898200" y="12652"/>
                </a:lnTo>
                <a:lnTo>
                  <a:pt x="920700" y="26668"/>
                </a:lnTo>
                <a:lnTo>
                  <a:pt x="943200" y="43200"/>
                </a:lnTo>
                <a:lnTo>
                  <a:pt x="943200" y="43200"/>
                </a:lnTo>
                <a:lnTo>
                  <a:pt x="965700" y="26668"/>
                </a:lnTo>
                <a:lnTo>
                  <a:pt x="988200" y="12652"/>
                </a:lnTo>
                <a:lnTo>
                  <a:pt x="1010700" y="3288"/>
                </a:lnTo>
                <a:lnTo>
                  <a:pt x="1033200" y="0"/>
                </a:lnTo>
                <a:lnTo>
                  <a:pt x="1055700" y="3288"/>
                </a:lnTo>
                <a:lnTo>
                  <a:pt x="1078200" y="12652"/>
                </a:lnTo>
                <a:lnTo>
                  <a:pt x="1100700" y="26668"/>
                </a:lnTo>
                <a:lnTo>
                  <a:pt x="1123200" y="43200"/>
                </a:lnTo>
                <a:lnTo>
                  <a:pt x="1123200" y="43200"/>
                </a:lnTo>
                <a:lnTo>
                  <a:pt x="1145700" y="26668"/>
                </a:lnTo>
                <a:lnTo>
                  <a:pt x="1168200" y="12652"/>
                </a:lnTo>
                <a:lnTo>
                  <a:pt x="1190700" y="3288"/>
                </a:lnTo>
                <a:lnTo>
                  <a:pt x="1213200" y="0"/>
                </a:lnTo>
                <a:lnTo>
                  <a:pt x="1235700" y="3288"/>
                </a:lnTo>
                <a:lnTo>
                  <a:pt x="1258200" y="12652"/>
                </a:lnTo>
                <a:lnTo>
                  <a:pt x="1280700" y="26668"/>
                </a:lnTo>
                <a:lnTo>
                  <a:pt x="1303200" y="43200"/>
                </a:lnTo>
                <a:lnTo>
                  <a:pt x="1303200" y="43200"/>
                </a:lnTo>
                <a:lnTo>
                  <a:pt x="1325700" y="26668"/>
                </a:lnTo>
                <a:lnTo>
                  <a:pt x="1348200" y="12652"/>
                </a:lnTo>
                <a:lnTo>
                  <a:pt x="1370700" y="3288"/>
                </a:lnTo>
                <a:lnTo>
                  <a:pt x="1393200" y="0"/>
                </a:lnTo>
                <a:lnTo>
                  <a:pt x="1415700" y="3288"/>
                </a:lnTo>
                <a:lnTo>
                  <a:pt x="1438200" y="12652"/>
                </a:lnTo>
                <a:lnTo>
                  <a:pt x="1460700" y="26668"/>
                </a:lnTo>
                <a:lnTo>
                  <a:pt x="1483200" y="43200"/>
                </a:lnTo>
                <a:lnTo>
                  <a:pt x="1483200" y="43200"/>
                </a:lnTo>
                <a:lnTo>
                  <a:pt x="1505700" y="26668"/>
                </a:lnTo>
                <a:lnTo>
                  <a:pt x="1528200" y="12652"/>
                </a:lnTo>
                <a:lnTo>
                  <a:pt x="1550700" y="3288"/>
                </a:lnTo>
                <a:lnTo>
                  <a:pt x="1573200" y="0"/>
                </a:lnTo>
                <a:lnTo>
                  <a:pt x="1595700" y="3288"/>
                </a:lnTo>
                <a:lnTo>
                  <a:pt x="1618200" y="12652"/>
                </a:lnTo>
                <a:lnTo>
                  <a:pt x="1640700" y="26668"/>
                </a:lnTo>
                <a:lnTo>
                  <a:pt x="1663200" y="43200"/>
                </a:lnTo>
                <a:lnTo>
                  <a:pt x="1663200" y="43200"/>
                </a:lnTo>
                <a:lnTo>
                  <a:pt x="1685700" y="26668"/>
                </a:lnTo>
                <a:lnTo>
                  <a:pt x="1708200" y="12652"/>
                </a:lnTo>
                <a:lnTo>
                  <a:pt x="1730700" y="3288"/>
                </a:lnTo>
                <a:lnTo>
                  <a:pt x="1753200" y="0"/>
                </a:lnTo>
                <a:lnTo>
                  <a:pt x="1775700" y="3288"/>
                </a:lnTo>
                <a:lnTo>
                  <a:pt x="1798200" y="12652"/>
                </a:lnTo>
                <a:lnTo>
                  <a:pt x="1820700" y="26668"/>
                </a:lnTo>
                <a:lnTo>
                  <a:pt x="1843200" y="43200"/>
                </a:lnTo>
                <a:lnTo>
                  <a:pt x="1843200" y="43200"/>
                </a:lnTo>
                <a:lnTo>
                  <a:pt x="1865700" y="26668"/>
                </a:lnTo>
                <a:lnTo>
                  <a:pt x="1888200" y="12652"/>
                </a:lnTo>
                <a:lnTo>
                  <a:pt x="1910700" y="3288"/>
                </a:lnTo>
                <a:lnTo>
                  <a:pt x="1933200" y="0"/>
                </a:lnTo>
                <a:lnTo>
                  <a:pt x="1955700" y="3288"/>
                </a:lnTo>
                <a:lnTo>
                  <a:pt x="1978200" y="12652"/>
                </a:lnTo>
                <a:lnTo>
                  <a:pt x="2000700" y="26668"/>
                </a:lnTo>
                <a:lnTo>
                  <a:pt x="2023200" y="43200"/>
                </a:lnTo>
                <a:lnTo>
                  <a:pt x="2023200" y="43200"/>
                </a:lnTo>
                <a:lnTo>
                  <a:pt x="2045700" y="26668"/>
                </a:lnTo>
                <a:lnTo>
                  <a:pt x="2068200" y="12652"/>
                </a:lnTo>
                <a:lnTo>
                  <a:pt x="2090700" y="3288"/>
                </a:lnTo>
                <a:lnTo>
                  <a:pt x="2113200" y="0"/>
                </a:lnTo>
                <a:lnTo>
                  <a:pt x="2135700" y="3288"/>
                </a:lnTo>
                <a:lnTo>
                  <a:pt x="2158200" y="12652"/>
                </a:lnTo>
                <a:lnTo>
                  <a:pt x="2180700" y="26668"/>
                </a:lnTo>
                <a:lnTo>
                  <a:pt x="2203200" y="43200"/>
                </a:lnTo>
                <a:lnTo>
                  <a:pt x="2203200" y="43200"/>
                </a:lnTo>
                <a:lnTo>
                  <a:pt x="2225700" y="26668"/>
                </a:lnTo>
                <a:lnTo>
                  <a:pt x="2248200" y="12652"/>
                </a:lnTo>
                <a:lnTo>
                  <a:pt x="2270700" y="3288"/>
                </a:lnTo>
                <a:lnTo>
                  <a:pt x="2293200" y="0"/>
                </a:lnTo>
                <a:lnTo>
                  <a:pt x="2315700" y="3288"/>
                </a:lnTo>
                <a:lnTo>
                  <a:pt x="2338200" y="12652"/>
                </a:lnTo>
                <a:lnTo>
                  <a:pt x="2360700" y="26668"/>
                </a:lnTo>
                <a:lnTo>
                  <a:pt x="2383200" y="43200"/>
                </a:lnTo>
                <a:lnTo>
                  <a:pt x="2383200" y="43200"/>
                </a:lnTo>
                <a:lnTo>
                  <a:pt x="2405700" y="26668"/>
                </a:lnTo>
                <a:lnTo>
                  <a:pt x="2428200" y="12652"/>
                </a:lnTo>
                <a:lnTo>
                  <a:pt x="2450700" y="3288"/>
                </a:lnTo>
                <a:lnTo>
                  <a:pt x="2473200" y="0"/>
                </a:lnTo>
                <a:lnTo>
                  <a:pt x="2495700" y="3288"/>
                </a:lnTo>
                <a:lnTo>
                  <a:pt x="2518200" y="12652"/>
                </a:lnTo>
                <a:lnTo>
                  <a:pt x="2540700" y="26668"/>
                </a:lnTo>
                <a:lnTo>
                  <a:pt x="2563200" y="43200"/>
                </a:lnTo>
                <a:lnTo>
                  <a:pt x="2563200" y="43200"/>
                </a:lnTo>
                <a:lnTo>
                  <a:pt x="2585700" y="26668"/>
                </a:lnTo>
                <a:lnTo>
                  <a:pt x="2608200" y="12652"/>
                </a:lnTo>
                <a:lnTo>
                  <a:pt x="2630700" y="3288"/>
                </a:lnTo>
                <a:lnTo>
                  <a:pt x="2653200" y="0"/>
                </a:lnTo>
                <a:lnTo>
                  <a:pt x="2675700" y="3288"/>
                </a:lnTo>
                <a:lnTo>
                  <a:pt x="2698200" y="12652"/>
                </a:lnTo>
                <a:lnTo>
                  <a:pt x="2720700" y="26668"/>
                </a:lnTo>
                <a:lnTo>
                  <a:pt x="2743200" y="43200"/>
                </a:lnTo>
                <a:lnTo>
                  <a:pt x="2743200" y="43200"/>
                </a:lnTo>
                <a:lnTo>
                  <a:pt x="2765700" y="26668"/>
                </a:lnTo>
                <a:lnTo>
                  <a:pt x="2788200" y="12652"/>
                </a:lnTo>
                <a:lnTo>
                  <a:pt x="2810700" y="3288"/>
                </a:lnTo>
                <a:lnTo>
                  <a:pt x="2833200" y="0"/>
                </a:lnTo>
                <a:lnTo>
                  <a:pt x="2855700" y="3288"/>
                </a:lnTo>
                <a:lnTo>
                  <a:pt x="2878200" y="12652"/>
                </a:lnTo>
                <a:lnTo>
                  <a:pt x="2900700" y="26668"/>
                </a:lnTo>
                <a:lnTo>
                  <a:pt x="2923200" y="43200"/>
                </a:lnTo>
                <a:lnTo>
                  <a:pt x="2923200" y="43200"/>
                </a:lnTo>
                <a:lnTo>
                  <a:pt x="2945700" y="26668"/>
                </a:lnTo>
                <a:lnTo>
                  <a:pt x="2968200" y="12652"/>
                </a:lnTo>
                <a:lnTo>
                  <a:pt x="2990700" y="3288"/>
                </a:lnTo>
                <a:lnTo>
                  <a:pt x="3013200" y="0"/>
                </a:lnTo>
                <a:lnTo>
                  <a:pt x="3035700" y="3288"/>
                </a:lnTo>
                <a:lnTo>
                  <a:pt x="3058200" y="12652"/>
                </a:lnTo>
                <a:lnTo>
                  <a:pt x="3080700" y="26668"/>
                </a:lnTo>
                <a:lnTo>
                  <a:pt x="3103200" y="43200"/>
                </a:lnTo>
                <a:lnTo>
                  <a:pt x="3103200" y="43200"/>
                </a:lnTo>
                <a:lnTo>
                  <a:pt x="3125700" y="26668"/>
                </a:lnTo>
                <a:lnTo>
                  <a:pt x="3148200" y="12652"/>
                </a:lnTo>
                <a:lnTo>
                  <a:pt x="3170700" y="3288"/>
                </a:lnTo>
                <a:lnTo>
                  <a:pt x="3193200" y="0"/>
                </a:lnTo>
                <a:lnTo>
                  <a:pt x="3215700" y="3288"/>
                </a:lnTo>
                <a:lnTo>
                  <a:pt x="3238200" y="12652"/>
                </a:lnTo>
                <a:lnTo>
                  <a:pt x="3260700" y="26668"/>
                </a:lnTo>
                <a:lnTo>
                  <a:pt x="3283200" y="43200"/>
                </a:lnTo>
                <a:lnTo>
                  <a:pt x="3283200" y="43200"/>
                </a:lnTo>
                <a:lnTo>
                  <a:pt x="3305700" y="26668"/>
                </a:lnTo>
                <a:lnTo>
                  <a:pt x="3328200" y="12652"/>
                </a:lnTo>
                <a:lnTo>
                  <a:pt x="3350700" y="3288"/>
                </a:lnTo>
                <a:lnTo>
                  <a:pt x="3373200" y="0"/>
                </a:lnTo>
                <a:lnTo>
                  <a:pt x="3395700" y="3288"/>
                </a:lnTo>
                <a:lnTo>
                  <a:pt x="3418200" y="12652"/>
                </a:lnTo>
                <a:lnTo>
                  <a:pt x="3440700" y="26668"/>
                </a:lnTo>
                <a:lnTo>
                  <a:pt x="3463200" y="43200"/>
                </a:lnTo>
                <a:lnTo>
                  <a:pt x="3463200" y="43200"/>
                </a:lnTo>
                <a:lnTo>
                  <a:pt x="3485700" y="26668"/>
                </a:lnTo>
                <a:lnTo>
                  <a:pt x="3508200" y="12652"/>
                </a:lnTo>
                <a:lnTo>
                  <a:pt x="3530699" y="3288"/>
                </a:lnTo>
                <a:lnTo>
                  <a:pt x="3553200" y="0"/>
                </a:lnTo>
                <a:lnTo>
                  <a:pt x="3575700" y="3288"/>
                </a:lnTo>
                <a:lnTo>
                  <a:pt x="3598200" y="12652"/>
                </a:lnTo>
                <a:lnTo>
                  <a:pt x="3620700" y="26668"/>
                </a:lnTo>
                <a:lnTo>
                  <a:pt x="3643200" y="43200"/>
                </a:lnTo>
                <a:lnTo>
                  <a:pt x="3643200" y="43200"/>
                </a:lnTo>
                <a:lnTo>
                  <a:pt x="3665699" y="26668"/>
                </a:lnTo>
                <a:lnTo>
                  <a:pt x="3688200" y="12652"/>
                </a:lnTo>
                <a:lnTo>
                  <a:pt x="3710700" y="3288"/>
                </a:lnTo>
                <a:lnTo>
                  <a:pt x="3733200" y="0"/>
                </a:lnTo>
                <a:lnTo>
                  <a:pt x="3755700" y="3288"/>
                </a:lnTo>
                <a:lnTo>
                  <a:pt x="3778200" y="12652"/>
                </a:lnTo>
                <a:lnTo>
                  <a:pt x="3800699" y="26668"/>
                </a:lnTo>
                <a:lnTo>
                  <a:pt x="3823200" y="43200"/>
                </a:lnTo>
                <a:lnTo>
                  <a:pt x="3823200" y="43200"/>
                </a:lnTo>
                <a:lnTo>
                  <a:pt x="3845700" y="26668"/>
                </a:lnTo>
                <a:lnTo>
                  <a:pt x="3868200" y="12652"/>
                </a:lnTo>
                <a:lnTo>
                  <a:pt x="3890700" y="3288"/>
                </a:lnTo>
                <a:lnTo>
                  <a:pt x="3913200" y="0"/>
                </a:lnTo>
                <a:lnTo>
                  <a:pt x="3935700" y="3288"/>
                </a:lnTo>
                <a:lnTo>
                  <a:pt x="3958200" y="12652"/>
                </a:lnTo>
                <a:lnTo>
                  <a:pt x="3980700" y="26668"/>
                </a:lnTo>
                <a:lnTo>
                  <a:pt x="4003200" y="43200"/>
                </a:lnTo>
                <a:lnTo>
                  <a:pt x="4003200" y="43200"/>
                </a:lnTo>
                <a:lnTo>
                  <a:pt x="4025700" y="26668"/>
                </a:lnTo>
                <a:lnTo>
                  <a:pt x="4048200" y="12652"/>
                </a:lnTo>
                <a:lnTo>
                  <a:pt x="4070700" y="3288"/>
                </a:lnTo>
                <a:lnTo>
                  <a:pt x="4093200" y="0"/>
                </a:lnTo>
                <a:lnTo>
                  <a:pt x="4115700" y="3288"/>
                </a:lnTo>
                <a:lnTo>
                  <a:pt x="4138200" y="12652"/>
                </a:lnTo>
                <a:lnTo>
                  <a:pt x="4160700" y="26668"/>
                </a:lnTo>
                <a:lnTo>
                  <a:pt x="4183200" y="43200"/>
                </a:lnTo>
                <a:lnTo>
                  <a:pt x="4183200" y="43200"/>
                </a:lnTo>
                <a:lnTo>
                  <a:pt x="4205700" y="26668"/>
                </a:lnTo>
                <a:lnTo>
                  <a:pt x="4228200" y="12652"/>
                </a:lnTo>
                <a:lnTo>
                  <a:pt x="4250700" y="3288"/>
                </a:lnTo>
                <a:lnTo>
                  <a:pt x="4273200" y="0"/>
                </a:lnTo>
                <a:lnTo>
                  <a:pt x="4295700" y="3288"/>
                </a:lnTo>
                <a:lnTo>
                  <a:pt x="4318200" y="12652"/>
                </a:lnTo>
                <a:lnTo>
                  <a:pt x="4340700" y="26668"/>
                </a:lnTo>
                <a:lnTo>
                  <a:pt x="4363200" y="43200"/>
                </a:lnTo>
                <a:lnTo>
                  <a:pt x="4363200" y="43200"/>
                </a:lnTo>
                <a:lnTo>
                  <a:pt x="4385700" y="26668"/>
                </a:lnTo>
                <a:lnTo>
                  <a:pt x="4408200" y="12652"/>
                </a:lnTo>
                <a:lnTo>
                  <a:pt x="4430700" y="3288"/>
                </a:lnTo>
                <a:lnTo>
                  <a:pt x="4453200" y="0"/>
                </a:lnTo>
                <a:lnTo>
                  <a:pt x="4475700" y="3288"/>
                </a:lnTo>
                <a:lnTo>
                  <a:pt x="4498200" y="12652"/>
                </a:lnTo>
                <a:lnTo>
                  <a:pt x="4520700" y="26668"/>
                </a:lnTo>
                <a:lnTo>
                  <a:pt x="4543200" y="43200"/>
                </a:lnTo>
                <a:lnTo>
                  <a:pt x="4543200" y="43200"/>
                </a:lnTo>
                <a:lnTo>
                  <a:pt x="4565700" y="26668"/>
                </a:lnTo>
                <a:lnTo>
                  <a:pt x="4588200" y="12652"/>
                </a:lnTo>
                <a:lnTo>
                  <a:pt x="4610700" y="3288"/>
                </a:lnTo>
                <a:lnTo>
                  <a:pt x="4633200" y="0"/>
                </a:lnTo>
                <a:lnTo>
                  <a:pt x="4655700" y="3288"/>
                </a:lnTo>
                <a:lnTo>
                  <a:pt x="4678200" y="12652"/>
                </a:lnTo>
                <a:lnTo>
                  <a:pt x="4700700" y="26668"/>
                </a:lnTo>
                <a:lnTo>
                  <a:pt x="4723200" y="43200"/>
                </a:lnTo>
                <a:lnTo>
                  <a:pt x="4723200" y="43200"/>
                </a:lnTo>
                <a:lnTo>
                  <a:pt x="4745700" y="26668"/>
                </a:lnTo>
                <a:lnTo>
                  <a:pt x="4768200" y="12652"/>
                </a:lnTo>
                <a:lnTo>
                  <a:pt x="4790700" y="3288"/>
                </a:lnTo>
                <a:lnTo>
                  <a:pt x="4813200" y="0"/>
                </a:lnTo>
                <a:lnTo>
                  <a:pt x="4835700" y="3288"/>
                </a:lnTo>
                <a:lnTo>
                  <a:pt x="4858200" y="12652"/>
                </a:lnTo>
                <a:lnTo>
                  <a:pt x="4880700" y="26668"/>
                </a:lnTo>
                <a:lnTo>
                  <a:pt x="4903200" y="43200"/>
                </a:lnTo>
                <a:lnTo>
                  <a:pt x="4903200" y="43200"/>
                </a:lnTo>
                <a:lnTo>
                  <a:pt x="4925700" y="26668"/>
                </a:lnTo>
                <a:lnTo>
                  <a:pt x="4948200" y="12652"/>
                </a:lnTo>
                <a:lnTo>
                  <a:pt x="4970700" y="3288"/>
                </a:lnTo>
                <a:lnTo>
                  <a:pt x="4993200" y="0"/>
                </a:lnTo>
                <a:lnTo>
                  <a:pt x="5015700" y="3288"/>
                </a:lnTo>
                <a:lnTo>
                  <a:pt x="5038200" y="12652"/>
                </a:lnTo>
                <a:lnTo>
                  <a:pt x="5060700" y="26668"/>
                </a:lnTo>
                <a:lnTo>
                  <a:pt x="5083200" y="43200"/>
                </a:lnTo>
                <a:lnTo>
                  <a:pt x="5083200" y="43200"/>
                </a:lnTo>
                <a:lnTo>
                  <a:pt x="5105700" y="26668"/>
                </a:lnTo>
                <a:lnTo>
                  <a:pt x="5128200" y="12652"/>
                </a:lnTo>
                <a:lnTo>
                  <a:pt x="5150700" y="3288"/>
                </a:lnTo>
                <a:lnTo>
                  <a:pt x="5173200" y="0"/>
                </a:lnTo>
                <a:lnTo>
                  <a:pt x="5195700" y="3288"/>
                </a:lnTo>
                <a:lnTo>
                  <a:pt x="5218200" y="12652"/>
                </a:lnTo>
                <a:lnTo>
                  <a:pt x="5240700" y="26668"/>
                </a:lnTo>
                <a:lnTo>
                  <a:pt x="5263200" y="43200"/>
                </a:lnTo>
                <a:lnTo>
                  <a:pt x="5263200" y="43200"/>
                </a:lnTo>
                <a:lnTo>
                  <a:pt x="5285700" y="26668"/>
                </a:lnTo>
                <a:lnTo>
                  <a:pt x="5308200" y="12652"/>
                </a:lnTo>
                <a:lnTo>
                  <a:pt x="5330700" y="3288"/>
                </a:lnTo>
                <a:lnTo>
                  <a:pt x="5353200" y="0"/>
                </a:lnTo>
                <a:lnTo>
                  <a:pt x="5375700" y="3288"/>
                </a:lnTo>
                <a:lnTo>
                  <a:pt x="5398200" y="12652"/>
                </a:lnTo>
                <a:lnTo>
                  <a:pt x="5420700" y="26668"/>
                </a:lnTo>
                <a:lnTo>
                  <a:pt x="5443200" y="43200"/>
                </a:lnTo>
                <a:lnTo>
                  <a:pt x="5443200" y="43200"/>
                </a:lnTo>
                <a:lnTo>
                  <a:pt x="5465700" y="26668"/>
                </a:lnTo>
                <a:lnTo>
                  <a:pt x="5488200" y="12652"/>
                </a:lnTo>
                <a:lnTo>
                  <a:pt x="5510700" y="3288"/>
                </a:lnTo>
                <a:lnTo>
                  <a:pt x="5533200" y="0"/>
                </a:lnTo>
                <a:lnTo>
                  <a:pt x="5555700" y="3288"/>
                </a:lnTo>
                <a:lnTo>
                  <a:pt x="5578200" y="12652"/>
                </a:lnTo>
                <a:lnTo>
                  <a:pt x="5600700" y="26668"/>
                </a:lnTo>
                <a:lnTo>
                  <a:pt x="5623200" y="43200"/>
                </a:lnTo>
                <a:lnTo>
                  <a:pt x="5623200" y="43200"/>
                </a:lnTo>
                <a:lnTo>
                  <a:pt x="5645700" y="26668"/>
                </a:lnTo>
                <a:lnTo>
                  <a:pt x="5668200" y="12652"/>
                </a:lnTo>
                <a:lnTo>
                  <a:pt x="5690700" y="3288"/>
                </a:lnTo>
                <a:lnTo>
                  <a:pt x="5713200" y="0"/>
                </a:lnTo>
                <a:lnTo>
                  <a:pt x="5735700" y="3288"/>
                </a:lnTo>
                <a:lnTo>
                  <a:pt x="5758200" y="12652"/>
                </a:lnTo>
                <a:lnTo>
                  <a:pt x="5780700" y="26668"/>
                </a:lnTo>
                <a:lnTo>
                  <a:pt x="5803200" y="43200"/>
                </a:lnTo>
                <a:lnTo>
                  <a:pt x="5803200" y="43200"/>
                </a:lnTo>
                <a:lnTo>
                  <a:pt x="5825700" y="26668"/>
                </a:lnTo>
                <a:lnTo>
                  <a:pt x="5848200" y="12652"/>
                </a:lnTo>
                <a:lnTo>
                  <a:pt x="5870700" y="3288"/>
                </a:lnTo>
                <a:lnTo>
                  <a:pt x="5893200" y="0"/>
                </a:lnTo>
                <a:lnTo>
                  <a:pt x="5915700" y="3288"/>
                </a:lnTo>
                <a:lnTo>
                  <a:pt x="5938200" y="12652"/>
                </a:lnTo>
                <a:lnTo>
                  <a:pt x="5960700" y="26668"/>
                </a:lnTo>
                <a:lnTo>
                  <a:pt x="5983200" y="43200"/>
                </a:lnTo>
                <a:lnTo>
                  <a:pt x="5983200" y="43200"/>
                </a:lnTo>
                <a:lnTo>
                  <a:pt x="6005700" y="26668"/>
                </a:lnTo>
                <a:lnTo>
                  <a:pt x="6028200" y="12652"/>
                </a:lnTo>
                <a:lnTo>
                  <a:pt x="6050700" y="3288"/>
                </a:lnTo>
                <a:lnTo>
                  <a:pt x="6073200" y="0"/>
                </a:lnTo>
                <a:lnTo>
                  <a:pt x="6095700" y="3288"/>
                </a:lnTo>
                <a:lnTo>
                  <a:pt x="6118200" y="12652"/>
                </a:lnTo>
                <a:lnTo>
                  <a:pt x="6140700" y="26668"/>
                </a:lnTo>
                <a:lnTo>
                  <a:pt x="6163200" y="43200"/>
                </a:lnTo>
                <a:lnTo>
                  <a:pt x="6163200" y="43200"/>
                </a:lnTo>
                <a:lnTo>
                  <a:pt x="6185700" y="26668"/>
                </a:lnTo>
                <a:lnTo>
                  <a:pt x="6208200" y="12652"/>
                </a:lnTo>
                <a:lnTo>
                  <a:pt x="6230700" y="3288"/>
                </a:lnTo>
                <a:lnTo>
                  <a:pt x="6253200" y="0"/>
                </a:lnTo>
                <a:lnTo>
                  <a:pt x="6275700" y="3288"/>
                </a:lnTo>
                <a:lnTo>
                  <a:pt x="6298200" y="12652"/>
                </a:lnTo>
                <a:lnTo>
                  <a:pt x="6320700" y="26668"/>
                </a:lnTo>
                <a:lnTo>
                  <a:pt x="6343200" y="43200"/>
                </a:lnTo>
                <a:lnTo>
                  <a:pt x="6343200" y="43200"/>
                </a:lnTo>
                <a:lnTo>
                  <a:pt x="6365700" y="26668"/>
                </a:lnTo>
                <a:lnTo>
                  <a:pt x="6388200" y="12652"/>
                </a:lnTo>
                <a:lnTo>
                  <a:pt x="6410700" y="3288"/>
                </a:lnTo>
                <a:lnTo>
                  <a:pt x="6433200" y="0"/>
                </a:lnTo>
                <a:lnTo>
                  <a:pt x="6455700" y="3288"/>
                </a:lnTo>
                <a:lnTo>
                  <a:pt x="6478200" y="12652"/>
                </a:lnTo>
                <a:lnTo>
                  <a:pt x="6500700" y="26668"/>
                </a:lnTo>
                <a:lnTo>
                  <a:pt x="6523200" y="43200"/>
                </a:lnTo>
                <a:lnTo>
                  <a:pt x="6523200" y="43200"/>
                </a:lnTo>
                <a:lnTo>
                  <a:pt x="6545700" y="26668"/>
                </a:lnTo>
                <a:lnTo>
                  <a:pt x="6568200" y="12652"/>
                </a:lnTo>
                <a:lnTo>
                  <a:pt x="6590700" y="3288"/>
                </a:lnTo>
                <a:lnTo>
                  <a:pt x="6613200" y="0"/>
                </a:lnTo>
                <a:lnTo>
                  <a:pt x="6635700" y="3288"/>
                </a:lnTo>
                <a:lnTo>
                  <a:pt x="6658200" y="12652"/>
                </a:lnTo>
                <a:lnTo>
                  <a:pt x="6680700" y="26668"/>
                </a:lnTo>
                <a:lnTo>
                  <a:pt x="6703200" y="43200"/>
                </a:lnTo>
                <a:lnTo>
                  <a:pt x="6703200" y="43200"/>
                </a:lnTo>
                <a:lnTo>
                  <a:pt x="6725700" y="26668"/>
                </a:lnTo>
                <a:lnTo>
                  <a:pt x="6748200" y="12652"/>
                </a:lnTo>
                <a:lnTo>
                  <a:pt x="6770700" y="3288"/>
                </a:lnTo>
                <a:lnTo>
                  <a:pt x="6793200" y="0"/>
                </a:lnTo>
                <a:lnTo>
                  <a:pt x="6815700" y="3288"/>
                </a:lnTo>
                <a:lnTo>
                  <a:pt x="6838200" y="12652"/>
                </a:lnTo>
                <a:lnTo>
                  <a:pt x="6860700" y="26668"/>
                </a:lnTo>
                <a:lnTo>
                  <a:pt x="6883200" y="43200"/>
                </a:lnTo>
                <a:lnTo>
                  <a:pt x="6883200" y="43200"/>
                </a:lnTo>
                <a:lnTo>
                  <a:pt x="6905700" y="26668"/>
                </a:lnTo>
                <a:lnTo>
                  <a:pt x="6928200" y="12652"/>
                </a:lnTo>
                <a:lnTo>
                  <a:pt x="6950700" y="3288"/>
                </a:lnTo>
                <a:lnTo>
                  <a:pt x="6973200" y="0"/>
                </a:lnTo>
                <a:lnTo>
                  <a:pt x="6995700" y="3288"/>
                </a:lnTo>
                <a:lnTo>
                  <a:pt x="7018199" y="12652"/>
                </a:lnTo>
                <a:lnTo>
                  <a:pt x="7040700" y="26668"/>
                </a:lnTo>
                <a:lnTo>
                  <a:pt x="7063200" y="43200"/>
                </a:lnTo>
                <a:lnTo>
                  <a:pt x="7063200" y="43200"/>
                </a:lnTo>
                <a:lnTo>
                  <a:pt x="7085700" y="26668"/>
                </a:lnTo>
                <a:lnTo>
                  <a:pt x="7108200" y="12652"/>
                </a:lnTo>
                <a:lnTo>
                  <a:pt x="7130699" y="3288"/>
                </a:lnTo>
                <a:lnTo>
                  <a:pt x="7153200" y="0"/>
                </a:lnTo>
                <a:lnTo>
                  <a:pt x="7175700" y="3288"/>
                </a:lnTo>
                <a:lnTo>
                  <a:pt x="7198200" y="12652"/>
                </a:lnTo>
                <a:lnTo>
                  <a:pt x="7220700" y="26668"/>
                </a:lnTo>
                <a:lnTo>
                  <a:pt x="7243200" y="43200"/>
                </a:lnTo>
                <a:lnTo>
                  <a:pt x="7243200" y="43200"/>
                </a:lnTo>
                <a:lnTo>
                  <a:pt x="7265700" y="26668"/>
                </a:lnTo>
                <a:lnTo>
                  <a:pt x="7288199" y="12652"/>
                </a:lnTo>
                <a:lnTo>
                  <a:pt x="7310700" y="3288"/>
                </a:lnTo>
                <a:lnTo>
                  <a:pt x="7333200" y="0"/>
                </a:lnTo>
                <a:lnTo>
                  <a:pt x="7355700" y="3288"/>
                </a:lnTo>
                <a:lnTo>
                  <a:pt x="7378200" y="12652"/>
                </a:lnTo>
                <a:lnTo>
                  <a:pt x="7400700" y="26668"/>
                </a:lnTo>
                <a:lnTo>
                  <a:pt x="7423200" y="43200"/>
                </a:lnTo>
                <a:lnTo>
                  <a:pt x="7423200" y="43200"/>
                </a:lnTo>
                <a:lnTo>
                  <a:pt x="7445699" y="26668"/>
                </a:lnTo>
                <a:lnTo>
                  <a:pt x="7468200" y="12652"/>
                </a:lnTo>
                <a:lnTo>
                  <a:pt x="7490700" y="3288"/>
                </a:lnTo>
                <a:lnTo>
                  <a:pt x="7513200" y="0"/>
                </a:lnTo>
                <a:lnTo>
                  <a:pt x="7535700" y="3288"/>
                </a:lnTo>
                <a:lnTo>
                  <a:pt x="7558199" y="12652"/>
                </a:lnTo>
                <a:lnTo>
                  <a:pt x="7580700" y="26668"/>
                </a:lnTo>
                <a:lnTo>
                  <a:pt x="7603200" y="43200"/>
                </a:lnTo>
                <a:lnTo>
                  <a:pt x="7603200" y="43200"/>
                </a:lnTo>
                <a:lnTo>
                  <a:pt x="7625700" y="26668"/>
                </a:lnTo>
                <a:lnTo>
                  <a:pt x="7648200" y="12652"/>
                </a:lnTo>
                <a:lnTo>
                  <a:pt x="7670700" y="3288"/>
                </a:lnTo>
                <a:lnTo>
                  <a:pt x="7693200" y="0"/>
                </a:lnTo>
                <a:lnTo>
                  <a:pt x="7715699" y="3288"/>
                </a:lnTo>
                <a:lnTo>
                  <a:pt x="7738200" y="12652"/>
                </a:lnTo>
                <a:lnTo>
                  <a:pt x="7760700" y="26668"/>
                </a:lnTo>
                <a:lnTo>
                  <a:pt x="7783200" y="43200"/>
                </a:lnTo>
                <a:lnTo>
                  <a:pt x="7783200" y="43200"/>
                </a:lnTo>
                <a:lnTo>
                  <a:pt x="7805700" y="26668"/>
                </a:lnTo>
                <a:lnTo>
                  <a:pt x="7828200" y="12652"/>
                </a:lnTo>
                <a:lnTo>
                  <a:pt x="7850700" y="3288"/>
                </a:lnTo>
                <a:lnTo>
                  <a:pt x="7873199" y="0"/>
                </a:lnTo>
                <a:lnTo>
                  <a:pt x="7895700" y="3288"/>
                </a:lnTo>
                <a:lnTo>
                  <a:pt x="7918200" y="12652"/>
                </a:lnTo>
                <a:lnTo>
                  <a:pt x="7940700" y="26668"/>
                </a:lnTo>
                <a:lnTo>
                  <a:pt x="7963200" y="43200"/>
                </a:lnTo>
                <a:lnTo>
                  <a:pt x="7963200" y="43200"/>
                </a:lnTo>
                <a:lnTo>
                  <a:pt x="7985699" y="26668"/>
                </a:lnTo>
                <a:lnTo>
                  <a:pt x="8008200" y="12652"/>
                </a:lnTo>
                <a:lnTo>
                  <a:pt x="8030700" y="3288"/>
                </a:lnTo>
                <a:lnTo>
                  <a:pt x="8053200" y="0"/>
                </a:lnTo>
                <a:lnTo>
                  <a:pt x="8075700" y="3288"/>
                </a:lnTo>
                <a:lnTo>
                  <a:pt x="8098200" y="12652"/>
                </a:lnTo>
                <a:lnTo>
                  <a:pt x="8120700" y="26668"/>
                </a:lnTo>
                <a:lnTo>
                  <a:pt x="8143199" y="43200"/>
                </a:lnTo>
                <a:lnTo>
                  <a:pt x="8143199" y="43200"/>
                </a:lnTo>
                <a:lnTo>
                  <a:pt x="8165700" y="26668"/>
                </a:lnTo>
                <a:lnTo>
                  <a:pt x="8188200" y="12652"/>
                </a:lnTo>
                <a:lnTo>
                  <a:pt x="8210700" y="3288"/>
                </a:lnTo>
                <a:lnTo>
                  <a:pt x="8233200" y="0"/>
                </a:lnTo>
                <a:lnTo>
                  <a:pt x="8255700" y="3288"/>
                </a:lnTo>
                <a:lnTo>
                  <a:pt x="8278200" y="12652"/>
                </a:lnTo>
                <a:lnTo>
                  <a:pt x="8300699" y="26668"/>
                </a:lnTo>
                <a:lnTo>
                  <a:pt x="8323200" y="43200"/>
                </a:lnTo>
                <a:lnTo>
                  <a:pt x="8323200" y="43200"/>
                </a:lnTo>
                <a:lnTo>
                  <a:pt x="8345700" y="26668"/>
                </a:lnTo>
                <a:lnTo>
                  <a:pt x="8368200" y="12652"/>
                </a:lnTo>
                <a:lnTo>
                  <a:pt x="8390700" y="3288"/>
                </a:lnTo>
                <a:lnTo>
                  <a:pt x="8413199" y="0"/>
                </a:lnTo>
                <a:lnTo>
                  <a:pt x="8435700" y="3288"/>
                </a:lnTo>
                <a:lnTo>
                  <a:pt x="8458200" y="12652"/>
                </a:lnTo>
                <a:lnTo>
                  <a:pt x="8480700" y="26668"/>
                </a:lnTo>
                <a:lnTo>
                  <a:pt x="8503200" y="43200"/>
                </a:lnTo>
                <a:lnTo>
                  <a:pt x="8503200" y="43200"/>
                </a:lnTo>
                <a:lnTo>
                  <a:pt x="8525700" y="26668"/>
                </a:lnTo>
                <a:lnTo>
                  <a:pt x="8548200" y="12652"/>
                </a:lnTo>
                <a:lnTo>
                  <a:pt x="8570700" y="3288"/>
                </a:lnTo>
                <a:lnTo>
                  <a:pt x="8593200" y="0"/>
                </a:lnTo>
                <a:lnTo>
                  <a:pt x="8615700" y="3288"/>
                </a:lnTo>
                <a:lnTo>
                  <a:pt x="8638200" y="12652"/>
                </a:lnTo>
                <a:lnTo>
                  <a:pt x="8660700" y="26668"/>
                </a:lnTo>
                <a:lnTo>
                  <a:pt x="8683200" y="43200"/>
                </a:lnTo>
                <a:lnTo>
                  <a:pt x="8683200" y="43200"/>
                </a:lnTo>
                <a:lnTo>
                  <a:pt x="8705700" y="26668"/>
                </a:lnTo>
                <a:lnTo>
                  <a:pt x="8728200" y="12652"/>
                </a:lnTo>
                <a:lnTo>
                  <a:pt x="8750700" y="3288"/>
                </a:lnTo>
                <a:lnTo>
                  <a:pt x="8773200" y="0"/>
                </a:lnTo>
                <a:lnTo>
                  <a:pt x="8795700" y="3288"/>
                </a:lnTo>
                <a:lnTo>
                  <a:pt x="8818200" y="12652"/>
                </a:lnTo>
                <a:lnTo>
                  <a:pt x="8840700" y="26668"/>
                </a:lnTo>
                <a:lnTo>
                  <a:pt x="8863200" y="43200"/>
                </a:lnTo>
                <a:lnTo>
                  <a:pt x="8863200" y="43200"/>
                </a:lnTo>
                <a:lnTo>
                  <a:pt x="8885700" y="26668"/>
                </a:lnTo>
                <a:lnTo>
                  <a:pt x="8908200" y="12652"/>
                </a:lnTo>
                <a:lnTo>
                  <a:pt x="8930700" y="3288"/>
                </a:lnTo>
                <a:lnTo>
                  <a:pt x="8953200" y="0"/>
                </a:lnTo>
                <a:lnTo>
                  <a:pt x="8975700" y="3288"/>
                </a:lnTo>
                <a:lnTo>
                  <a:pt x="8998200" y="12652"/>
                </a:lnTo>
                <a:lnTo>
                  <a:pt x="9020700" y="26668"/>
                </a:lnTo>
                <a:lnTo>
                  <a:pt x="9043200" y="43200"/>
                </a:lnTo>
                <a:lnTo>
                  <a:pt x="9043200" y="43200"/>
                </a:lnTo>
                <a:lnTo>
                  <a:pt x="9065700" y="26668"/>
                </a:lnTo>
                <a:lnTo>
                  <a:pt x="9088200" y="12652"/>
                </a:lnTo>
                <a:lnTo>
                  <a:pt x="9110700" y="3288"/>
                </a:lnTo>
                <a:lnTo>
                  <a:pt x="9133200" y="0"/>
                </a:lnTo>
                <a:lnTo>
                  <a:pt x="9155700" y="3288"/>
                </a:lnTo>
                <a:lnTo>
                  <a:pt x="9178200" y="12652"/>
                </a:lnTo>
                <a:lnTo>
                  <a:pt x="9200700" y="26668"/>
                </a:lnTo>
                <a:lnTo>
                  <a:pt x="9223200" y="43200"/>
                </a:lnTo>
                <a:lnTo>
                  <a:pt x="9223200" y="43200"/>
                </a:lnTo>
                <a:lnTo>
                  <a:pt x="9245700" y="26668"/>
                </a:lnTo>
                <a:lnTo>
                  <a:pt x="9268200" y="12652"/>
                </a:lnTo>
                <a:lnTo>
                  <a:pt x="9290700" y="3288"/>
                </a:lnTo>
                <a:lnTo>
                  <a:pt x="9313200" y="0"/>
                </a:lnTo>
                <a:lnTo>
                  <a:pt x="9335700" y="3288"/>
                </a:lnTo>
                <a:lnTo>
                  <a:pt x="9358200" y="12652"/>
                </a:lnTo>
                <a:lnTo>
                  <a:pt x="9380700" y="26668"/>
                </a:lnTo>
                <a:lnTo>
                  <a:pt x="9403200" y="43200"/>
                </a:lnTo>
                <a:lnTo>
                  <a:pt x="9403200" y="43200"/>
                </a:lnTo>
                <a:lnTo>
                  <a:pt x="9425700" y="26668"/>
                </a:lnTo>
                <a:lnTo>
                  <a:pt x="9448200" y="12652"/>
                </a:lnTo>
                <a:lnTo>
                  <a:pt x="9470700" y="3288"/>
                </a:lnTo>
                <a:lnTo>
                  <a:pt x="9493200" y="0"/>
                </a:lnTo>
                <a:lnTo>
                  <a:pt x="9515700" y="3288"/>
                </a:lnTo>
                <a:lnTo>
                  <a:pt x="9538200" y="12652"/>
                </a:lnTo>
                <a:lnTo>
                  <a:pt x="9560700" y="26668"/>
                </a:lnTo>
                <a:lnTo>
                  <a:pt x="9583200" y="43200"/>
                </a:lnTo>
                <a:lnTo>
                  <a:pt x="9583200" y="43200"/>
                </a:lnTo>
                <a:lnTo>
                  <a:pt x="9605700" y="26668"/>
                </a:lnTo>
                <a:lnTo>
                  <a:pt x="9628200" y="12652"/>
                </a:lnTo>
                <a:lnTo>
                  <a:pt x="9650700" y="3288"/>
                </a:lnTo>
                <a:lnTo>
                  <a:pt x="9673200" y="0"/>
                </a:lnTo>
                <a:lnTo>
                  <a:pt x="9695700" y="3288"/>
                </a:lnTo>
                <a:lnTo>
                  <a:pt x="9718200" y="12652"/>
                </a:lnTo>
                <a:lnTo>
                  <a:pt x="9740700" y="26668"/>
                </a:lnTo>
                <a:lnTo>
                  <a:pt x="9763200" y="43200"/>
                </a:lnTo>
                <a:lnTo>
                  <a:pt x="9763200" y="43200"/>
                </a:lnTo>
                <a:lnTo>
                  <a:pt x="9785700" y="26668"/>
                </a:lnTo>
                <a:lnTo>
                  <a:pt x="9808200" y="12652"/>
                </a:lnTo>
                <a:lnTo>
                  <a:pt x="9830700" y="3288"/>
                </a:lnTo>
                <a:lnTo>
                  <a:pt x="9853200" y="0"/>
                </a:lnTo>
                <a:lnTo>
                  <a:pt x="9875700" y="3288"/>
                </a:lnTo>
                <a:lnTo>
                  <a:pt x="9898200" y="12652"/>
                </a:lnTo>
                <a:lnTo>
                  <a:pt x="9920700" y="26668"/>
                </a:lnTo>
                <a:lnTo>
                  <a:pt x="9943200" y="43200"/>
                </a:lnTo>
                <a:lnTo>
                  <a:pt x="9943200" y="43200"/>
                </a:lnTo>
                <a:lnTo>
                  <a:pt x="9965700" y="26668"/>
                </a:lnTo>
                <a:lnTo>
                  <a:pt x="9988200" y="12652"/>
                </a:lnTo>
                <a:lnTo>
                  <a:pt x="10010700" y="3288"/>
                </a:lnTo>
                <a:lnTo>
                  <a:pt x="10033200" y="0"/>
                </a:lnTo>
                <a:lnTo>
                  <a:pt x="10055700" y="3288"/>
                </a:lnTo>
                <a:lnTo>
                  <a:pt x="10078200" y="12652"/>
                </a:lnTo>
                <a:lnTo>
                  <a:pt x="10100700" y="26668"/>
                </a:lnTo>
                <a:lnTo>
                  <a:pt x="10123200" y="43200"/>
                </a:lnTo>
                <a:lnTo>
                  <a:pt x="10123200" y="43200"/>
                </a:lnTo>
                <a:lnTo>
                  <a:pt x="10145700" y="26668"/>
                </a:lnTo>
                <a:lnTo>
                  <a:pt x="10168200" y="12652"/>
                </a:lnTo>
                <a:lnTo>
                  <a:pt x="10190700" y="3288"/>
                </a:lnTo>
                <a:lnTo>
                  <a:pt x="10213200" y="0"/>
                </a:lnTo>
                <a:lnTo>
                  <a:pt x="10235700" y="3288"/>
                </a:lnTo>
                <a:lnTo>
                  <a:pt x="10258200" y="12652"/>
                </a:lnTo>
                <a:lnTo>
                  <a:pt x="10280700" y="26668"/>
                </a:lnTo>
                <a:lnTo>
                  <a:pt x="10303200" y="43200"/>
                </a:lnTo>
                <a:lnTo>
                  <a:pt x="10303200" y="43200"/>
                </a:lnTo>
                <a:lnTo>
                  <a:pt x="10325700" y="26668"/>
                </a:lnTo>
                <a:lnTo>
                  <a:pt x="10348200" y="12652"/>
                </a:lnTo>
                <a:lnTo>
                  <a:pt x="10370700" y="3288"/>
                </a:lnTo>
                <a:lnTo>
                  <a:pt x="10393200" y="0"/>
                </a:lnTo>
                <a:lnTo>
                  <a:pt x="10415700" y="3288"/>
                </a:lnTo>
                <a:lnTo>
                  <a:pt x="10438200" y="12652"/>
                </a:lnTo>
                <a:lnTo>
                  <a:pt x="10460700" y="26668"/>
                </a:lnTo>
                <a:lnTo>
                  <a:pt x="10483200" y="43200"/>
                </a:lnTo>
                <a:lnTo>
                  <a:pt x="10483200" y="43200"/>
                </a:lnTo>
                <a:lnTo>
                  <a:pt x="10505700" y="26668"/>
                </a:lnTo>
                <a:lnTo>
                  <a:pt x="10528200" y="12652"/>
                </a:lnTo>
                <a:lnTo>
                  <a:pt x="10550700" y="3288"/>
                </a:lnTo>
                <a:lnTo>
                  <a:pt x="10573200" y="0"/>
                </a:lnTo>
                <a:lnTo>
                  <a:pt x="10595700" y="3288"/>
                </a:lnTo>
                <a:lnTo>
                  <a:pt x="10618200" y="12652"/>
                </a:lnTo>
                <a:lnTo>
                  <a:pt x="10640700" y="26668"/>
                </a:lnTo>
                <a:lnTo>
                  <a:pt x="10663200" y="43200"/>
                </a:lnTo>
                <a:lnTo>
                  <a:pt x="10663200" y="43200"/>
                </a:lnTo>
                <a:lnTo>
                  <a:pt x="10685700" y="26668"/>
                </a:lnTo>
                <a:lnTo>
                  <a:pt x="10708200" y="12652"/>
                </a:lnTo>
                <a:lnTo>
                  <a:pt x="10730700" y="3288"/>
                </a:lnTo>
                <a:lnTo>
                  <a:pt x="10753200" y="0"/>
                </a:lnTo>
                <a:lnTo>
                  <a:pt x="10775700" y="3288"/>
                </a:lnTo>
                <a:lnTo>
                  <a:pt x="10798200" y="12652"/>
                </a:lnTo>
                <a:lnTo>
                  <a:pt x="10820700" y="26668"/>
                </a:lnTo>
                <a:lnTo>
                  <a:pt x="10843200" y="43200"/>
                </a:lnTo>
                <a:lnTo>
                  <a:pt x="10843200" y="43200"/>
                </a:lnTo>
                <a:lnTo>
                  <a:pt x="10865700" y="26668"/>
                </a:lnTo>
                <a:lnTo>
                  <a:pt x="10888200" y="12652"/>
                </a:lnTo>
                <a:lnTo>
                  <a:pt x="10910700" y="3288"/>
                </a:lnTo>
                <a:lnTo>
                  <a:pt x="10933200" y="0"/>
                </a:lnTo>
                <a:lnTo>
                  <a:pt x="10955700" y="3288"/>
                </a:lnTo>
                <a:lnTo>
                  <a:pt x="10978200" y="12652"/>
                </a:lnTo>
                <a:lnTo>
                  <a:pt x="11000700" y="26668"/>
                </a:lnTo>
                <a:lnTo>
                  <a:pt x="11023200" y="43200"/>
                </a:lnTo>
                <a:lnTo>
                  <a:pt x="11023200" y="43200"/>
                </a:lnTo>
                <a:lnTo>
                  <a:pt x="11045700" y="26668"/>
                </a:lnTo>
                <a:lnTo>
                  <a:pt x="11068200" y="12652"/>
                </a:lnTo>
                <a:lnTo>
                  <a:pt x="11090700" y="3288"/>
                </a:lnTo>
                <a:lnTo>
                  <a:pt x="11113200" y="0"/>
                </a:lnTo>
                <a:lnTo>
                  <a:pt x="11135700" y="3288"/>
                </a:lnTo>
                <a:lnTo>
                  <a:pt x="11158200" y="12652"/>
                </a:lnTo>
                <a:lnTo>
                  <a:pt x="11180700" y="26668"/>
                </a:lnTo>
                <a:lnTo>
                  <a:pt x="11203200" y="43200"/>
                </a:lnTo>
                <a:lnTo>
                  <a:pt x="11203200" y="43200"/>
                </a:lnTo>
                <a:lnTo>
                  <a:pt x="11225700" y="26668"/>
                </a:lnTo>
                <a:lnTo>
                  <a:pt x="11248200" y="12652"/>
                </a:lnTo>
                <a:lnTo>
                  <a:pt x="11270700" y="3288"/>
                </a:lnTo>
                <a:lnTo>
                  <a:pt x="11293200" y="0"/>
                </a:lnTo>
                <a:lnTo>
                  <a:pt x="11315700" y="3288"/>
                </a:lnTo>
                <a:lnTo>
                  <a:pt x="11338200" y="12652"/>
                </a:lnTo>
                <a:lnTo>
                  <a:pt x="11360700" y="26668"/>
                </a:lnTo>
                <a:lnTo>
                  <a:pt x="11383200" y="43200"/>
                </a:lnTo>
                <a:lnTo>
                  <a:pt x="11383200" y="43200"/>
                </a:lnTo>
                <a:lnTo>
                  <a:pt x="11405700" y="26668"/>
                </a:lnTo>
                <a:lnTo>
                  <a:pt x="11428200" y="12652"/>
                </a:lnTo>
                <a:lnTo>
                  <a:pt x="11450700" y="3288"/>
                </a:lnTo>
                <a:lnTo>
                  <a:pt x="11473200" y="0"/>
                </a:lnTo>
                <a:lnTo>
                  <a:pt x="11495700" y="3288"/>
                </a:lnTo>
                <a:lnTo>
                  <a:pt x="11518200" y="12652"/>
                </a:lnTo>
                <a:lnTo>
                  <a:pt x="11540700" y="26668"/>
                </a:lnTo>
                <a:lnTo>
                  <a:pt x="11563200" y="43200"/>
                </a:lnTo>
                <a:lnTo>
                  <a:pt x="11563200" y="43200"/>
                </a:lnTo>
                <a:lnTo>
                  <a:pt x="11585700" y="26668"/>
                </a:lnTo>
                <a:lnTo>
                  <a:pt x="11608200" y="12652"/>
                </a:lnTo>
                <a:lnTo>
                  <a:pt x="11630700" y="3288"/>
                </a:lnTo>
                <a:lnTo>
                  <a:pt x="11653200" y="0"/>
                </a:lnTo>
                <a:lnTo>
                  <a:pt x="11675700" y="3288"/>
                </a:lnTo>
                <a:lnTo>
                  <a:pt x="11698200" y="12652"/>
                </a:lnTo>
                <a:lnTo>
                  <a:pt x="11720700" y="26668"/>
                </a:lnTo>
                <a:lnTo>
                  <a:pt x="11743200" y="43200"/>
                </a:lnTo>
                <a:lnTo>
                  <a:pt x="11743200" y="43200"/>
                </a:lnTo>
                <a:lnTo>
                  <a:pt x="11765700" y="26668"/>
                </a:lnTo>
                <a:lnTo>
                  <a:pt x="11788200" y="12652"/>
                </a:lnTo>
                <a:lnTo>
                  <a:pt x="11810700" y="3288"/>
                </a:lnTo>
                <a:lnTo>
                  <a:pt x="11833200" y="0"/>
                </a:lnTo>
                <a:lnTo>
                  <a:pt x="11855700" y="3288"/>
                </a:lnTo>
                <a:lnTo>
                  <a:pt x="11878200" y="12652"/>
                </a:lnTo>
                <a:lnTo>
                  <a:pt x="11900700" y="26668"/>
                </a:lnTo>
                <a:lnTo>
                  <a:pt x="11923200" y="43200"/>
                </a:lnTo>
                <a:lnTo>
                  <a:pt x="11923200" y="43200"/>
                </a:lnTo>
                <a:lnTo>
                  <a:pt x="11945700" y="26668"/>
                </a:lnTo>
                <a:lnTo>
                  <a:pt x="11968200" y="12652"/>
                </a:lnTo>
                <a:lnTo>
                  <a:pt x="11990700" y="3288"/>
                </a:lnTo>
                <a:lnTo>
                  <a:pt x="12013200" y="0"/>
                </a:lnTo>
                <a:lnTo>
                  <a:pt x="12035700" y="3288"/>
                </a:lnTo>
                <a:lnTo>
                  <a:pt x="12058200" y="12652"/>
                </a:lnTo>
                <a:lnTo>
                  <a:pt x="12080700" y="26668"/>
                </a:lnTo>
                <a:lnTo>
                  <a:pt x="12103200" y="43200"/>
                </a:lnTo>
                <a:lnTo>
                  <a:pt x="12103200" y="43200"/>
                </a:lnTo>
                <a:lnTo>
                  <a:pt x="12125700" y="26668"/>
                </a:lnTo>
                <a:lnTo>
                  <a:pt x="12148200" y="12652"/>
                </a:lnTo>
                <a:lnTo>
                  <a:pt x="12170700" y="3288"/>
                </a:lnTo>
                <a:lnTo>
                  <a:pt x="12193200" y="0"/>
                </a:lnTo>
                <a:lnTo>
                  <a:pt x="12215700" y="3288"/>
                </a:lnTo>
                <a:lnTo>
                  <a:pt x="12238200" y="12652"/>
                </a:lnTo>
                <a:lnTo>
                  <a:pt x="12260700" y="26668"/>
                </a:lnTo>
                <a:lnTo>
                  <a:pt x="12283200" y="43200"/>
                </a:lnTo>
                <a:lnTo>
                  <a:pt x="12283200" y="43200"/>
                </a:lnTo>
                <a:lnTo>
                  <a:pt x="12305700" y="26668"/>
                </a:lnTo>
                <a:lnTo>
                  <a:pt x="12328200" y="12652"/>
                </a:lnTo>
                <a:lnTo>
                  <a:pt x="12350700" y="3288"/>
                </a:lnTo>
                <a:lnTo>
                  <a:pt x="12373200" y="0"/>
                </a:lnTo>
                <a:lnTo>
                  <a:pt x="12395700" y="3288"/>
                </a:lnTo>
                <a:lnTo>
                  <a:pt x="12418200" y="12652"/>
                </a:lnTo>
                <a:lnTo>
                  <a:pt x="12440700" y="26668"/>
                </a:lnTo>
                <a:lnTo>
                  <a:pt x="12463200" y="43200"/>
                </a:lnTo>
                <a:lnTo>
                  <a:pt x="12463200" y="43200"/>
                </a:lnTo>
                <a:lnTo>
                  <a:pt x="12485700" y="26668"/>
                </a:lnTo>
                <a:lnTo>
                  <a:pt x="12508200" y="12652"/>
                </a:lnTo>
                <a:lnTo>
                  <a:pt x="12530700" y="3288"/>
                </a:lnTo>
                <a:lnTo>
                  <a:pt x="12553200" y="0"/>
                </a:lnTo>
                <a:lnTo>
                  <a:pt x="12575700" y="3288"/>
                </a:lnTo>
                <a:lnTo>
                  <a:pt x="12598200" y="12652"/>
                </a:lnTo>
                <a:lnTo>
                  <a:pt x="12620700" y="26668"/>
                </a:lnTo>
                <a:lnTo>
                  <a:pt x="12643200" y="43200"/>
                </a:lnTo>
                <a:lnTo>
                  <a:pt x="12643200" y="43200"/>
                </a:lnTo>
                <a:lnTo>
                  <a:pt x="12665700" y="26668"/>
                </a:lnTo>
                <a:lnTo>
                  <a:pt x="12688200" y="12652"/>
                </a:lnTo>
                <a:lnTo>
                  <a:pt x="12710700" y="3288"/>
                </a:lnTo>
                <a:lnTo>
                  <a:pt x="12733200" y="0"/>
                </a:lnTo>
                <a:lnTo>
                  <a:pt x="12755700" y="3288"/>
                </a:lnTo>
                <a:lnTo>
                  <a:pt x="12778200" y="12652"/>
                </a:lnTo>
                <a:lnTo>
                  <a:pt x="12800700" y="26668"/>
                </a:lnTo>
                <a:lnTo>
                  <a:pt x="12823200" y="43200"/>
                </a:lnTo>
                <a:lnTo>
                  <a:pt x="12823200" y="43200"/>
                </a:lnTo>
                <a:lnTo>
                  <a:pt x="12845700" y="26668"/>
                </a:lnTo>
                <a:lnTo>
                  <a:pt x="12868200" y="12652"/>
                </a:lnTo>
                <a:lnTo>
                  <a:pt x="12890700" y="3288"/>
                </a:lnTo>
                <a:lnTo>
                  <a:pt x="12913200" y="0"/>
                </a:lnTo>
                <a:lnTo>
                  <a:pt x="12935700" y="3288"/>
                </a:lnTo>
                <a:lnTo>
                  <a:pt x="12958200" y="12652"/>
                </a:lnTo>
                <a:lnTo>
                  <a:pt x="12980700" y="26668"/>
                </a:lnTo>
                <a:lnTo>
                  <a:pt x="13003200" y="43200"/>
                </a:lnTo>
                <a:lnTo>
                  <a:pt x="13003200" y="43200"/>
                </a:lnTo>
                <a:lnTo>
                  <a:pt x="13025700" y="26668"/>
                </a:lnTo>
                <a:lnTo>
                  <a:pt x="13048200" y="12652"/>
                </a:lnTo>
                <a:lnTo>
                  <a:pt x="13070700" y="3288"/>
                </a:lnTo>
                <a:lnTo>
                  <a:pt x="13093200" y="0"/>
                </a:lnTo>
                <a:lnTo>
                  <a:pt x="13115700" y="3288"/>
                </a:lnTo>
                <a:lnTo>
                  <a:pt x="13138200" y="12652"/>
                </a:lnTo>
                <a:lnTo>
                  <a:pt x="13160700" y="26668"/>
                </a:lnTo>
                <a:lnTo>
                  <a:pt x="13183200" y="43200"/>
                </a:lnTo>
                <a:lnTo>
                  <a:pt x="13183200" y="43200"/>
                </a:lnTo>
                <a:lnTo>
                  <a:pt x="13205700" y="26668"/>
                </a:lnTo>
                <a:lnTo>
                  <a:pt x="13228200" y="12652"/>
                </a:lnTo>
                <a:lnTo>
                  <a:pt x="13250700" y="3288"/>
                </a:lnTo>
                <a:lnTo>
                  <a:pt x="13273200" y="0"/>
                </a:lnTo>
                <a:lnTo>
                  <a:pt x="13295700" y="3288"/>
                </a:lnTo>
                <a:lnTo>
                  <a:pt x="13318200" y="12652"/>
                </a:lnTo>
                <a:lnTo>
                  <a:pt x="13340700" y="26668"/>
                </a:lnTo>
                <a:lnTo>
                  <a:pt x="13363200" y="43200"/>
                </a:lnTo>
                <a:lnTo>
                  <a:pt x="13363200" y="43200"/>
                </a:lnTo>
                <a:lnTo>
                  <a:pt x="13385700" y="26668"/>
                </a:lnTo>
                <a:lnTo>
                  <a:pt x="13408200" y="12652"/>
                </a:lnTo>
                <a:lnTo>
                  <a:pt x="13430700" y="3288"/>
                </a:lnTo>
                <a:lnTo>
                  <a:pt x="13453200" y="0"/>
                </a:lnTo>
                <a:lnTo>
                  <a:pt x="13475700" y="3288"/>
                </a:lnTo>
                <a:lnTo>
                  <a:pt x="13498200" y="12652"/>
                </a:lnTo>
                <a:lnTo>
                  <a:pt x="13520700" y="26668"/>
                </a:lnTo>
                <a:lnTo>
                  <a:pt x="13543200" y="43200"/>
                </a:lnTo>
                <a:lnTo>
                  <a:pt x="13543200" y="43200"/>
                </a:lnTo>
                <a:lnTo>
                  <a:pt x="13565700" y="26668"/>
                </a:lnTo>
                <a:lnTo>
                  <a:pt x="13588200" y="12652"/>
                </a:lnTo>
                <a:lnTo>
                  <a:pt x="13610700" y="3288"/>
                </a:lnTo>
                <a:lnTo>
                  <a:pt x="13633200" y="0"/>
                </a:lnTo>
                <a:lnTo>
                  <a:pt x="13655700" y="3288"/>
                </a:lnTo>
                <a:lnTo>
                  <a:pt x="13678200" y="12652"/>
                </a:lnTo>
                <a:lnTo>
                  <a:pt x="13700700" y="26668"/>
                </a:lnTo>
                <a:lnTo>
                  <a:pt x="13723200" y="43200"/>
                </a:lnTo>
                <a:lnTo>
                  <a:pt x="13723200" y="43200"/>
                </a:lnTo>
                <a:lnTo>
                  <a:pt x="13739731" y="66600"/>
                </a:lnTo>
                <a:lnTo>
                  <a:pt x="13753747" y="90000"/>
                </a:lnTo>
                <a:lnTo>
                  <a:pt x="13763111" y="113400"/>
                </a:lnTo>
                <a:lnTo>
                  <a:pt x="13766400" y="136800"/>
                </a:lnTo>
                <a:lnTo>
                  <a:pt x="13763111" y="160200"/>
                </a:lnTo>
                <a:lnTo>
                  <a:pt x="13753747" y="183600"/>
                </a:lnTo>
                <a:lnTo>
                  <a:pt x="13739731" y="207000"/>
                </a:lnTo>
                <a:lnTo>
                  <a:pt x="13723200" y="230400"/>
                </a:lnTo>
                <a:lnTo>
                  <a:pt x="13723200" y="230400"/>
                </a:lnTo>
                <a:lnTo>
                  <a:pt x="13739731" y="253800"/>
                </a:lnTo>
                <a:lnTo>
                  <a:pt x="13753747" y="277200"/>
                </a:lnTo>
                <a:lnTo>
                  <a:pt x="13763111" y="300600"/>
                </a:lnTo>
                <a:lnTo>
                  <a:pt x="13766400" y="324000"/>
                </a:lnTo>
                <a:lnTo>
                  <a:pt x="13763111" y="347400"/>
                </a:lnTo>
                <a:lnTo>
                  <a:pt x="13753747" y="370800"/>
                </a:lnTo>
                <a:lnTo>
                  <a:pt x="13739731" y="394200"/>
                </a:lnTo>
                <a:lnTo>
                  <a:pt x="13723200" y="417600"/>
                </a:lnTo>
                <a:lnTo>
                  <a:pt x="13723200" y="417600"/>
                </a:lnTo>
                <a:lnTo>
                  <a:pt x="13739731" y="441000"/>
                </a:lnTo>
                <a:lnTo>
                  <a:pt x="13753747" y="464400"/>
                </a:lnTo>
                <a:lnTo>
                  <a:pt x="13763111" y="487800"/>
                </a:lnTo>
                <a:lnTo>
                  <a:pt x="13766400" y="511200"/>
                </a:lnTo>
                <a:lnTo>
                  <a:pt x="13763111" y="534600"/>
                </a:lnTo>
                <a:lnTo>
                  <a:pt x="13753747" y="558000"/>
                </a:lnTo>
                <a:lnTo>
                  <a:pt x="13739731" y="581400"/>
                </a:lnTo>
                <a:lnTo>
                  <a:pt x="13723200" y="604800"/>
                </a:lnTo>
                <a:lnTo>
                  <a:pt x="13723200" y="604800"/>
                </a:lnTo>
                <a:lnTo>
                  <a:pt x="13739731" y="628200"/>
                </a:lnTo>
                <a:lnTo>
                  <a:pt x="13753747" y="651600"/>
                </a:lnTo>
                <a:lnTo>
                  <a:pt x="13763111" y="675000"/>
                </a:lnTo>
                <a:lnTo>
                  <a:pt x="13766400" y="698400"/>
                </a:lnTo>
                <a:lnTo>
                  <a:pt x="13763111" y="721800"/>
                </a:lnTo>
                <a:lnTo>
                  <a:pt x="13753747" y="745200"/>
                </a:lnTo>
                <a:lnTo>
                  <a:pt x="13739731" y="768600"/>
                </a:lnTo>
                <a:lnTo>
                  <a:pt x="13723200" y="792000"/>
                </a:lnTo>
                <a:lnTo>
                  <a:pt x="13723200" y="792000"/>
                </a:lnTo>
                <a:lnTo>
                  <a:pt x="13739731" y="815400"/>
                </a:lnTo>
                <a:lnTo>
                  <a:pt x="13753747" y="838800"/>
                </a:lnTo>
                <a:lnTo>
                  <a:pt x="13763111" y="862200"/>
                </a:lnTo>
                <a:lnTo>
                  <a:pt x="13766400" y="885600"/>
                </a:lnTo>
                <a:lnTo>
                  <a:pt x="13763111" y="909000"/>
                </a:lnTo>
                <a:lnTo>
                  <a:pt x="13753747" y="932400"/>
                </a:lnTo>
                <a:lnTo>
                  <a:pt x="13739731" y="955800"/>
                </a:lnTo>
                <a:lnTo>
                  <a:pt x="13723200" y="979200"/>
                </a:lnTo>
                <a:lnTo>
                  <a:pt x="13723200" y="979200"/>
                </a:lnTo>
                <a:lnTo>
                  <a:pt x="13700700" y="995731"/>
                </a:lnTo>
                <a:lnTo>
                  <a:pt x="13678200" y="1009747"/>
                </a:lnTo>
                <a:lnTo>
                  <a:pt x="13655700" y="1019111"/>
                </a:lnTo>
                <a:lnTo>
                  <a:pt x="13633200" y="1022400"/>
                </a:lnTo>
                <a:lnTo>
                  <a:pt x="13610700" y="1019111"/>
                </a:lnTo>
                <a:lnTo>
                  <a:pt x="13588200" y="1009747"/>
                </a:lnTo>
                <a:lnTo>
                  <a:pt x="13565700" y="995731"/>
                </a:lnTo>
                <a:lnTo>
                  <a:pt x="13543200" y="979200"/>
                </a:lnTo>
                <a:lnTo>
                  <a:pt x="13543200" y="979200"/>
                </a:lnTo>
                <a:lnTo>
                  <a:pt x="13520700" y="995731"/>
                </a:lnTo>
                <a:lnTo>
                  <a:pt x="13498200" y="1009747"/>
                </a:lnTo>
                <a:lnTo>
                  <a:pt x="13475700" y="1019111"/>
                </a:lnTo>
                <a:lnTo>
                  <a:pt x="13453200" y="1022400"/>
                </a:lnTo>
                <a:lnTo>
                  <a:pt x="13430700" y="1019111"/>
                </a:lnTo>
                <a:lnTo>
                  <a:pt x="13408200" y="1009747"/>
                </a:lnTo>
                <a:lnTo>
                  <a:pt x="13385700" y="995731"/>
                </a:lnTo>
                <a:lnTo>
                  <a:pt x="13363200" y="979200"/>
                </a:lnTo>
                <a:lnTo>
                  <a:pt x="13363200" y="979200"/>
                </a:lnTo>
                <a:lnTo>
                  <a:pt x="13340700" y="995731"/>
                </a:lnTo>
                <a:lnTo>
                  <a:pt x="13318200" y="1009747"/>
                </a:lnTo>
                <a:lnTo>
                  <a:pt x="13295700" y="1019111"/>
                </a:lnTo>
                <a:lnTo>
                  <a:pt x="13273200" y="1022400"/>
                </a:lnTo>
                <a:lnTo>
                  <a:pt x="13250700" y="1019111"/>
                </a:lnTo>
                <a:lnTo>
                  <a:pt x="13228200" y="1009747"/>
                </a:lnTo>
                <a:lnTo>
                  <a:pt x="13205700" y="995731"/>
                </a:lnTo>
                <a:lnTo>
                  <a:pt x="13183200" y="979200"/>
                </a:lnTo>
                <a:lnTo>
                  <a:pt x="13183200" y="979200"/>
                </a:lnTo>
                <a:lnTo>
                  <a:pt x="13160700" y="995731"/>
                </a:lnTo>
                <a:lnTo>
                  <a:pt x="13138200" y="1009747"/>
                </a:lnTo>
                <a:lnTo>
                  <a:pt x="13115700" y="1019111"/>
                </a:lnTo>
                <a:lnTo>
                  <a:pt x="13093200" y="1022400"/>
                </a:lnTo>
                <a:lnTo>
                  <a:pt x="13070700" y="1019111"/>
                </a:lnTo>
                <a:lnTo>
                  <a:pt x="13048200" y="1009747"/>
                </a:lnTo>
                <a:lnTo>
                  <a:pt x="13025700" y="995731"/>
                </a:lnTo>
                <a:lnTo>
                  <a:pt x="13003200" y="979200"/>
                </a:lnTo>
                <a:lnTo>
                  <a:pt x="13003200" y="979200"/>
                </a:lnTo>
                <a:lnTo>
                  <a:pt x="12980700" y="995731"/>
                </a:lnTo>
                <a:lnTo>
                  <a:pt x="12958200" y="1009747"/>
                </a:lnTo>
                <a:lnTo>
                  <a:pt x="12935700" y="1019111"/>
                </a:lnTo>
                <a:lnTo>
                  <a:pt x="12913200" y="1022400"/>
                </a:lnTo>
                <a:lnTo>
                  <a:pt x="12890700" y="1019111"/>
                </a:lnTo>
                <a:lnTo>
                  <a:pt x="12868200" y="1009747"/>
                </a:lnTo>
                <a:lnTo>
                  <a:pt x="12845700" y="995731"/>
                </a:lnTo>
                <a:lnTo>
                  <a:pt x="12823200" y="979200"/>
                </a:lnTo>
                <a:lnTo>
                  <a:pt x="12823200" y="979200"/>
                </a:lnTo>
                <a:lnTo>
                  <a:pt x="12800700" y="995731"/>
                </a:lnTo>
                <a:lnTo>
                  <a:pt x="12778200" y="1009747"/>
                </a:lnTo>
                <a:lnTo>
                  <a:pt x="12755700" y="1019111"/>
                </a:lnTo>
                <a:lnTo>
                  <a:pt x="12733200" y="1022400"/>
                </a:lnTo>
                <a:lnTo>
                  <a:pt x="12710700" y="1019111"/>
                </a:lnTo>
                <a:lnTo>
                  <a:pt x="12688200" y="1009747"/>
                </a:lnTo>
                <a:lnTo>
                  <a:pt x="12665700" y="995731"/>
                </a:lnTo>
                <a:lnTo>
                  <a:pt x="12643200" y="979200"/>
                </a:lnTo>
                <a:lnTo>
                  <a:pt x="12643200" y="979200"/>
                </a:lnTo>
                <a:lnTo>
                  <a:pt x="12620700" y="995731"/>
                </a:lnTo>
                <a:lnTo>
                  <a:pt x="12598200" y="1009747"/>
                </a:lnTo>
                <a:lnTo>
                  <a:pt x="12575700" y="1019111"/>
                </a:lnTo>
                <a:lnTo>
                  <a:pt x="12553200" y="1022400"/>
                </a:lnTo>
                <a:lnTo>
                  <a:pt x="12530700" y="1019111"/>
                </a:lnTo>
                <a:lnTo>
                  <a:pt x="12508200" y="1009747"/>
                </a:lnTo>
                <a:lnTo>
                  <a:pt x="12485700" y="995731"/>
                </a:lnTo>
                <a:lnTo>
                  <a:pt x="12463200" y="979200"/>
                </a:lnTo>
                <a:lnTo>
                  <a:pt x="12463200" y="979200"/>
                </a:lnTo>
                <a:lnTo>
                  <a:pt x="12440700" y="995731"/>
                </a:lnTo>
                <a:lnTo>
                  <a:pt x="12418200" y="1009747"/>
                </a:lnTo>
                <a:lnTo>
                  <a:pt x="12395700" y="1019111"/>
                </a:lnTo>
                <a:lnTo>
                  <a:pt x="12373200" y="1022400"/>
                </a:lnTo>
                <a:lnTo>
                  <a:pt x="12350700" y="1019111"/>
                </a:lnTo>
                <a:lnTo>
                  <a:pt x="12328200" y="1009747"/>
                </a:lnTo>
                <a:lnTo>
                  <a:pt x="12305700" y="995731"/>
                </a:lnTo>
                <a:lnTo>
                  <a:pt x="12283200" y="979200"/>
                </a:lnTo>
                <a:lnTo>
                  <a:pt x="12283200" y="979200"/>
                </a:lnTo>
                <a:lnTo>
                  <a:pt x="12260700" y="995731"/>
                </a:lnTo>
                <a:lnTo>
                  <a:pt x="12238200" y="1009747"/>
                </a:lnTo>
                <a:lnTo>
                  <a:pt x="12215700" y="1019111"/>
                </a:lnTo>
                <a:lnTo>
                  <a:pt x="12193200" y="1022400"/>
                </a:lnTo>
                <a:lnTo>
                  <a:pt x="12170700" y="1019111"/>
                </a:lnTo>
                <a:lnTo>
                  <a:pt x="12148200" y="1009747"/>
                </a:lnTo>
                <a:lnTo>
                  <a:pt x="12125700" y="995731"/>
                </a:lnTo>
                <a:lnTo>
                  <a:pt x="12103200" y="979200"/>
                </a:lnTo>
                <a:lnTo>
                  <a:pt x="12103200" y="979200"/>
                </a:lnTo>
                <a:lnTo>
                  <a:pt x="12080700" y="995731"/>
                </a:lnTo>
                <a:lnTo>
                  <a:pt x="12058200" y="1009747"/>
                </a:lnTo>
                <a:lnTo>
                  <a:pt x="12035700" y="1019111"/>
                </a:lnTo>
                <a:lnTo>
                  <a:pt x="12013200" y="1022400"/>
                </a:lnTo>
                <a:lnTo>
                  <a:pt x="11990700" y="1019111"/>
                </a:lnTo>
                <a:lnTo>
                  <a:pt x="11968200" y="1009747"/>
                </a:lnTo>
                <a:lnTo>
                  <a:pt x="11945700" y="995731"/>
                </a:lnTo>
                <a:lnTo>
                  <a:pt x="11923200" y="979200"/>
                </a:lnTo>
                <a:lnTo>
                  <a:pt x="11923200" y="979200"/>
                </a:lnTo>
                <a:lnTo>
                  <a:pt x="11900700" y="995731"/>
                </a:lnTo>
                <a:lnTo>
                  <a:pt x="11878200" y="1009747"/>
                </a:lnTo>
                <a:lnTo>
                  <a:pt x="11855700" y="1019111"/>
                </a:lnTo>
                <a:lnTo>
                  <a:pt x="11833200" y="1022400"/>
                </a:lnTo>
                <a:lnTo>
                  <a:pt x="11810700" y="1019111"/>
                </a:lnTo>
                <a:lnTo>
                  <a:pt x="11788200" y="1009747"/>
                </a:lnTo>
                <a:lnTo>
                  <a:pt x="11765700" y="995731"/>
                </a:lnTo>
                <a:lnTo>
                  <a:pt x="11743200" y="979200"/>
                </a:lnTo>
                <a:lnTo>
                  <a:pt x="11743200" y="979200"/>
                </a:lnTo>
                <a:lnTo>
                  <a:pt x="11720700" y="995731"/>
                </a:lnTo>
                <a:lnTo>
                  <a:pt x="11698200" y="1009747"/>
                </a:lnTo>
                <a:lnTo>
                  <a:pt x="11675700" y="1019111"/>
                </a:lnTo>
                <a:lnTo>
                  <a:pt x="11653200" y="1022400"/>
                </a:lnTo>
                <a:lnTo>
                  <a:pt x="11630700" y="1019111"/>
                </a:lnTo>
                <a:lnTo>
                  <a:pt x="11608200" y="1009747"/>
                </a:lnTo>
                <a:lnTo>
                  <a:pt x="11585700" y="995731"/>
                </a:lnTo>
                <a:lnTo>
                  <a:pt x="11563200" y="979200"/>
                </a:lnTo>
                <a:lnTo>
                  <a:pt x="11563200" y="979200"/>
                </a:lnTo>
                <a:lnTo>
                  <a:pt x="11540700" y="995731"/>
                </a:lnTo>
                <a:lnTo>
                  <a:pt x="11518200" y="1009747"/>
                </a:lnTo>
                <a:lnTo>
                  <a:pt x="11495700" y="1019111"/>
                </a:lnTo>
                <a:lnTo>
                  <a:pt x="11473200" y="1022400"/>
                </a:lnTo>
                <a:lnTo>
                  <a:pt x="11450700" y="1019111"/>
                </a:lnTo>
                <a:lnTo>
                  <a:pt x="11428200" y="1009747"/>
                </a:lnTo>
                <a:lnTo>
                  <a:pt x="11405700" y="995731"/>
                </a:lnTo>
                <a:lnTo>
                  <a:pt x="11383200" y="979200"/>
                </a:lnTo>
                <a:lnTo>
                  <a:pt x="11383200" y="979200"/>
                </a:lnTo>
                <a:lnTo>
                  <a:pt x="11360700" y="995731"/>
                </a:lnTo>
                <a:lnTo>
                  <a:pt x="11338200" y="1009747"/>
                </a:lnTo>
                <a:lnTo>
                  <a:pt x="11315700" y="1019111"/>
                </a:lnTo>
                <a:lnTo>
                  <a:pt x="11293200" y="1022400"/>
                </a:lnTo>
                <a:lnTo>
                  <a:pt x="11270700" y="1019111"/>
                </a:lnTo>
                <a:lnTo>
                  <a:pt x="11248200" y="1009747"/>
                </a:lnTo>
                <a:lnTo>
                  <a:pt x="11225700" y="995731"/>
                </a:lnTo>
                <a:lnTo>
                  <a:pt x="11203200" y="979200"/>
                </a:lnTo>
                <a:lnTo>
                  <a:pt x="11203200" y="979200"/>
                </a:lnTo>
                <a:lnTo>
                  <a:pt x="11180700" y="995731"/>
                </a:lnTo>
                <a:lnTo>
                  <a:pt x="11158200" y="1009747"/>
                </a:lnTo>
                <a:lnTo>
                  <a:pt x="11135700" y="1019111"/>
                </a:lnTo>
                <a:lnTo>
                  <a:pt x="11113200" y="1022400"/>
                </a:lnTo>
                <a:lnTo>
                  <a:pt x="11090700" y="1019111"/>
                </a:lnTo>
                <a:lnTo>
                  <a:pt x="11068200" y="1009747"/>
                </a:lnTo>
                <a:lnTo>
                  <a:pt x="11045700" y="995731"/>
                </a:lnTo>
                <a:lnTo>
                  <a:pt x="11023200" y="979200"/>
                </a:lnTo>
                <a:lnTo>
                  <a:pt x="11023200" y="979200"/>
                </a:lnTo>
                <a:lnTo>
                  <a:pt x="11000700" y="995731"/>
                </a:lnTo>
                <a:lnTo>
                  <a:pt x="10978200" y="1009747"/>
                </a:lnTo>
                <a:lnTo>
                  <a:pt x="10955700" y="1019111"/>
                </a:lnTo>
                <a:lnTo>
                  <a:pt x="10933200" y="1022400"/>
                </a:lnTo>
                <a:lnTo>
                  <a:pt x="10910700" y="1019111"/>
                </a:lnTo>
                <a:lnTo>
                  <a:pt x="10888200" y="1009747"/>
                </a:lnTo>
                <a:lnTo>
                  <a:pt x="10865700" y="995731"/>
                </a:lnTo>
                <a:lnTo>
                  <a:pt x="10843200" y="979200"/>
                </a:lnTo>
                <a:lnTo>
                  <a:pt x="10843200" y="979200"/>
                </a:lnTo>
                <a:lnTo>
                  <a:pt x="10820700" y="995731"/>
                </a:lnTo>
                <a:lnTo>
                  <a:pt x="10798200" y="1009747"/>
                </a:lnTo>
                <a:lnTo>
                  <a:pt x="10775700" y="1019111"/>
                </a:lnTo>
                <a:lnTo>
                  <a:pt x="10753200" y="1022400"/>
                </a:lnTo>
                <a:lnTo>
                  <a:pt x="10730700" y="1019111"/>
                </a:lnTo>
                <a:lnTo>
                  <a:pt x="10708200" y="1009747"/>
                </a:lnTo>
                <a:lnTo>
                  <a:pt x="10685700" y="995731"/>
                </a:lnTo>
                <a:lnTo>
                  <a:pt x="10663200" y="979200"/>
                </a:lnTo>
                <a:lnTo>
                  <a:pt x="10663200" y="979200"/>
                </a:lnTo>
                <a:lnTo>
                  <a:pt x="10640700" y="995731"/>
                </a:lnTo>
                <a:lnTo>
                  <a:pt x="10618200" y="1009747"/>
                </a:lnTo>
                <a:lnTo>
                  <a:pt x="10595700" y="1019111"/>
                </a:lnTo>
                <a:lnTo>
                  <a:pt x="10573200" y="1022400"/>
                </a:lnTo>
                <a:lnTo>
                  <a:pt x="10550700" y="1019111"/>
                </a:lnTo>
                <a:lnTo>
                  <a:pt x="10528200" y="1009747"/>
                </a:lnTo>
                <a:lnTo>
                  <a:pt x="10505700" y="995731"/>
                </a:lnTo>
                <a:lnTo>
                  <a:pt x="10483200" y="979200"/>
                </a:lnTo>
                <a:lnTo>
                  <a:pt x="10483200" y="979200"/>
                </a:lnTo>
                <a:lnTo>
                  <a:pt x="10460700" y="995731"/>
                </a:lnTo>
                <a:lnTo>
                  <a:pt x="10438200" y="1009747"/>
                </a:lnTo>
                <a:lnTo>
                  <a:pt x="10415700" y="1019111"/>
                </a:lnTo>
                <a:lnTo>
                  <a:pt x="10393200" y="1022400"/>
                </a:lnTo>
                <a:lnTo>
                  <a:pt x="10370700" y="1019111"/>
                </a:lnTo>
                <a:lnTo>
                  <a:pt x="10348200" y="1009747"/>
                </a:lnTo>
                <a:lnTo>
                  <a:pt x="10325700" y="995731"/>
                </a:lnTo>
                <a:lnTo>
                  <a:pt x="10303200" y="979200"/>
                </a:lnTo>
                <a:lnTo>
                  <a:pt x="10303200" y="979200"/>
                </a:lnTo>
                <a:lnTo>
                  <a:pt x="10280700" y="995731"/>
                </a:lnTo>
                <a:lnTo>
                  <a:pt x="10258200" y="1009747"/>
                </a:lnTo>
                <a:lnTo>
                  <a:pt x="10235700" y="1019111"/>
                </a:lnTo>
                <a:lnTo>
                  <a:pt x="10213200" y="1022400"/>
                </a:lnTo>
                <a:lnTo>
                  <a:pt x="10190700" y="1019111"/>
                </a:lnTo>
                <a:lnTo>
                  <a:pt x="10168200" y="1009747"/>
                </a:lnTo>
                <a:lnTo>
                  <a:pt x="10145700" y="995731"/>
                </a:lnTo>
                <a:lnTo>
                  <a:pt x="10123200" y="979200"/>
                </a:lnTo>
                <a:lnTo>
                  <a:pt x="10123200" y="979200"/>
                </a:lnTo>
                <a:lnTo>
                  <a:pt x="10100700" y="995731"/>
                </a:lnTo>
                <a:lnTo>
                  <a:pt x="10078200" y="1009747"/>
                </a:lnTo>
                <a:lnTo>
                  <a:pt x="10055700" y="1019111"/>
                </a:lnTo>
                <a:lnTo>
                  <a:pt x="10033200" y="1022400"/>
                </a:lnTo>
                <a:lnTo>
                  <a:pt x="10010700" y="1019111"/>
                </a:lnTo>
                <a:lnTo>
                  <a:pt x="9988200" y="1009747"/>
                </a:lnTo>
                <a:lnTo>
                  <a:pt x="9965700" y="995731"/>
                </a:lnTo>
                <a:lnTo>
                  <a:pt x="9943200" y="979200"/>
                </a:lnTo>
                <a:lnTo>
                  <a:pt x="9943200" y="979200"/>
                </a:lnTo>
                <a:lnTo>
                  <a:pt x="9920700" y="995731"/>
                </a:lnTo>
                <a:lnTo>
                  <a:pt x="9898200" y="1009747"/>
                </a:lnTo>
                <a:lnTo>
                  <a:pt x="9875700" y="1019111"/>
                </a:lnTo>
                <a:lnTo>
                  <a:pt x="9853200" y="1022400"/>
                </a:lnTo>
                <a:lnTo>
                  <a:pt x="9830700" y="1019111"/>
                </a:lnTo>
                <a:lnTo>
                  <a:pt x="9808200" y="1009747"/>
                </a:lnTo>
                <a:lnTo>
                  <a:pt x="9785700" y="995731"/>
                </a:lnTo>
                <a:lnTo>
                  <a:pt x="9763200" y="979200"/>
                </a:lnTo>
                <a:lnTo>
                  <a:pt x="9763200" y="979200"/>
                </a:lnTo>
                <a:lnTo>
                  <a:pt x="9740700" y="995731"/>
                </a:lnTo>
                <a:lnTo>
                  <a:pt x="9718200" y="1009747"/>
                </a:lnTo>
                <a:lnTo>
                  <a:pt x="9695700" y="1019111"/>
                </a:lnTo>
                <a:lnTo>
                  <a:pt x="9673200" y="1022400"/>
                </a:lnTo>
                <a:lnTo>
                  <a:pt x="9650700" y="1019111"/>
                </a:lnTo>
                <a:lnTo>
                  <a:pt x="9628200" y="1009747"/>
                </a:lnTo>
                <a:lnTo>
                  <a:pt x="9605700" y="995731"/>
                </a:lnTo>
                <a:lnTo>
                  <a:pt x="9583200" y="979200"/>
                </a:lnTo>
                <a:lnTo>
                  <a:pt x="9583200" y="979200"/>
                </a:lnTo>
                <a:lnTo>
                  <a:pt x="9560700" y="995731"/>
                </a:lnTo>
                <a:lnTo>
                  <a:pt x="9538200" y="1009747"/>
                </a:lnTo>
                <a:lnTo>
                  <a:pt x="9515700" y="1019111"/>
                </a:lnTo>
                <a:lnTo>
                  <a:pt x="9493200" y="1022400"/>
                </a:lnTo>
                <a:lnTo>
                  <a:pt x="9470700" y="1019111"/>
                </a:lnTo>
                <a:lnTo>
                  <a:pt x="9448200" y="1009747"/>
                </a:lnTo>
                <a:lnTo>
                  <a:pt x="9425700" y="995731"/>
                </a:lnTo>
                <a:lnTo>
                  <a:pt x="9403200" y="979200"/>
                </a:lnTo>
                <a:lnTo>
                  <a:pt x="9403200" y="979200"/>
                </a:lnTo>
                <a:lnTo>
                  <a:pt x="9380700" y="995731"/>
                </a:lnTo>
                <a:lnTo>
                  <a:pt x="9358200" y="1009747"/>
                </a:lnTo>
                <a:lnTo>
                  <a:pt x="9335700" y="1019111"/>
                </a:lnTo>
                <a:lnTo>
                  <a:pt x="9313200" y="1022400"/>
                </a:lnTo>
                <a:lnTo>
                  <a:pt x="9290700" y="1019111"/>
                </a:lnTo>
                <a:lnTo>
                  <a:pt x="9268200" y="1009747"/>
                </a:lnTo>
                <a:lnTo>
                  <a:pt x="9245700" y="995731"/>
                </a:lnTo>
                <a:lnTo>
                  <a:pt x="9223200" y="979200"/>
                </a:lnTo>
                <a:lnTo>
                  <a:pt x="9223200" y="979200"/>
                </a:lnTo>
                <a:lnTo>
                  <a:pt x="9200700" y="995731"/>
                </a:lnTo>
                <a:lnTo>
                  <a:pt x="9178200" y="1009747"/>
                </a:lnTo>
                <a:lnTo>
                  <a:pt x="9155700" y="1019111"/>
                </a:lnTo>
                <a:lnTo>
                  <a:pt x="9133200" y="1022400"/>
                </a:lnTo>
                <a:lnTo>
                  <a:pt x="9110700" y="1019111"/>
                </a:lnTo>
                <a:lnTo>
                  <a:pt x="9088200" y="1009747"/>
                </a:lnTo>
                <a:lnTo>
                  <a:pt x="9065700" y="995731"/>
                </a:lnTo>
                <a:lnTo>
                  <a:pt x="9043200" y="979200"/>
                </a:lnTo>
                <a:lnTo>
                  <a:pt x="9043200" y="979200"/>
                </a:lnTo>
                <a:lnTo>
                  <a:pt x="9020700" y="995731"/>
                </a:lnTo>
                <a:lnTo>
                  <a:pt x="8998200" y="1009747"/>
                </a:lnTo>
                <a:lnTo>
                  <a:pt x="8975700" y="1019111"/>
                </a:lnTo>
                <a:lnTo>
                  <a:pt x="8953200" y="1022400"/>
                </a:lnTo>
                <a:lnTo>
                  <a:pt x="8930700" y="1019111"/>
                </a:lnTo>
                <a:lnTo>
                  <a:pt x="8908200" y="1009747"/>
                </a:lnTo>
                <a:lnTo>
                  <a:pt x="8885700" y="995731"/>
                </a:lnTo>
                <a:lnTo>
                  <a:pt x="8863200" y="979200"/>
                </a:lnTo>
                <a:lnTo>
                  <a:pt x="8863200" y="979200"/>
                </a:lnTo>
                <a:lnTo>
                  <a:pt x="8840700" y="995731"/>
                </a:lnTo>
                <a:lnTo>
                  <a:pt x="8818200" y="1009747"/>
                </a:lnTo>
                <a:lnTo>
                  <a:pt x="8795700" y="1019111"/>
                </a:lnTo>
                <a:lnTo>
                  <a:pt x="8773200" y="1022400"/>
                </a:lnTo>
                <a:lnTo>
                  <a:pt x="8750700" y="1019111"/>
                </a:lnTo>
                <a:lnTo>
                  <a:pt x="8728200" y="1009747"/>
                </a:lnTo>
                <a:lnTo>
                  <a:pt x="8705700" y="995731"/>
                </a:lnTo>
                <a:lnTo>
                  <a:pt x="8683200" y="979200"/>
                </a:lnTo>
                <a:lnTo>
                  <a:pt x="8683200" y="979200"/>
                </a:lnTo>
                <a:lnTo>
                  <a:pt x="8660700" y="995731"/>
                </a:lnTo>
                <a:lnTo>
                  <a:pt x="8638200" y="1009747"/>
                </a:lnTo>
                <a:lnTo>
                  <a:pt x="8615700" y="1019111"/>
                </a:lnTo>
                <a:lnTo>
                  <a:pt x="8593200" y="1022400"/>
                </a:lnTo>
                <a:lnTo>
                  <a:pt x="8570700" y="1019111"/>
                </a:lnTo>
                <a:lnTo>
                  <a:pt x="8548200" y="1009747"/>
                </a:lnTo>
                <a:lnTo>
                  <a:pt x="8525700" y="995731"/>
                </a:lnTo>
                <a:lnTo>
                  <a:pt x="8503200" y="979200"/>
                </a:lnTo>
                <a:lnTo>
                  <a:pt x="8503200" y="979200"/>
                </a:lnTo>
                <a:lnTo>
                  <a:pt x="8480700" y="995731"/>
                </a:lnTo>
                <a:lnTo>
                  <a:pt x="8458200" y="1009747"/>
                </a:lnTo>
                <a:lnTo>
                  <a:pt x="8435700" y="1019111"/>
                </a:lnTo>
                <a:lnTo>
                  <a:pt x="8413200" y="1022400"/>
                </a:lnTo>
                <a:lnTo>
                  <a:pt x="8390700" y="1019111"/>
                </a:lnTo>
                <a:lnTo>
                  <a:pt x="8368200" y="1009747"/>
                </a:lnTo>
                <a:lnTo>
                  <a:pt x="8345700" y="995731"/>
                </a:lnTo>
                <a:lnTo>
                  <a:pt x="8323200" y="979200"/>
                </a:lnTo>
                <a:lnTo>
                  <a:pt x="8323200" y="979200"/>
                </a:lnTo>
                <a:lnTo>
                  <a:pt x="8300700" y="995731"/>
                </a:lnTo>
                <a:lnTo>
                  <a:pt x="8278200" y="1009747"/>
                </a:lnTo>
                <a:lnTo>
                  <a:pt x="8255700" y="1019111"/>
                </a:lnTo>
                <a:lnTo>
                  <a:pt x="8233200" y="1022400"/>
                </a:lnTo>
                <a:lnTo>
                  <a:pt x="8210700" y="1019111"/>
                </a:lnTo>
                <a:lnTo>
                  <a:pt x="8188200" y="1009747"/>
                </a:lnTo>
                <a:lnTo>
                  <a:pt x="8165700" y="995731"/>
                </a:lnTo>
                <a:lnTo>
                  <a:pt x="8143200" y="979200"/>
                </a:lnTo>
                <a:lnTo>
                  <a:pt x="8143200" y="979200"/>
                </a:lnTo>
                <a:lnTo>
                  <a:pt x="8120700" y="995731"/>
                </a:lnTo>
                <a:lnTo>
                  <a:pt x="8098200" y="1009747"/>
                </a:lnTo>
                <a:lnTo>
                  <a:pt x="8075700" y="1019111"/>
                </a:lnTo>
                <a:lnTo>
                  <a:pt x="8053200" y="1022400"/>
                </a:lnTo>
                <a:lnTo>
                  <a:pt x="8030700" y="1019111"/>
                </a:lnTo>
                <a:lnTo>
                  <a:pt x="8008200" y="1009747"/>
                </a:lnTo>
                <a:lnTo>
                  <a:pt x="7985700" y="995731"/>
                </a:lnTo>
                <a:lnTo>
                  <a:pt x="7963200" y="979200"/>
                </a:lnTo>
                <a:lnTo>
                  <a:pt x="7963200" y="979200"/>
                </a:lnTo>
                <a:lnTo>
                  <a:pt x="7940700" y="995731"/>
                </a:lnTo>
                <a:lnTo>
                  <a:pt x="7918200" y="1009747"/>
                </a:lnTo>
                <a:lnTo>
                  <a:pt x="7895700" y="1019111"/>
                </a:lnTo>
                <a:lnTo>
                  <a:pt x="7873200" y="1022400"/>
                </a:lnTo>
                <a:lnTo>
                  <a:pt x="7850700" y="1019111"/>
                </a:lnTo>
                <a:lnTo>
                  <a:pt x="7828200" y="1009747"/>
                </a:lnTo>
                <a:lnTo>
                  <a:pt x="7805700" y="995731"/>
                </a:lnTo>
                <a:lnTo>
                  <a:pt x="7783200" y="979200"/>
                </a:lnTo>
                <a:lnTo>
                  <a:pt x="7783200" y="979200"/>
                </a:lnTo>
                <a:lnTo>
                  <a:pt x="7760700" y="995731"/>
                </a:lnTo>
                <a:lnTo>
                  <a:pt x="7738200" y="1009747"/>
                </a:lnTo>
                <a:lnTo>
                  <a:pt x="7715700" y="1019111"/>
                </a:lnTo>
                <a:lnTo>
                  <a:pt x="7693200" y="1022400"/>
                </a:lnTo>
                <a:lnTo>
                  <a:pt x="7670700" y="1019111"/>
                </a:lnTo>
                <a:lnTo>
                  <a:pt x="7648200" y="1009747"/>
                </a:lnTo>
                <a:lnTo>
                  <a:pt x="7625700" y="995731"/>
                </a:lnTo>
                <a:lnTo>
                  <a:pt x="7603200" y="979200"/>
                </a:lnTo>
                <a:lnTo>
                  <a:pt x="7603200" y="979200"/>
                </a:lnTo>
                <a:lnTo>
                  <a:pt x="7580700" y="995731"/>
                </a:lnTo>
                <a:lnTo>
                  <a:pt x="7558200" y="1009747"/>
                </a:lnTo>
                <a:lnTo>
                  <a:pt x="7535700" y="1019111"/>
                </a:lnTo>
                <a:lnTo>
                  <a:pt x="7513200" y="1022400"/>
                </a:lnTo>
                <a:lnTo>
                  <a:pt x="7490700" y="1019111"/>
                </a:lnTo>
                <a:lnTo>
                  <a:pt x="7468200" y="1009747"/>
                </a:lnTo>
                <a:lnTo>
                  <a:pt x="7445700" y="995731"/>
                </a:lnTo>
                <a:lnTo>
                  <a:pt x="7423200" y="979200"/>
                </a:lnTo>
                <a:lnTo>
                  <a:pt x="7423200" y="979200"/>
                </a:lnTo>
                <a:lnTo>
                  <a:pt x="7400700" y="995731"/>
                </a:lnTo>
                <a:lnTo>
                  <a:pt x="7378200" y="1009747"/>
                </a:lnTo>
                <a:lnTo>
                  <a:pt x="7355700" y="1019111"/>
                </a:lnTo>
                <a:lnTo>
                  <a:pt x="7333200" y="1022400"/>
                </a:lnTo>
                <a:lnTo>
                  <a:pt x="7310700" y="1019111"/>
                </a:lnTo>
                <a:lnTo>
                  <a:pt x="7288200" y="1009747"/>
                </a:lnTo>
                <a:lnTo>
                  <a:pt x="7265700" y="995731"/>
                </a:lnTo>
                <a:lnTo>
                  <a:pt x="7243200" y="979200"/>
                </a:lnTo>
                <a:lnTo>
                  <a:pt x="7243200" y="979200"/>
                </a:lnTo>
                <a:lnTo>
                  <a:pt x="7220700" y="995731"/>
                </a:lnTo>
                <a:lnTo>
                  <a:pt x="7198200" y="1009747"/>
                </a:lnTo>
                <a:lnTo>
                  <a:pt x="7175700" y="1019111"/>
                </a:lnTo>
                <a:lnTo>
                  <a:pt x="7153200" y="1022400"/>
                </a:lnTo>
                <a:lnTo>
                  <a:pt x="7130700" y="1019111"/>
                </a:lnTo>
                <a:lnTo>
                  <a:pt x="7108200" y="1009747"/>
                </a:lnTo>
                <a:lnTo>
                  <a:pt x="7085700" y="995731"/>
                </a:lnTo>
                <a:lnTo>
                  <a:pt x="7063200" y="979200"/>
                </a:lnTo>
                <a:lnTo>
                  <a:pt x="7063200" y="979200"/>
                </a:lnTo>
                <a:lnTo>
                  <a:pt x="7040700" y="995731"/>
                </a:lnTo>
                <a:lnTo>
                  <a:pt x="7018200" y="1009747"/>
                </a:lnTo>
                <a:lnTo>
                  <a:pt x="6995700" y="1019111"/>
                </a:lnTo>
                <a:lnTo>
                  <a:pt x="6973200" y="1022400"/>
                </a:lnTo>
                <a:lnTo>
                  <a:pt x="6950700" y="1019111"/>
                </a:lnTo>
                <a:lnTo>
                  <a:pt x="6928200" y="1009747"/>
                </a:lnTo>
                <a:lnTo>
                  <a:pt x="6905700" y="995731"/>
                </a:lnTo>
                <a:lnTo>
                  <a:pt x="6883200" y="979200"/>
                </a:lnTo>
                <a:lnTo>
                  <a:pt x="6883200" y="979200"/>
                </a:lnTo>
                <a:lnTo>
                  <a:pt x="6860699" y="995731"/>
                </a:lnTo>
                <a:lnTo>
                  <a:pt x="6838200" y="1009747"/>
                </a:lnTo>
                <a:lnTo>
                  <a:pt x="6815700" y="1019111"/>
                </a:lnTo>
                <a:lnTo>
                  <a:pt x="6793200" y="1022400"/>
                </a:lnTo>
                <a:lnTo>
                  <a:pt x="6770700" y="1019111"/>
                </a:lnTo>
                <a:lnTo>
                  <a:pt x="6748200" y="1009747"/>
                </a:lnTo>
                <a:lnTo>
                  <a:pt x="6725700" y="995731"/>
                </a:lnTo>
                <a:lnTo>
                  <a:pt x="6703199" y="979200"/>
                </a:lnTo>
                <a:lnTo>
                  <a:pt x="6703199" y="979200"/>
                </a:lnTo>
                <a:lnTo>
                  <a:pt x="6680700" y="995731"/>
                </a:lnTo>
                <a:lnTo>
                  <a:pt x="6658200" y="1009747"/>
                </a:lnTo>
                <a:lnTo>
                  <a:pt x="6635700" y="1019111"/>
                </a:lnTo>
                <a:lnTo>
                  <a:pt x="6613200" y="1022400"/>
                </a:lnTo>
                <a:lnTo>
                  <a:pt x="6590699" y="1019111"/>
                </a:lnTo>
                <a:lnTo>
                  <a:pt x="6568200" y="1009747"/>
                </a:lnTo>
                <a:lnTo>
                  <a:pt x="6545700" y="995731"/>
                </a:lnTo>
                <a:lnTo>
                  <a:pt x="6523200" y="979200"/>
                </a:lnTo>
                <a:lnTo>
                  <a:pt x="6523200" y="979200"/>
                </a:lnTo>
                <a:lnTo>
                  <a:pt x="6500700" y="995731"/>
                </a:lnTo>
                <a:lnTo>
                  <a:pt x="6478200" y="1009747"/>
                </a:lnTo>
                <a:lnTo>
                  <a:pt x="6455700" y="1019111"/>
                </a:lnTo>
                <a:lnTo>
                  <a:pt x="6433199" y="1022400"/>
                </a:lnTo>
                <a:lnTo>
                  <a:pt x="6410700" y="1019111"/>
                </a:lnTo>
                <a:lnTo>
                  <a:pt x="6388200" y="1009747"/>
                </a:lnTo>
                <a:lnTo>
                  <a:pt x="6365700" y="995731"/>
                </a:lnTo>
                <a:lnTo>
                  <a:pt x="6343200" y="979200"/>
                </a:lnTo>
                <a:lnTo>
                  <a:pt x="6343200" y="979200"/>
                </a:lnTo>
                <a:lnTo>
                  <a:pt x="6320700" y="995731"/>
                </a:lnTo>
                <a:lnTo>
                  <a:pt x="6298200" y="1009747"/>
                </a:lnTo>
                <a:lnTo>
                  <a:pt x="6275699" y="1019111"/>
                </a:lnTo>
                <a:lnTo>
                  <a:pt x="6253200" y="1022400"/>
                </a:lnTo>
                <a:lnTo>
                  <a:pt x="6230700" y="1019111"/>
                </a:lnTo>
                <a:lnTo>
                  <a:pt x="6208200" y="1009747"/>
                </a:lnTo>
                <a:lnTo>
                  <a:pt x="6185700" y="995731"/>
                </a:lnTo>
                <a:lnTo>
                  <a:pt x="6163199" y="979200"/>
                </a:lnTo>
                <a:lnTo>
                  <a:pt x="6163199" y="979200"/>
                </a:lnTo>
                <a:lnTo>
                  <a:pt x="6140700" y="995731"/>
                </a:lnTo>
                <a:lnTo>
                  <a:pt x="6118200" y="1009747"/>
                </a:lnTo>
                <a:lnTo>
                  <a:pt x="6095700" y="1019111"/>
                </a:lnTo>
                <a:lnTo>
                  <a:pt x="6073200" y="1022400"/>
                </a:lnTo>
                <a:lnTo>
                  <a:pt x="6050700" y="1019111"/>
                </a:lnTo>
                <a:lnTo>
                  <a:pt x="6028200" y="1009747"/>
                </a:lnTo>
                <a:lnTo>
                  <a:pt x="6005699" y="995731"/>
                </a:lnTo>
                <a:lnTo>
                  <a:pt x="5983200" y="979200"/>
                </a:lnTo>
                <a:lnTo>
                  <a:pt x="5983200" y="979200"/>
                </a:lnTo>
                <a:lnTo>
                  <a:pt x="5960700" y="995731"/>
                </a:lnTo>
                <a:lnTo>
                  <a:pt x="5938200" y="1009747"/>
                </a:lnTo>
                <a:lnTo>
                  <a:pt x="5915700" y="1019111"/>
                </a:lnTo>
                <a:lnTo>
                  <a:pt x="5893200" y="1022400"/>
                </a:lnTo>
                <a:lnTo>
                  <a:pt x="5870700" y="1019111"/>
                </a:lnTo>
                <a:lnTo>
                  <a:pt x="5848199" y="1009747"/>
                </a:lnTo>
                <a:lnTo>
                  <a:pt x="5825700" y="995731"/>
                </a:lnTo>
                <a:lnTo>
                  <a:pt x="5803200" y="979200"/>
                </a:lnTo>
                <a:lnTo>
                  <a:pt x="5803200" y="979200"/>
                </a:lnTo>
                <a:lnTo>
                  <a:pt x="5780700" y="995731"/>
                </a:lnTo>
                <a:lnTo>
                  <a:pt x="5758200" y="1009747"/>
                </a:lnTo>
                <a:lnTo>
                  <a:pt x="5735699" y="1019111"/>
                </a:lnTo>
                <a:lnTo>
                  <a:pt x="5713200" y="1022400"/>
                </a:lnTo>
                <a:lnTo>
                  <a:pt x="5690700" y="1019111"/>
                </a:lnTo>
                <a:lnTo>
                  <a:pt x="5668200" y="1009747"/>
                </a:lnTo>
                <a:lnTo>
                  <a:pt x="5645700" y="995731"/>
                </a:lnTo>
                <a:lnTo>
                  <a:pt x="5623200" y="979200"/>
                </a:lnTo>
                <a:lnTo>
                  <a:pt x="5623200" y="979200"/>
                </a:lnTo>
                <a:lnTo>
                  <a:pt x="5600700" y="995731"/>
                </a:lnTo>
                <a:lnTo>
                  <a:pt x="5578199" y="1009747"/>
                </a:lnTo>
                <a:lnTo>
                  <a:pt x="5555700" y="1019111"/>
                </a:lnTo>
                <a:lnTo>
                  <a:pt x="5533200" y="1022400"/>
                </a:lnTo>
                <a:lnTo>
                  <a:pt x="5510700" y="1019111"/>
                </a:lnTo>
                <a:lnTo>
                  <a:pt x="5488200" y="1009747"/>
                </a:lnTo>
                <a:lnTo>
                  <a:pt x="5465700" y="995731"/>
                </a:lnTo>
                <a:lnTo>
                  <a:pt x="5443200" y="979200"/>
                </a:lnTo>
                <a:lnTo>
                  <a:pt x="5443200" y="979200"/>
                </a:lnTo>
                <a:lnTo>
                  <a:pt x="5420699" y="995731"/>
                </a:lnTo>
                <a:lnTo>
                  <a:pt x="5398200" y="1009747"/>
                </a:lnTo>
                <a:lnTo>
                  <a:pt x="5375700" y="1019111"/>
                </a:lnTo>
                <a:lnTo>
                  <a:pt x="5353200" y="1022400"/>
                </a:lnTo>
                <a:lnTo>
                  <a:pt x="5330700" y="1019111"/>
                </a:lnTo>
                <a:lnTo>
                  <a:pt x="5308199" y="1009747"/>
                </a:lnTo>
                <a:lnTo>
                  <a:pt x="5285700" y="995731"/>
                </a:lnTo>
                <a:lnTo>
                  <a:pt x="5263200" y="979200"/>
                </a:lnTo>
                <a:lnTo>
                  <a:pt x="5263200" y="979200"/>
                </a:lnTo>
                <a:lnTo>
                  <a:pt x="5240700" y="995731"/>
                </a:lnTo>
                <a:lnTo>
                  <a:pt x="5218200" y="1009747"/>
                </a:lnTo>
                <a:lnTo>
                  <a:pt x="5195700" y="1019111"/>
                </a:lnTo>
                <a:lnTo>
                  <a:pt x="5173200" y="1022400"/>
                </a:lnTo>
                <a:lnTo>
                  <a:pt x="5150699" y="1019111"/>
                </a:lnTo>
                <a:lnTo>
                  <a:pt x="5128200" y="1009747"/>
                </a:lnTo>
                <a:lnTo>
                  <a:pt x="5105700" y="995731"/>
                </a:lnTo>
                <a:lnTo>
                  <a:pt x="5083200" y="979200"/>
                </a:lnTo>
                <a:lnTo>
                  <a:pt x="5083200" y="979200"/>
                </a:lnTo>
                <a:lnTo>
                  <a:pt x="5060700" y="995731"/>
                </a:lnTo>
                <a:lnTo>
                  <a:pt x="5038200" y="1009747"/>
                </a:lnTo>
                <a:lnTo>
                  <a:pt x="5015700" y="1019111"/>
                </a:lnTo>
                <a:lnTo>
                  <a:pt x="4993199" y="1022400"/>
                </a:lnTo>
                <a:lnTo>
                  <a:pt x="4970700" y="1019111"/>
                </a:lnTo>
                <a:lnTo>
                  <a:pt x="4948200" y="1009747"/>
                </a:lnTo>
                <a:lnTo>
                  <a:pt x="4925700" y="995731"/>
                </a:lnTo>
                <a:lnTo>
                  <a:pt x="4903200" y="979200"/>
                </a:lnTo>
                <a:lnTo>
                  <a:pt x="4903200" y="979200"/>
                </a:lnTo>
                <a:lnTo>
                  <a:pt x="4880699" y="995731"/>
                </a:lnTo>
                <a:lnTo>
                  <a:pt x="4858200" y="1009747"/>
                </a:lnTo>
                <a:lnTo>
                  <a:pt x="4835700" y="1019111"/>
                </a:lnTo>
                <a:lnTo>
                  <a:pt x="4813200" y="1022400"/>
                </a:lnTo>
                <a:lnTo>
                  <a:pt x="4790700" y="1019111"/>
                </a:lnTo>
                <a:lnTo>
                  <a:pt x="4768200" y="1009747"/>
                </a:lnTo>
                <a:lnTo>
                  <a:pt x="4745700" y="995731"/>
                </a:lnTo>
                <a:lnTo>
                  <a:pt x="4723199" y="979200"/>
                </a:lnTo>
                <a:lnTo>
                  <a:pt x="4723199" y="979200"/>
                </a:lnTo>
                <a:lnTo>
                  <a:pt x="4700700" y="995731"/>
                </a:lnTo>
                <a:lnTo>
                  <a:pt x="4678200" y="1009747"/>
                </a:lnTo>
                <a:lnTo>
                  <a:pt x="4655700" y="1019111"/>
                </a:lnTo>
                <a:lnTo>
                  <a:pt x="4633200" y="1022400"/>
                </a:lnTo>
                <a:lnTo>
                  <a:pt x="4610700" y="1019111"/>
                </a:lnTo>
                <a:lnTo>
                  <a:pt x="4588200" y="1009747"/>
                </a:lnTo>
                <a:lnTo>
                  <a:pt x="4565699" y="995731"/>
                </a:lnTo>
                <a:lnTo>
                  <a:pt x="4543200" y="979200"/>
                </a:lnTo>
                <a:lnTo>
                  <a:pt x="4543200" y="979200"/>
                </a:lnTo>
                <a:lnTo>
                  <a:pt x="4520700" y="995731"/>
                </a:lnTo>
                <a:lnTo>
                  <a:pt x="4498200" y="1009747"/>
                </a:lnTo>
                <a:lnTo>
                  <a:pt x="4475700" y="1019111"/>
                </a:lnTo>
                <a:lnTo>
                  <a:pt x="4453200" y="1022400"/>
                </a:lnTo>
                <a:lnTo>
                  <a:pt x="4430700" y="1019111"/>
                </a:lnTo>
                <a:lnTo>
                  <a:pt x="4408200" y="1009747"/>
                </a:lnTo>
                <a:lnTo>
                  <a:pt x="4385700" y="995731"/>
                </a:lnTo>
                <a:lnTo>
                  <a:pt x="4363200" y="979200"/>
                </a:lnTo>
                <a:lnTo>
                  <a:pt x="4363200" y="979200"/>
                </a:lnTo>
                <a:lnTo>
                  <a:pt x="4340700" y="995731"/>
                </a:lnTo>
                <a:lnTo>
                  <a:pt x="4318200" y="1009747"/>
                </a:lnTo>
                <a:lnTo>
                  <a:pt x="4295700" y="1019111"/>
                </a:lnTo>
                <a:lnTo>
                  <a:pt x="4273200" y="1022400"/>
                </a:lnTo>
                <a:lnTo>
                  <a:pt x="4250700" y="1019111"/>
                </a:lnTo>
                <a:lnTo>
                  <a:pt x="4228200" y="1009747"/>
                </a:lnTo>
                <a:lnTo>
                  <a:pt x="4205700" y="995731"/>
                </a:lnTo>
                <a:lnTo>
                  <a:pt x="4183200" y="979200"/>
                </a:lnTo>
                <a:lnTo>
                  <a:pt x="4183200" y="979200"/>
                </a:lnTo>
                <a:lnTo>
                  <a:pt x="4160700" y="995731"/>
                </a:lnTo>
                <a:lnTo>
                  <a:pt x="4138200" y="1009747"/>
                </a:lnTo>
                <a:lnTo>
                  <a:pt x="4115700" y="1019111"/>
                </a:lnTo>
                <a:lnTo>
                  <a:pt x="4093200" y="1022400"/>
                </a:lnTo>
                <a:lnTo>
                  <a:pt x="4070700" y="1019111"/>
                </a:lnTo>
                <a:lnTo>
                  <a:pt x="4048200" y="1009747"/>
                </a:lnTo>
                <a:lnTo>
                  <a:pt x="4025700" y="995731"/>
                </a:lnTo>
                <a:lnTo>
                  <a:pt x="4003200" y="979200"/>
                </a:lnTo>
                <a:lnTo>
                  <a:pt x="4003200" y="979200"/>
                </a:lnTo>
                <a:lnTo>
                  <a:pt x="3980700" y="995731"/>
                </a:lnTo>
                <a:lnTo>
                  <a:pt x="3958200" y="1009747"/>
                </a:lnTo>
                <a:lnTo>
                  <a:pt x="3935700" y="1019111"/>
                </a:lnTo>
                <a:lnTo>
                  <a:pt x="3913200" y="1022400"/>
                </a:lnTo>
                <a:lnTo>
                  <a:pt x="3890700" y="1019111"/>
                </a:lnTo>
                <a:lnTo>
                  <a:pt x="3868200" y="1009747"/>
                </a:lnTo>
                <a:lnTo>
                  <a:pt x="3845700" y="995731"/>
                </a:lnTo>
                <a:lnTo>
                  <a:pt x="3823200" y="979200"/>
                </a:lnTo>
                <a:lnTo>
                  <a:pt x="3823200" y="979200"/>
                </a:lnTo>
                <a:lnTo>
                  <a:pt x="3800700" y="995731"/>
                </a:lnTo>
                <a:lnTo>
                  <a:pt x="3778200" y="1009747"/>
                </a:lnTo>
                <a:lnTo>
                  <a:pt x="3755700" y="1019111"/>
                </a:lnTo>
                <a:lnTo>
                  <a:pt x="3733200" y="1022400"/>
                </a:lnTo>
                <a:lnTo>
                  <a:pt x="3710700" y="1019111"/>
                </a:lnTo>
                <a:lnTo>
                  <a:pt x="3688200" y="1009747"/>
                </a:lnTo>
                <a:lnTo>
                  <a:pt x="3665700" y="995731"/>
                </a:lnTo>
                <a:lnTo>
                  <a:pt x="3643200" y="979200"/>
                </a:lnTo>
                <a:lnTo>
                  <a:pt x="3643200" y="979200"/>
                </a:lnTo>
                <a:lnTo>
                  <a:pt x="3620700" y="995731"/>
                </a:lnTo>
                <a:lnTo>
                  <a:pt x="3598200" y="1009747"/>
                </a:lnTo>
                <a:lnTo>
                  <a:pt x="3575700" y="1019111"/>
                </a:lnTo>
                <a:lnTo>
                  <a:pt x="3553200" y="1022400"/>
                </a:lnTo>
                <a:lnTo>
                  <a:pt x="3530700" y="1019111"/>
                </a:lnTo>
                <a:lnTo>
                  <a:pt x="3508200" y="1009747"/>
                </a:lnTo>
                <a:lnTo>
                  <a:pt x="3485700" y="995731"/>
                </a:lnTo>
                <a:lnTo>
                  <a:pt x="3463200" y="979200"/>
                </a:lnTo>
                <a:lnTo>
                  <a:pt x="3463200" y="979200"/>
                </a:lnTo>
                <a:lnTo>
                  <a:pt x="3440700" y="995731"/>
                </a:lnTo>
                <a:lnTo>
                  <a:pt x="3418200" y="1009747"/>
                </a:lnTo>
                <a:lnTo>
                  <a:pt x="3395700" y="1019111"/>
                </a:lnTo>
                <a:lnTo>
                  <a:pt x="3373200" y="1022400"/>
                </a:lnTo>
                <a:lnTo>
                  <a:pt x="3350700" y="1019111"/>
                </a:lnTo>
                <a:lnTo>
                  <a:pt x="3328200" y="1009747"/>
                </a:lnTo>
                <a:lnTo>
                  <a:pt x="3305700" y="995731"/>
                </a:lnTo>
                <a:lnTo>
                  <a:pt x="3283200" y="979200"/>
                </a:lnTo>
                <a:lnTo>
                  <a:pt x="3283200" y="979200"/>
                </a:lnTo>
                <a:lnTo>
                  <a:pt x="3260700" y="995731"/>
                </a:lnTo>
                <a:lnTo>
                  <a:pt x="3238200" y="1009747"/>
                </a:lnTo>
                <a:lnTo>
                  <a:pt x="3215700" y="1019111"/>
                </a:lnTo>
                <a:lnTo>
                  <a:pt x="3193200" y="1022400"/>
                </a:lnTo>
                <a:lnTo>
                  <a:pt x="3170700" y="1019111"/>
                </a:lnTo>
                <a:lnTo>
                  <a:pt x="3148200" y="1009747"/>
                </a:lnTo>
                <a:lnTo>
                  <a:pt x="3125700" y="995731"/>
                </a:lnTo>
                <a:lnTo>
                  <a:pt x="3103200" y="979200"/>
                </a:lnTo>
                <a:lnTo>
                  <a:pt x="3103200" y="979200"/>
                </a:lnTo>
                <a:lnTo>
                  <a:pt x="3080700" y="995731"/>
                </a:lnTo>
                <a:lnTo>
                  <a:pt x="3058200" y="1009747"/>
                </a:lnTo>
                <a:lnTo>
                  <a:pt x="3035700" y="1019111"/>
                </a:lnTo>
                <a:lnTo>
                  <a:pt x="3013200" y="1022400"/>
                </a:lnTo>
                <a:lnTo>
                  <a:pt x="2990700" y="1019111"/>
                </a:lnTo>
                <a:lnTo>
                  <a:pt x="2968200" y="1009747"/>
                </a:lnTo>
                <a:lnTo>
                  <a:pt x="2945700" y="995731"/>
                </a:lnTo>
                <a:lnTo>
                  <a:pt x="2923200" y="979200"/>
                </a:lnTo>
                <a:lnTo>
                  <a:pt x="2923200" y="979200"/>
                </a:lnTo>
                <a:lnTo>
                  <a:pt x="2900700" y="995731"/>
                </a:lnTo>
                <a:lnTo>
                  <a:pt x="2878200" y="1009747"/>
                </a:lnTo>
                <a:lnTo>
                  <a:pt x="2855700" y="1019111"/>
                </a:lnTo>
                <a:lnTo>
                  <a:pt x="2833200" y="1022400"/>
                </a:lnTo>
                <a:lnTo>
                  <a:pt x="2810700" y="1019111"/>
                </a:lnTo>
                <a:lnTo>
                  <a:pt x="2788200" y="1009747"/>
                </a:lnTo>
                <a:lnTo>
                  <a:pt x="2765700" y="995731"/>
                </a:lnTo>
                <a:lnTo>
                  <a:pt x="2743200" y="979200"/>
                </a:lnTo>
                <a:lnTo>
                  <a:pt x="2743200" y="979200"/>
                </a:lnTo>
                <a:lnTo>
                  <a:pt x="2720700" y="995731"/>
                </a:lnTo>
                <a:lnTo>
                  <a:pt x="2698200" y="1009747"/>
                </a:lnTo>
                <a:lnTo>
                  <a:pt x="2675700" y="1019111"/>
                </a:lnTo>
                <a:lnTo>
                  <a:pt x="2653200" y="1022400"/>
                </a:lnTo>
                <a:lnTo>
                  <a:pt x="2630700" y="1019111"/>
                </a:lnTo>
                <a:lnTo>
                  <a:pt x="2608200" y="1009747"/>
                </a:lnTo>
                <a:lnTo>
                  <a:pt x="2585700" y="995731"/>
                </a:lnTo>
                <a:lnTo>
                  <a:pt x="2563200" y="979200"/>
                </a:lnTo>
                <a:lnTo>
                  <a:pt x="2563200" y="979200"/>
                </a:lnTo>
                <a:lnTo>
                  <a:pt x="2540700" y="995731"/>
                </a:lnTo>
                <a:lnTo>
                  <a:pt x="2518200" y="1009747"/>
                </a:lnTo>
                <a:lnTo>
                  <a:pt x="2495700" y="1019111"/>
                </a:lnTo>
                <a:lnTo>
                  <a:pt x="2473200" y="1022400"/>
                </a:lnTo>
                <a:lnTo>
                  <a:pt x="2450700" y="1019111"/>
                </a:lnTo>
                <a:lnTo>
                  <a:pt x="2428200" y="1009747"/>
                </a:lnTo>
                <a:lnTo>
                  <a:pt x="2405700" y="995731"/>
                </a:lnTo>
                <a:lnTo>
                  <a:pt x="2383200" y="979200"/>
                </a:lnTo>
                <a:lnTo>
                  <a:pt x="2383200" y="979200"/>
                </a:lnTo>
                <a:lnTo>
                  <a:pt x="2360700" y="995731"/>
                </a:lnTo>
                <a:lnTo>
                  <a:pt x="2338200" y="1009747"/>
                </a:lnTo>
                <a:lnTo>
                  <a:pt x="2315700" y="1019111"/>
                </a:lnTo>
                <a:lnTo>
                  <a:pt x="2293200" y="1022400"/>
                </a:lnTo>
                <a:lnTo>
                  <a:pt x="2270700" y="1019111"/>
                </a:lnTo>
                <a:lnTo>
                  <a:pt x="2248200" y="1009747"/>
                </a:lnTo>
                <a:lnTo>
                  <a:pt x="2225700" y="995731"/>
                </a:lnTo>
                <a:lnTo>
                  <a:pt x="2203200" y="979200"/>
                </a:lnTo>
                <a:lnTo>
                  <a:pt x="2203200" y="979200"/>
                </a:lnTo>
                <a:lnTo>
                  <a:pt x="2180700" y="995731"/>
                </a:lnTo>
                <a:lnTo>
                  <a:pt x="2158200" y="1009747"/>
                </a:lnTo>
                <a:lnTo>
                  <a:pt x="2135700" y="1019111"/>
                </a:lnTo>
                <a:lnTo>
                  <a:pt x="2113200" y="1022400"/>
                </a:lnTo>
                <a:lnTo>
                  <a:pt x="2090700" y="1019111"/>
                </a:lnTo>
                <a:lnTo>
                  <a:pt x="2068200" y="1009747"/>
                </a:lnTo>
                <a:lnTo>
                  <a:pt x="2045700" y="995731"/>
                </a:lnTo>
                <a:lnTo>
                  <a:pt x="2023200" y="979200"/>
                </a:lnTo>
                <a:lnTo>
                  <a:pt x="2023200" y="979200"/>
                </a:lnTo>
                <a:lnTo>
                  <a:pt x="2000700" y="995731"/>
                </a:lnTo>
                <a:lnTo>
                  <a:pt x="1978200" y="1009747"/>
                </a:lnTo>
                <a:lnTo>
                  <a:pt x="1955700" y="1019111"/>
                </a:lnTo>
                <a:lnTo>
                  <a:pt x="1933200" y="1022400"/>
                </a:lnTo>
                <a:lnTo>
                  <a:pt x="1910700" y="1019111"/>
                </a:lnTo>
                <a:lnTo>
                  <a:pt x="1888200" y="1009747"/>
                </a:lnTo>
                <a:lnTo>
                  <a:pt x="1865700" y="995731"/>
                </a:lnTo>
                <a:lnTo>
                  <a:pt x="1843200" y="979200"/>
                </a:lnTo>
                <a:lnTo>
                  <a:pt x="1843200" y="979200"/>
                </a:lnTo>
                <a:lnTo>
                  <a:pt x="1820700" y="995731"/>
                </a:lnTo>
                <a:lnTo>
                  <a:pt x="1798200" y="1009747"/>
                </a:lnTo>
                <a:lnTo>
                  <a:pt x="1775700" y="1019111"/>
                </a:lnTo>
                <a:lnTo>
                  <a:pt x="1753200" y="1022400"/>
                </a:lnTo>
                <a:lnTo>
                  <a:pt x="1730700" y="1019111"/>
                </a:lnTo>
                <a:lnTo>
                  <a:pt x="1708200" y="1009747"/>
                </a:lnTo>
                <a:lnTo>
                  <a:pt x="1685700" y="995731"/>
                </a:lnTo>
                <a:lnTo>
                  <a:pt x="1663200" y="979200"/>
                </a:lnTo>
                <a:lnTo>
                  <a:pt x="1663200" y="979200"/>
                </a:lnTo>
                <a:lnTo>
                  <a:pt x="1640700" y="995731"/>
                </a:lnTo>
                <a:lnTo>
                  <a:pt x="1618200" y="1009747"/>
                </a:lnTo>
                <a:lnTo>
                  <a:pt x="1595700" y="1019111"/>
                </a:lnTo>
                <a:lnTo>
                  <a:pt x="1573200" y="1022400"/>
                </a:lnTo>
                <a:lnTo>
                  <a:pt x="1550700" y="1019111"/>
                </a:lnTo>
                <a:lnTo>
                  <a:pt x="1528200" y="1009747"/>
                </a:lnTo>
                <a:lnTo>
                  <a:pt x="1505700" y="995731"/>
                </a:lnTo>
                <a:lnTo>
                  <a:pt x="1483200" y="979200"/>
                </a:lnTo>
                <a:lnTo>
                  <a:pt x="1483200" y="979200"/>
                </a:lnTo>
                <a:lnTo>
                  <a:pt x="1460700" y="995731"/>
                </a:lnTo>
                <a:lnTo>
                  <a:pt x="1438200" y="1009747"/>
                </a:lnTo>
                <a:lnTo>
                  <a:pt x="1415700" y="1019111"/>
                </a:lnTo>
                <a:lnTo>
                  <a:pt x="1393200" y="1022400"/>
                </a:lnTo>
                <a:lnTo>
                  <a:pt x="1370700" y="1019111"/>
                </a:lnTo>
                <a:lnTo>
                  <a:pt x="1348200" y="1009747"/>
                </a:lnTo>
                <a:lnTo>
                  <a:pt x="1325700" y="995731"/>
                </a:lnTo>
                <a:lnTo>
                  <a:pt x="1303200" y="979200"/>
                </a:lnTo>
                <a:lnTo>
                  <a:pt x="1303200" y="979200"/>
                </a:lnTo>
                <a:lnTo>
                  <a:pt x="1280700" y="995731"/>
                </a:lnTo>
                <a:lnTo>
                  <a:pt x="1258200" y="1009747"/>
                </a:lnTo>
                <a:lnTo>
                  <a:pt x="1235700" y="1019111"/>
                </a:lnTo>
                <a:lnTo>
                  <a:pt x="1213200" y="1022400"/>
                </a:lnTo>
                <a:lnTo>
                  <a:pt x="1190700" y="1019111"/>
                </a:lnTo>
                <a:lnTo>
                  <a:pt x="1168200" y="1009747"/>
                </a:lnTo>
                <a:lnTo>
                  <a:pt x="1145700" y="995731"/>
                </a:lnTo>
                <a:lnTo>
                  <a:pt x="1123200" y="979200"/>
                </a:lnTo>
                <a:lnTo>
                  <a:pt x="1123200" y="979200"/>
                </a:lnTo>
                <a:lnTo>
                  <a:pt x="1100700" y="995731"/>
                </a:lnTo>
                <a:lnTo>
                  <a:pt x="1078200" y="1009747"/>
                </a:lnTo>
                <a:lnTo>
                  <a:pt x="1055700" y="1019111"/>
                </a:lnTo>
                <a:lnTo>
                  <a:pt x="1033200" y="1022400"/>
                </a:lnTo>
                <a:lnTo>
                  <a:pt x="1010700" y="1019111"/>
                </a:lnTo>
                <a:lnTo>
                  <a:pt x="988200" y="1009747"/>
                </a:lnTo>
                <a:lnTo>
                  <a:pt x="965700" y="995731"/>
                </a:lnTo>
                <a:lnTo>
                  <a:pt x="943200" y="979200"/>
                </a:lnTo>
                <a:lnTo>
                  <a:pt x="943200" y="979200"/>
                </a:lnTo>
                <a:lnTo>
                  <a:pt x="920700" y="995731"/>
                </a:lnTo>
                <a:lnTo>
                  <a:pt x="898200" y="1009747"/>
                </a:lnTo>
                <a:lnTo>
                  <a:pt x="875700" y="1019111"/>
                </a:lnTo>
                <a:lnTo>
                  <a:pt x="853200" y="1022400"/>
                </a:lnTo>
                <a:lnTo>
                  <a:pt x="830700" y="1019111"/>
                </a:lnTo>
                <a:lnTo>
                  <a:pt x="808200" y="1009747"/>
                </a:lnTo>
                <a:lnTo>
                  <a:pt x="785700" y="995731"/>
                </a:lnTo>
                <a:lnTo>
                  <a:pt x="763200" y="979200"/>
                </a:lnTo>
                <a:lnTo>
                  <a:pt x="763200" y="979200"/>
                </a:lnTo>
                <a:lnTo>
                  <a:pt x="740700" y="995731"/>
                </a:lnTo>
                <a:lnTo>
                  <a:pt x="718200" y="1009747"/>
                </a:lnTo>
                <a:lnTo>
                  <a:pt x="695700" y="1019111"/>
                </a:lnTo>
                <a:lnTo>
                  <a:pt x="673200" y="1022400"/>
                </a:lnTo>
                <a:lnTo>
                  <a:pt x="650700" y="1019111"/>
                </a:lnTo>
                <a:lnTo>
                  <a:pt x="628200" y="1009747"/>
                </a:lnTo>
                <a:lnTo>
                  <a:pt x="605700" y="995731"/>
                </a:lnTo>
                <a:lnTo>
                  <a:pt x="583200" y="979200"/>
                </a:lnTo>
                <a:lnTo>
                  <a:pt x="583200" y="979200"/>
                </a:lnTo>
                <a:lnTo>
                  <a:pt x="560700" y="995731"/>
                </a:lnTo>
                <a:lnTo>
                  <a:pt x="538200" y="1009747"/>
                </a:lnTo>
                <a:lnTo>
                  <a:pt x="515700" y="1019111"/>
                </a:lnTo>
                <a:lnTo>
                  <a:pt x="493200" y="1022400"/>
                </a:lnTo>
                <a:lnTo>
                  <a:pt x="470700" y="1019111"/>
                </a:lnTo>
                <a:lnTo>
                  <a:pt x="448200" y="1009747"/>
                </a:lnTo>
                <a:lnTo>
                  <a:pt x="425700" y="995731"/>
                </a:lnTo>
                <a:lnTo>
                  <a:pt x="403200" y="979200"/>
                </a:lnTo>
                <a:lnTo>
                  <a:pt x="403200" y="979200"/>
                </a:lnTo>
                <a:lnTo>
                  <a:pt x="380700" y="995731"/>
                </a:lnTo>
                <a:lnTo>
                  <a:pt x="358200" y="1009747"/>
                </a:lnTo>
                <a:lnTo>
                  <a:pt x="335700" y="1019111"/>
                </a:lnTo>
                <a:lnTo>
                  <a:pt x="313200" y="1022400"/>
                </a:lnTo>
                <a:lnTo>
                  <a:pt x="290700" y="1019111"/>
                </a:lnTo>
                <a:lnTo>
                  <a:pt x="268200" y="1009747"/>
                </a:lnTo>
                <a:lnTo>
                  <a:pt x="245700" y="995731"/>
                </a:lnTo>
                <a:lnTo>
                  <a:pt x="223200" y="979200"/>
                </a:lnTo>
                <a:lnTo>
                  <a:pt x="223200" y="979200"/>
                </a:lnTo>
                <a:lnTo>
                  <a:pt x="200700" y="995731"/>
                </a:lnTo>
                <a:lnTo>
                  <a:pt x="178200" y="1009747"/>
                </a:lnTo>
                <a:lnTo>
                  <a:pt x="155700" y="1019111"/>
                </a:lnTo>
                <a:lnTo>
                  <a:pt x="133200" y="1022400"/>
                </a:lnTo>
                <a:lnTo>
                  <a:pt x="110700" y="1019111"/>
                </a:lnTo>
                <a:lnTo>
                  <a:pt x="88200" y="1009747"/>
                </a:lnTo>
                <a:lnTo>
                  <a:pt x="65700" y="995731"/>
                </a:lnTo>
                <a:lnTo>
                  <a:pt x="43200" y="979200"/>
                </a:lnTo>
                <a:lnTo>
                  <a:pt x="43200" y="979200"/>
                </a:lnTo>
                <a:lnTo>
                  <a:pt x="26668" y="955800"/>
                </a:lnTo>
                <a:lnTo>
                  <a:pt x="12652" y="932400"/>
                </a:lnTo>
                <a:lnTo>
                  <a:pt x="3288" y="909000"/>
                </a:lnTo>
                <a:lnTo>
                  <a:pt x="0" y="885600"/>
                </a:lnTo>
                <a:lnTo>
                  <a:pt x="3288" y="862200"/>
                </a:lnTo>
                <a:lnTo>
                  <a:pt x="12652" y="838800"/>
                </a:lnTo>
                <a:lnTo>
                  <a:pt x="26668" y="815400"/>
                </a:lnTo>
                <a:lnTo>
                  <a:pt x="43200" y="792000"/>
                </a:lnTo>
                <a:lnTo>
                  <a:pt x="43200" y="792000"/>
                </a:lnTo>
                <a:lnTo>
                  <a:pt x="26668" y="768600"/>
                </a:lnTo>
                <a:lnTo>
                  <a:pt x="12652" y="745200"/>
                </a:lnTo>
                <a:lnTo>
                  <a:pt x="3288" y="721800"/>
                </a:lnTo>
                <a:lnTo>
                  <a:pt x="0" y="698400"/>
                </a:lnTo>
                <a:lnTo>
                  <a:pt x="3288" y="675000"/>
                </a:lnTo>
                <a:lnTo>
                  <a:pt x="12652" y="651600"/>
                </a:lnTo>
                <a:lnTo>
                  <a:pt x="26668" y="628200"/>
                </a:lnTo>
                <a:lnTo>
                  <a:pt x="43200" y="604800"/>
                </a:lnTo>
                <a:lnTo>
                  <a:pt x="43200" y="604800"/>
                </a:lnTo>
                <a:lnTo>
                  <a:pt x="26668" y="581400"/>
                </a:lnTo>
                <a:lnTo>
                  <a:pt x="12652" y="558000"/>
                </a:lnTo>
                <a:lnTo>
                  <a:pt x="3288" y="534600"/>
                </a:lnTo>
                <a:lnTo>
                  <a:pt x="0" y="511200"/>
                </a:lnTo>
                <a:lnTo>
                  <a:pt x="3288" y="487800"/>
                </a:lnTo>
                <a:lnTo>
                  <a:pt x="12652" y="464400"/>
                </a:lnTo>
                <a:lnTo>
                  <a:pt x="26668" y="441000"/>
                </a:lnTo>
                <a:lnTo>
                  <a:pt x="43200" y="417600"/>
                </a:lnTo>
                <a:lnTo>
                  <a:pt x="43200" y="417600"/>
                </a:lnTo>
                <a:lnTo>
                  <a:pt x="26668" y="394200"/>
                </a:lnTo>
                <a:lnTo>
                  <a:pt x="12652" y="370800"/>
                </a:lnTo>
                <a:lnTo>
                  <a:pt x="3288" y="347400"/>
                </a:lnTo>
                <a:lnTo>
                  <a:pt x="0" y="324000"/>
                </a:lnTo>
                <a:lnTo>
                  <a:pt x="3288" y="300600"/>
                </a:lnTo>
                <a:lnTo>
                  <a:pt x="12652" y="277200"/>
                </a:lnTo>
                <a:lnTo>
                  <a:pt x="26668" y="253800"/>
                </a:lnTo>
                <a:lnTo>
                  <a:pt x="43200" y="230400"/>
                </a:lnTo>
                <a:lnTo>
                  <a:pt x="43200" y="230400"/>
                </a:lnTo>
                <a:lnTo>
                  <a:pt x="26668" y="207000"/>
                </a:lnTo>
                <a:lnTo>
                  <a:pt x="12652" y="183600"/>
                </a:lnTo>
                <a:lnTo>
                  <a:pt x="3288" y="160200"/>
                </a:lnTo>
                <a:lnTo>
                  <a:pt x="0" y="136800"/>
                </a:lnTo>
                <a:lnTo>
                  <a:pt x="3288" y="113400"/>
                </a:lnTo>
                <a:lnTo>
                  <a:pt x="12652" y="90000"/>
                </a:lnTo>
                <a:lnTo>
                  <a:pt x="26668" y="66600"/>
                </a:lnTo>
                <a:lnTo>
                  <a:pt x="43200" y="43200"/>
                </a:lnTo>
                <a:close/>
              </a:path>
            </a:pathLst>
          </a:custGeom>
          <a:noFill/>
          <a:ln w="7620">
            <a:solidFill>
              <a:srgbClr val="A4433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000" y="4572000"/>
            <a:ext cx="13464000" cy="75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  <a:r>
              <a:t>#16  GLASS / HARDWARE  /  Glazier / engineer</a:t>
            </a:r>
          </a:p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  <a:r>
              <a:t>2580 door height leaves 20 vertical allowance. Confirm split, fixed-pane thickness, operating gaps and pivot capacity.</a:t>
            </a:r>
          </a:p>
        </p:txBody>
      </p:sp>
      <p:sp>
        <p:nvSpPr>
          <p:cNvPr id="17" name="Freeform 16"/>
          <p:cNvSpPr/>
          <p:nvPr/>
        </p:nvSpPr>
        <p:spPr>
          <a:xfrm>
            <a:off x="676800" y="5572800"/>
            <a:ext cx="13766400" cy="1022400"/>
          </a:xfrm>
          <a:custGeom>
            <a:avLst/>
            <a:gdLst/>
            <a:ahLst/>
            <a:cxnLst/>
            <a:rect l="l" t="t" r="r" b="b"/>
            <a:pathLst>
              <a:path w="13766400" h="1022400">
                <a:moveTo>
                  <a:pt x="43200" y="43200"/>
                </a:moveTo>
                <a:lnTo>
                  <a:pt x="65700" y="26668"/>
                </a:lnTo>
                <a:lnTo>
                  <a:pt x="88200" y="12652"/>
                </a:lnTo>
                <a:lnTo>
                  <a:pt x="110700" y="3288"/>
                </a:lnTo>
                <a:lnTo>
                  <a:pt x="133200" y="0"/>
                </a:lnTo>
                <a:lnTo>
                  <a:pt x="155700" y="3288"/>
                </a:lnTo>
                <a:lnTo>
                  <a:pt x="178200" y="12652"/>
                </a:lnTo>
                <a:lnTo>
                  <a:pt x="200700" y="26668"/>
                </a:lnTo>
                <a:lnTo>
                  <a:pt x="223200" y="43200"/>
                </a:lnTo>
                <a:lnTo>
                  <a:pt x="223200" y="43200"/>
                </a:lnTo>
                <a:lnTo>
                  <a:pt x="245700" y="26668"/>
                </a:lnTo>
                <a:lnTo>
                  <a:pt x="268200" y="12652"/>
                </a:lnTo>
                <a:lnTo>
                  <a:pt x="290700" y="3288"/>
                </a:lnTo>
                <a:lnTo>
                  <a:pt x="313200" y="0"/>
                </a:lnTo>
                <a:lnTo>
                  <a:pt x="335700" y="3288"/>
                </a:lnTo>
                <a:lnTo>
                  <a:pt x="358200" y="12652"/>
                </a:lnTo>
                <a:lnTo>
                  <a:pt x="380700" y="26668"/>
                </a:lnTo>
                <a:lnTo>
                  <a:pt x="403200" y="43200"/>
                </a:lnTo>
                <a:lnTo>
                  <a:pt x="403200" y="43200"/>
                </a:lnTo>
                <a:lnTo>
                  <a:pt x="425700" y="26668"/>
                </a:lnTo>
                <a:lnTo>
                  <a:pt x="448200" y="12652"/>
                </a:lnTo>
                <a:lnTo>
                  <a:pt x="470700" y="3288"/>
                </a:lnTo>
                <a:lnTo>
                  <a:pt x="493200" y="0"/>
                </a:lnTo>
                <a:lnTo>
                  <a:pt x="515700" y="3288"/>
                </a:lnTo>
                <a:lnTo>
                  <a:pt x="538200" y="12652"/>
                </a:lnTo>
                <a:lnTo>
                  <a:pt x="560700" y="26668"/>
                </a:lnTo>
                <a:lnTo>
                  <a:pt x="583200" y="43200"/>
                </a:lnTo>
                <a:lnTo>
                  <a:pt x="583200" y="43200"/>
                </a:lnTo>
                <a:lnTo>
                  <a:pt x="605700" y="26668"/>
                </a:lnTo>
                <a:lnTo>
                  <a:pt x="628200" y="12652"/>
                </a:lnTo>
                <a:lnTo>
                  <a:pt x="650700" y="3288"/>
                </a:lnTo>
                <a:lnTo>
                  <a:pt x="673200" y="0"/>
                </a:lnTo>
                <a:lnTo>
                  <a:pt x="695700" y="3288"/>
                </a:lnTo>
                <a:lnTo>
                  <a:pt x="718200" y="12652"/>
                </a:lnTo>
                <a:lnTo>
                  <a:pt x="740700" y="26668"/>
                </a:lnTo>
                <a:lnTo>
                  <a:pt x="763200" y="43200"/>
                </a:lnTo>
                <a:lnTo>
                  <a:pt x="763200" y="43200"/>
                </a:lnTo>
                <a:lnTo>
                  <a:pt x="785700" y="26668"/>
                </a:lnTo>
                <a:lnTo>
                  <a:pt x="808200" y="12652"/>
                </a:lnTo>
                <a:lnTo>
                  <a:pt x="830700" y="3288"/>
                </a:lnTo>
                <a:lnTo>
                  <a:pt x="853200" y="0"/>
                </a:lnTo>
                <a:lnTo>
                  <a:pt x="875700" y="3288"/>
                </a:lnTo>
                <a:lnTo>
                  <a:pt x="898200" y="12652"/>
                </a:lnTo>
                <a:lnTo>
                  <a:pt x="920700" y="26668"/>
                </a:lnTo>
                <a:lnTo>
                  <a:pt x="943200" y="43200"/>
                </a:lnTo>
                <a:lnTo>
                  <a:pt x="943200" y="43200"/>
                </a:lnTo>
                <a:lnTo>
                  <a:pt x="965700" y="26668"/>
                </a:lnTo>
                <a:lnTo>
                  <a:pt x="988200" y="12652"/>
                </a:lnTo>
                <a:lnTo>
                  <a:pt x="1010700" y="3288"/>
                </a:lnTo>
                <a:lnTo>
                  <a:pt x="1033200" y="0"/>
                </a:lnTo>
                <a:lnTo>
                  <a:pt x="1055700" y="3288"/>
                </a:lnTo>
                <a:lnTo>
                  <a:pt x="1078200" y="12652"/>
                </a:lnTo>
                <a:lnTo>
                  <a:pt x="1100700" y="26668"/>
                </a:lnTo>
                <a:lnTo>
                  <a:pt x="1123200" y="43200"/>
                </a:lnTo>
                <a:lnTo>
                  <a:pt x="1123200" y="43200"/>
                </a:lnTo>
                <a:lnTo>
                  <a:pt x="1145700" y="26668"/>
                </a:lnTo>
                <a:lnTo>
                  <a:pt x="1168200" y="12652"/>
                </a:lnTo>
                <a:lnTo>
                  <a:pt x="1190700" y="3288"/>
                </a:lnTo>
                <a:lnTo>
                  <a:pt x="1213200" y="0"/>
                </a:lnTo>
                <a:lnTo>
                  <a:pt x="1235700" y="3288"/>
                </a:lnTo>
                <a:lnTo>
                  <a:pt x="1258200" y="12652"/>
                </a:lnTo>
                <a:lnTo>
                  <a:pt x="1280700" y="26668"/>
                </a:lnTo>
                <a:lnTo>
                  <a:pt x="1303200" y="43200"/>
                </a:lnTo>
                <a:lnTo>
                  <a:pt x="1303200" y="43200"/>
                </a:lnTo>
                <a:lnTo>
                  <a:pt x="1325700" y="26668"/>
                </a:lnTo>
                <a:lnTo>
                  <a:pt x="1348200" y="12652"/>
                </a:lnTo>
                <a:lnTo>
                  <a:pt x="1370700" y="3288"/>
                </a:lnTo>
                <a:lnTo>
                  <a:pt x="1393200" y="0"/>
                </a:lnTo>
                <a:lnTo>
                  <a:pt x="1415700" y="3288"/>
                </a:lnTo>
                <a:lnTo>
                  <a:pt x="1438200" y="12652"/>
                </a:lnTo>
                <a:lnTo>
                  <a:pt x="1460700" y="26668"/>
                </a:lnTo>
                <a:lnTo>
                  <a:pt x="1483200" y="43200"/>
                </a:lnTo>
                <a:lnTo>
                  <a:pt x="1483200" y="43200"/>
                </a:lnTo>
                <a:lnTo>
                  <a:pt x="1505700" y="26668"/>
                </a:lnTo>
                <a:lnTo>
                  <a:pt x="1528200" y="12652"/>
                </a:lnTo>
                <a:lnTo>
                  <a:pt x="1550700" y="3288"/>
                </a:lnTo>
                <a:lnTo>
                  <a:pt x="1573200" y="0"/>
                </a:lnTo>
                <a:lnTo>
                  <a:pt x="1595700" y="3288"/>
                </a:lnTo>
                <a:lnTo>
                  <a:pt x="1618200" y="12652"/>
                </a:lnTo>
                <a:lnTo>
                  <a:pt x="1640700" y="26668"/>
                </a:lnTo>
                <a:lnTo>
                  <a:pt x="1663200" y="43200"/>
                </a:lnTo>
                <a:lnTo>
                  <a:pt x="1663200" y="43200"/>
                </a:lnTo>
                <a:lnTo>
                  <a:pt x="1685700" y="26668"/>
                </a:lnTo>
                <a:lnTo>
                  <a:pt x="1708200" y="12652"/>
                </a:lnTo>
                <a:lnTo>
                  <a:pt x="1730700" y="3288"/>
                </a:lnTo>
                <a:lnTo>
                  <a:pt x="1753200" y="0"/>
                </a:lnTo>
                <a:lnTo>
                  <a:pt x="1775700" y="3288"/>
                </a:lnTo>
                <a:lnTo>
                  <a:pt x="1798200" y="12652"/>
                </a:lnTo>
                <a:lnTo>
                  <a:pt x="1820700" y="26668"/>
                </a:lnTo>
                <a:lnTo>
                  <a:pt x="1843200" y="43200"/>
                </a:lnTo>
                <a:lnTo>
                  <a:pt x="1843200" y="43200"/>
                </a:lnTo>
                <a:lnTo>
                  <a:pt x="1865700" y="26668"/>
                </a:lnTo>
                <a:lnTo>
                  <a:pt x="1888200" y="12652"/>
                </a:lnTo>
                <a:lnTo>
                  <a:pt x="1910700" y="3288"/>
                </a:lnTo>
                <a:lnTo>
                  <a:pt x="1933200" y="0"/>
                </a:lnTo>
                <a:lnTo>
                  <a:pt x="1955700" y="3288"/>
                </a:lnTo>
                <a:lnTo>
                  <a:pt x="1978200" y="12652"/>
                </a:lnTo>
                <a:lnTo>
                  <a:pt x="2000700" y="26668"/>
                </a:lnTo>
                <a:lnTo>
                  <a:pt x="2023200" y="43200"/>
                </a:lnTo>
                <a:lnTo>
                  <a:pt x="2023200" y="43200"/>
                </a:lnTo>
                <a:lnTo>
                  <a:pt x="2045700" y="26668"/>
                </a:lnTo>
                <a:lnTo>
                  <a:pt x="2068200" y="12652"/>
                </a:lnTo>
                <a:lnTo>
                  <a:pt x="2090700" y="3288"/>
                </a:lnTo>
                <a:lnTo>
                  <a:pt x="2113200" y="0"/>
                </a:lnTo>
                <a:lnTo>
                  <a:pt x="2135700" y="3288"/>
                </a:lnTo>
                <a:lnTo>
                  <a:pt x="2158200" y="12652"/>
                </a:lnTo>
                <a:lnTo>
                  <a:pt x="2180700" y="26668"/>
                </a:lnTo>
                <a:lnTo>
                  <a:pt x="2203200" y="43200"/>
                </a:lnTo>
                <a:lnTo>
                  <a:pt x="2203200" y="43200"/>
                </a:lnTo>
                <a:lnTo>
                  <a:pt x="2225700" y="26668"/>
                </a:lnTo>
                <a:lnTo>
                  <a:pt x="2248200" y="12652"/>
                </a:lnTo>
                <a:lnTo>
                  <a:pt x="2270700" y="3288"/>
                </a:lnTo>
                <a:lnTo>
                  <a:pt x="2293200" y="0"/>
                </a:lnTo>
                <a:lnTo>
                  <a:pt x="2315700" y="3288"/>
                </a:lnTo>
                <a:lnTo>
                  <a:pt x="2338200" y="12652"/>
                </a:lnTo>
                <a:lnTo>
                  <a:pt x="2360700" y="26668"/>
                </a:lnTo>
                <a:lnTo>
                  <a:pt x="2383200" y="43200"/>
                </a:lnTo>
                <a:lnTo>
                  <a:pt x="2383200" y="43200"/>
                </a:lnTo>
                <a:lnTo>
                  <a:pt x="2405700" y="26668"/>
                </a:lnTo>
                <a:lnTo>
                  <a:pt x="2428200" y="12652"/>
                </a:lnTo>
                <a:lnTo>
                  <a:pt x="2450700" y="3288"/>
                </a:lnTo>
                <a:lnTo>
                  <a:pt x="2473200" y="0"/>
                </a:lnTo>
                <a:lnTo>
                  <a:pt x="2495700" y="3288"/>
                </a:lnTo>
                <a:lnTo>
                  <a:pt x="2518200" y="12652"/>
                </a:lnTo>
                <a:lnTo>
                  <a:pt x="2540700" y="26668"/>
                </a:lnTo>
                <a:lnTo>
                  <a:pt x="2563200" y="43200"/>
                </a:lnTo>
                <a:lnTo>
                  <a:pt x="2563200" y="43200"/>
                </a:lnTo>
                <a:lnTo>
                  <a:pt x="2585700" y="26668"/>
                </a:lnTo>
                <a:lnTo>
                  <a:pt x="2608200" y="12652"/>
                </a:lnTo>
                <a:lnTo>
                  <a:pt x="2630700" y="3288"/>
                </a:lnTo>
                <a:lnTo>
                  <a:pt x="2653200" y="0"/>
                </a:lnTo>
                <a:lnTo>
                  <a:pt x="2675700" y="3288"/>
                </a:lnTo>
                <a:lnTo>
                  <a:pt x="2698200" y="12652"/>
                </a:lnTo>
                <a:lnTo>
                  <a:pt x="2720700" y="26668"/>
                </a:lnTo>
                <a:lnTo>
                  <a:pt x="2743200" y="43200"/>
                </a:lnTo>
                <a:lnTo>
                  <a:pt x="2743200" y="43200"/>
                </a:lnTo>
                <a:lnTo>
                  <a:pt x="2765700" y="26668"/>
                </a:lnTo>
                <a:lnTo>
                  <a:pt x="2788200" y="12652"/>
                </a:lnTo>
                <a:lnTo>
                  <a:pt x="2810700" y="3288"/>
                </a:lnTo>
                <a:lnTo>
                  <a:pt x="2833200" y="0"/>
                </a:lnTo>
                <a:lnTo>
                  <a:pt x="2855700" y="3288"/>
                </a:lnTo>
                <a:lnTo>
                  <a:pt x="2878200" y="12652"/>
                </a:lnTo>
                <a:lnTo>
                  <a:pt x="2900700" y="26668"/>
                </a:lnTo>
                <a:lnTo>
                  <a:pt x="2923200" y="43200"/>
                </a:lnTo>
                <a:lnTo>
                  <a:pt x="2923200" y="43200"/>
                </a:lnTo>
                <a:lnTo>
                  <a:pt x="2945700" y="26668"/>
                </a:lnTo>
                <a:lnTo>
                  <a:pt x="2968200" y="12652"/>
                </a:lnTo>
                <a:lnTo>
                  <a:pt x="2990700" y="3288"/>
                </a:lnTo>
                <a:lnTo>
                  <a:pt x="3013200" y="0"/>
                </a:lnTo>
                <a:lnTo>
                  <a:pt x="3035700" y="3288"/>
                </a:lnTo>
                <a:lnTo>
                  <a:pt x="3058200" y="12652"/>
                </a:lnTo>
                <a:lnTo>
                  <a:pt x="3080700" y="26668"/>
                </a:lnTo>
                <a:lnTo>
                  <a:pt x="3103200" y="43200"/>
                </a:lnTo>
                <a:lnTo>
                  <a:pt x="3103200" y="43200"/>
                </a:lnTo>
                <a:lnTo>
                  <a:pt x="3125700" y="26668"/>
                </a:lnTo>
                <a:lnTo>
                  <a:pt x="3148200" y="12652"/>
                </a:lnTo>
                <a:lnTo>
                  <a:pt x="3170700" y="3288"/>
                </a:lnTo>
                <a:lnTo>
                  <a:pt x="3193200" y="0"/>
                </a:lnTo>
                <a:lnTo>
                  <a:pt x="3215700" y="3288"/>
                </a:lnTo>
                <a:lnTo>
                  <a:pt x="3238200" y="12652"/>
                </a:lnTo>
                <a:lnTo>
                  <a:pt x="3260700" y="26668"/>
                </a:lnTo>
                <a:lnTo>
                  <a:pt x="3283200" y="43200"/>
                </a:lnTo>
                <a:lnTo>
                  <a:pt x="3283200" y="43200"/>
                </a:lnTo>
                <a:lnTo>
                  <a:pt x="3305700" y="26668"/>
                </a:lnTo>
                <a:lnTo>
                  <a:pt x="3328200" y="12652"/>
                </a:lnTo>
                <a:lnTo>
                  <a:pt x="3350700" y="3288"/>
                </a:lnTo>
                <a:lnTo>
                  <a:pt x="3373200" y="0"/>
                </a:lnTo>
                <a:lnTo>
                  <a:pt x="3395700" y="3288"/>
                </a:lnTo>
                <a:lnTo>
                  <a:pt x="3418200" y="12652"/>
                </a:lnTo>
                <a:lnTo>
                  <a:pt x="3440700" y="26668"/>
                </a:lnTo>
                <a:lnTo>
                  <a:pt x="3463200" y="43200"/>
                </a:lnTo>
                <a:lnTo>
                  <a:pt x="3463200" y="43200"/>
                </a:lnTo>
                <a:lnTo>
                  <a:pt x="3485700" y="26668"/>
                </a:lnTo>
                <a:lnTo>
                  <a:pt x="3508200" y="12652"/>
                </a:lnTo>
                <a:lnTo>
                  <a:pt x="3530699" y="3288"/>
                </a:lnTo>
                <a:lnTo>
                  <a:pt x="3553200" y="0"/>
                </a:lnTo>
                <a:lnTo>
                  <a:pt x="3575700" y="3288"/>
                </a:lnTo>
                <a:lnTo>
                  <a:pt x="3598200" y="12652"/>
                </a:lnTo>
                <a:lnTo>
                  <a:pt x="3620700" y="26668"/>
                </a:lnTo>
                <a:lnTo>
                  <a:pt x="3643200" y="43200"/>
                </a:lnTo>
                <a:lnTo>
                  <a:pt x="3643200" y="43200"/>
                </a:lnTo>
                <a:lnTo>
                  <a:pt x="3665699" y="26668"/>
                </a:lnTo>
                <a:lnTo>
                  <a:pt x="3688200" y="12652"/>
                </a:lnTo>
                <a:lnTo>
                  <a:pt x="3710700" y="3288"/>
                </a:lnTo>
                <a:lnTo>
                  <a:pt x="3733200" y="0"/>
                </a:lnTo>
                <a:lnTo>
                  <a:pt x="3755700" y="3288"/>
                </a:lnTo>
                <a:lnTo>
                  <a:pt x="3778200" y="12652"/>
                </a:lnTo>
                <a:lnTo>
                  <a:pt x="3800699" y="26668"/>
                </a:lnTo>
                <a:lnTo>
                  <a:pt x="3823200" y="43200"/>
                </a:lnTo>
                <a:lnTo>
                  <a:pt x="3823200" y="43200"/>
                </a:lnTo>
                <a:lnTo>
                  <a:pt x="3845700" y="26668"/>
                </a:lnTo>
                <a:lnTo>
                  <a:pt x="3868200" y="12652"/>
                </a:lnTo>
                <a:lnTo>
                  <a:pt x="3890700" y="3288"/>
                </a:lnTo>
                <a:lnTo>
                  <a:pt x="3913200" y="0"/>
                </a:lnTo>
                <a:lnTo>
                  <a:pt x="3935700" y="3288"/>
                </a:lnTo>
                <a:lnTo>
                  <a:pt x="3958200" y="12652"/>
                </a:lnTo>
                <a:lnTo>
                  <a:pt x="3980700" y="26668"/>
                </a:lnTo>
                <a:lnTo>
                  <a:pt x="4003200" y="43200"/>
                </a:lnTo>
                <a:lnTo>
                  <a:pt x="4003200" y="43200"/>
                </a:lnTo>
                <a:lnTo>
                  <a:pt x="4025700" y="26668"/>
                </a:lnTo>
                <a:lnTo>
                  <a:pt x="4048200" y="12652"/>
                </a:lnTo>
                <a:lnTo>
                  <a:pt x="4070700" y="3288"/>
                </a:lnTo>
                <a:lnTo>
                  <a:pt x="4093200" y="0"/>
                </a:lnTo>
                <a:lnTo>
                  <a:pt x="4115700" y="3288"/>
                </a:lnTo>
                <a:lnTo>
                  <a:pt x="4138200" y="12652"/>
                </a:lnTo>
                <a:lnTo>
                  <a:pt x="4160700" y="26668"/>
                </a:lnTo>
                <a:lnTo>
                  <a:pt x="4183200" y="43200"/>
                </a:lnTo>
                <a:lnTo>
                  <a:pt x="4183200" y="43200"/>
                </a:lnTo>
                <a:lnTo>
                  <a:pt x="4205700" y="26668"/>
                </a:lnTo>
                <a:lnTo>
                  <a:pt x="4228200" y="12652"/>
                </a:lnTo>
                <a:lnTo>
                  <a:pt x="4250700" y="3288"/>
                </a:lnTo>
                <a:lnTo>
                  <a:pt x="4273200" y="0"/>
                </a:lnTo>
                <a:lnTo>
                  <a:pt x="4295700" y="3288"/>
                </a:lnTo>
                <a:lnTo>
                  <a:pt x="4318200" y="12652"/>
                </a:lnTo>
                <a:lnTo>
                  <a:pt x="4340700" y="26668"/>
                </a:lnTo>
                <a:lnTo>
                  <a:pt x="4363200" y="43200"/>
                </a:lnTo>
                <a:lnTo>
                  <a:pt x="4363200" y="43200"/>
                </a:lnTo>
                <a:lnTo>
                  <a:pt x="4385700" y="26668"/>
                </a:lnTo>
                <a:lnTo>
                  <a:pt x="4408200" y="12652"/>
                </a:lnTo>
                <a:lnTo>
                  <a:pt x="4430700" y="3288"/>
                </a:lnTo>
                <a:lnTo>
                  <a:pt x="4453200" y="0"/>
                </a:lnTo>
                <a:lnTo>
                  <a:pt x="4475700" y="3288"/>
                </a:lnTo>
                <a:lnTo>
                  <a:pt x="4498200" y="12652"/>
                </a:lnTo>
                <a:lnTo>
                  <a:pt x="4520700" y="26668"/>
                </a:lnTo>
                <a:lnTo>
                  <a:pt x="4543200" y="43200"/>
                </a:lnTo>
                <a:lnTo>
                  <a:pt x="4543200" y="43200"/>
                </a:lnTo>
                <a:lnTo>
                  <a:pt x="4565700" y="26668"/>
                </a:lnTo>
                <a:lnTo>
                  <a:pt x="4588200" y="12652"/>
                </a:lnTo>
                <a:lnTo>
                  <a:pt x="4610700" y="3288"/>
                </a:lnTo>
                <a:lnTo>
                  <a:pt x="4633200" y="0"/>
                </a:lnTo>
                <a:lnTo>
                  <a:pt x="4655700" y="3288"/>
                </a:lnTo>
                <a:lnTo>
                  <a:pt x="4678200" y="12652"/>
                </a:lnTo>
                <a:lnTo>
                  <a:pt x="4700700" y="26668"/>
                </a:lnTo>
                <a:lnTo>
                  <a:pt x="4723200" y="43200"/>
                </a:lnTo>
                <a:lnTo>
                  <a:pt x="4723200" y="43200"/>
                </a:lnTo>
                <a:lnTo>
                  <a:pt x="4745700" y="26668"/>
                </a:lnTo>
                <a:lnTo>
                  <a:pt x="4768200" y="12652"/>
                </a:lnTo>
                <a:lnTo>
                  <a:pt x="4790700" y="3288"/>
                </a:lnTo>
                <a:lnTo>
                  <a:pt x="4813200" y="0"/>
                </a:lnTo>
                <a:lnTo>
                  <a:pt x="4835700" y="3288"/>
                </a:lnTo>
                <a:lnTo>
                  <a:pt x="4858200" y="12652"/>
                </a:lnTo>
                <a:lnTo>
                  <a:pt x="4880700" y="26668"/>
                </a:lnTo>
                <a:lnTo>
                  <a:pt x="4903200" y="43200"/>
                </a:lnTo>
                <a:lnTo>
                  <a:pt x="4903200" y="43200"/>
                </a:lnTo>
                <a:lnTo>
                  <a:pt x="4925700" y="26668"/>
                </a:lnTo>
                <a:lnTo>
                  <a:pt x="4948200" y="12652"/>
                </a:lnTo>
                <a:lnTo>
                  <a:pt x="4970700" y="3288"/>
                </a:lnTo>
                <a:lnTo>
                  <a:pt x="4993200" y="0"/>
                </a:lnTo>
                <a:lnTo>
                  <a:pt x="5015700" y="3288"/>
                </a:lnTo>
                <a:lnTo>
                  <a:pt x="5038200" y="12652"/>
                </a:lnTo>
                <a:lnTo>
                  <a:pt x="5060700" y="26668"/>
                </a:lnTo>
                <a:lnTo>
                  <a:pt x="5083200" y="43200"/>
                </a:lnTo>
                <a:lnTo>
                  <a:pt x="5083200" y="43200"/>
                </a:lnTo>
                <a:lnTo>
                  <a:pt x="5105700" y="26668"/>
                </a:lnTo>
                <a:lnTo>
                  <a:pt x="5128200" y="12652"/>
                </a:lnTo>
                <a:lnTo>
                  <a:pt x="5150700" y="3288"/>
                </a:lnTo>
                <a:lnTo>
                  <a:pt x="5173200" y="0"/>
                </a:lnTo>
                <a:lnTo>
                  <a:pt x="5195700" y="3288"/>
                </a:lnTo>
                <a:lnTo>
                  <a:pt x="5218200" y="12652"/>
                </a:lnTo>
                <a:lnTo>
                  <a:pt x="5240700" y="26668"/>
                </a:lnTo>
                <a:lnTo>
                  <a:pt x="5263200" y="43200"/>
                </a:lnTo>
                <a:lnTo>
                  <a:pt x="5263200" y="43200"/>
                </a:lnTo>
                <a:lnTo>
                  <a:pt x="5285700" y="26668"/>
                </a:lnTo>
                <a:lnTo>
                  <a:pt x="5308200" y="12652"/>
                </a:lnTo>
                <a:lnTo>
                  <a:pt x="5330700" y="3288"/>
                </a:lnTo>
                <a:lnTo>
                  <a:pt x="5353200" y="0"/>
                </a:lnTo>
                <a:lnTo>
                  <a:pt x="5375700" y="3288"/>
                </a:lnTo>
                <a:lnTo>
                  <a:pt x="5398200" y="12652"/>
                </a:lnTo>
                <a:lnTo>
                  <a:pt x="5420700" y="26668"/>
                </a:lnTo>
                <a:lnTo>
                  <a:pt x="5443200" y="43200"/>
                </a:lnTo>
                <a:lnTo>
                  <a:pt x="5443200" y="43200"/>
                </a:lnTo>
                <a:lnTo>
                  <a:pt x="5465700" y="26668"/>
                </a:lnTo>
                <a:lnTo>
                  <a:pt x="5488200" y="12652"/>
                </a:lnTo>
                <a:lnTo>
                  <a:pt x="5510700" y="3288"/>
                </a:lnTo>
                <a:lnTo>
                  <a:pt x="5533200" y="0"/>
                </a:lnTo>
                <a:lnTo>
                  <a:pt x="5555700" y="3288"/>
                </a:lnTo>
                <a:lnTo>
                  <a:pt x="5578200" y="12652"/>
                </a:lnTo>
                <a:lnTo>
                  <a:pt x="5600700" y="26668"/>
                </a:lnTo>
                <a:lnTo>
                  <a:pt x="5623200" y="43200"/>
                </a:lnTo>
                <a:lnTo>
                  <a:pt x="5623200" y="43200"/>
                </a:lnTo>
                <a:lnTo>
                  <a:pt x="5645700" y="26668"/>
                </a:lnTo>
                <a:lnTo>
                  <a:pt x="5668200" y="12652"/>
                </a:lnTo>
                <a:lnTo>
                  <a:pt x="5690700" y="3288"/>
                </a:lnTo>
                <a:lnTo>
                  <a:pt x="5713200" y="0"/>
                </a:lnTo>
                <a:lnTo>
                  <a:pt x="5735700" y="3288"/>
                </a:lnTo>
                <a:lnTo>
                  <a:pt x="5758200" y="12652"/>
                </a:lnTo>
                <a:lnTo>
                  <a:pt x="5780700" y="26668"/>
                </a:lnTo>
                <a:lnTo>
                  <a:pt x="5803200" y="43200"/>
                </a:lnTo>
                <a:lnTo>
                  <a:pt x="5803200" y="43200"/>
                </a:lnTo>
                <a:lnTo>
                  <a:pt x="5825700" y="26668"/>
                </a:lnTo>
                <a:lnTo>
                  <a:pt x="5848200" y="12652"/>
                </a:lnTo>
                <a:lnTo>
                  <a:pt x="5870700" y="3288"/>
                </a:lnTo>
                <a:lnTo>
                  <a:pt x="5893200" y="0"/>
                </a:lnTo>
                <a:lnTo>
                  <a:pt x="5915700" y="3288"/>
                </a:lnTo>
                <a:lnTo>
                  <a:pt x="5938200" y="12652"/>
                </a:lnTo>
                <a:lnTo>
                  <a:pt x="5960700" y="26668"/>
                </a:lnTo>
                <a:lnTo>
                  <a:pt x="5983200" y="43200"/>
                </a:lnTo>
                <a:lnTo>
                  <a:pt x="5983200" y="43200"/>
                </a:lnTo>
                <a:lnTo>
                  <a:pt x="6005700" y="26668"/>
                </a:lnTo>
                <a:lnTo>
                  <a:pt x="6028200" y="12652"/>
                </a:lnTo>
                <a:lnTo>
                  <a:pt x="6050700" y="3288"/>
                </a:lnTo>
                <a:lnTo>
                  <a:pt x="6073200" y="0"/>
                </a:lnTo>
                <a:lnTo>
                  <a:pt x="6095700" y="3288"/>
                </a:lnTo>
                <a:lnTo>
                  <a:pt x="6118200" y="12652"/>
                </a:lnTo>
                <a:lnTo>
                  <a:pt x="6140700" y="26668"/>
                </a:lnTo>
                <a:lnTo>
                  <a:pt x="6163200" y="43200"/>
                </a:lnTo>
                <a:lnTo>
                  <a:pt x="6163200" y="43200"/>
                </a:lnTo>
                <a:lnTo>
                  <a:pt x="6185700" y="26668"/>
                </a:lnTo>
                <a:lnTo>
                  <a:pt x="6208200" y="12652"/>
                </a:lnTo>
                <a:lnTo>
                  <a:pt x="6230700" y="3288"/>
                </a:lnTo>
                <a:lnTo>
                  <a:pt x="6253200" y="0"/>
                </a:lnTo>
                <a:lnTo>
                  <a:pt x="6275700" y="3288"/>
                </a:lnTo>
                <a:lnTo>
                  <a:pt x="6298200" y="12652"/>
                </a:lnTo>
                <a:lnTo>
                  <a:pt x="6320700" y="26668"/>
                </a:lnTo>
                <a:lnTo>
                  <a:pt x="6343200" y="43200"/>
                </a:lnTo>
                <a:lnTo>
                  <a:pt x="6343200" y="43200"/>
                </a:lnTo>
                <a:lnTo>
                  <a:pt x="6365700" y="26668"/>
                </a:lnTo>
                <a:lnTo>
                  <a:pt x="6388200" y="12652"/>
                </a:lnTo>
                <a:lnTo>
                  <a:pt x="6410700" y="3288"/>
                </a:lnTo>
                <a:lnTo>
                  <a:pt x="6433200" y="0"/>
                </a:lnTo>
                <a:lnTo>
                  <a:pt x="6455700" y="3288"/>
                </a:lnTo>
                <a:lnTo>
                  <a:pt x="6478200" y="12652"/>
                </a:lnTo>
                <a:lnTo>
                  <a:pt x="6500700" y="26668"/>
                </a:lnTo>
                <a:lnTo>
                  <a:pt x="6523200" y="43200"/>
                </a:lnTo>
                <a:lnTo>
                  <a:pt x="6523200" y="43200"/>
                </a:lnTo>
                <a:lnTo>
                  <a:pt x="6545700" y="26668"/>
                </a:lnTo>
                <a:lnTo>
                  <a:pt x="6568200" y="12652"/>
                </a:lnTo>
                <a:lnTo>
                  <a:pt x="6590700" y="3288"/>
                </a:lnTo>
                <a:lnTo>
                  <a:pt x="6613200" y="0"/>
                </a:lnTo>
                <a:lnTo>
                  <a:pt x="6635700" y="3288"/>
                </a:lnTo>
                <a:lnTo>
                  <a:pt x="6658200" y="12652"/>
                </a:lnTo>
                <a:lnTo>
                  <a:pt x="6680700" y="26668"/>
                </a:lnTo>
                <a:lnTo>
                  <a:pt x="6703200" y="43200"/>
                </a:lnTo>
                <a:lnTo>
                  <a:pt x="6703200" y="43200"/>
                </a:lnTo>
                <a:lnTo>
                  <a:pt x="6725700" y="26668"/>
                </a:lnTo>
                <a:lnTo>
                  <a:pt x="6748200" y="12652"/>
                </a:lnTo>
                <a:lnTo>
                  <a:pt x="6770700" y="3288"/>
                </a:lnTo>
                <a:lnTo>
                  <a:pt x="6793200" y="0"/>
                </a:lnTo>
                <a:lnTo>
                  <a:pt x="6815700" y="3288"/>
                </a:lnTo>
                <a:lnTo>
                  <a:pt x="6838200" y="12652"/>
                </a:lnTo>
                <a:lnTo>
                  <a:pt x="6860700" y="26668"/>
                </a:lnTo>
                <a:lnTo>
                  <a:pt x="6883200" y="43200"/>
                </a:lnTo>
                <a:lnTo>
                  <a:pt x="6883200" y="43200"/>
                </a:lnTo>
                <a:lnTo>
                  <a:pt x="6905700" y="26668"/>
                </a:lnTo>
                <a:lnTo>
                  <a:pt x="6928200" y="12652"/>
                </a:lnTo>
                <a:lnTo>
                  <a:pt x="6950700" y="3288"/>
                </a:lnTo>
                <a:lnTo>
                  <a:pt x="6973200" y="0"/>
                </a:lnTo>
                <a:lnTo>
                  <a:pt x="6995700" y="3288"/>
                </a:lnTo>
                <a:lnTo>
                  <a:pt x="7018199" y="12652"/>
                </a:lnTo>
                <a:lnTo>
                  <a:pt x="7040700" y="26668"/>
                </a:lnTo>
                <a:lnTo>
                  <a:pt x="7063200" y="43200"/>
                </a:lnTo>
                <a:lnTo>
                  <a:pt x="7063200" y="43200"/>
                </a:lnTo>
                <a:lnTo>
                  <a:pt x="7085700" y="26668"/>
                </a:lnTo>
                <a:lnTo>
                  <a:pt x="7108200" y="12652"/>
                </a:lnTo>
                <a:lnTo>
                  <a:pt x="7130699" y="3288"/>
                </a:lnTo>
                <a:lnTo>
                  <a:pt x="7153200" y="0"/>
                </a:lnTo>
                <a:lnTo>
                  <a:pt x="7175700" y="3288"/>
                </a:lnTo>
                <a:lnTo>
                  <a:pt x="7198200" y="12652"/>
                </a:lnTo>
                <a:lnTo>
                  <a:pt x="7220700" y="26668"/>
                </a:lnTo>
                <a:lnTo>
                  <a:pt x="7243200" y="43200"/>
                </a:lnTo>
                <a:lnTo>
                  <a:pt x="7243200" y="43200"/>
                </a:lnTo>
                <a:lnTo>
                  <a:pt x="7265700" y="26668"/>
                </a:lnTo>
                <a:lnTo>
                  <a:pt x="7288199" y="12652"/>
                </a:lnTo>
                <a:lnTo>
                  <a:pt x="7310700" y="3288"/>
                </a:lnTo>
                <a:lnTo>
                  <a:pt x="7333200" y="0"/>
                </a:lnTo>
                <a:lnTo>
                  <a:pt x="7355700" y="3288"/>
                </a:lnTo>
                <a:lnTo>
                  <a:pt x="7378200" y="12652"/>
                </a:lnTo>
                <a:lnTo>
                  <a:pt x="7400700" y="26668"/>
                </a:lnTo>
                <a:lnTo>
                  <a:pt x="7423200" y="43200"/>
                </a:lnTo>
                <a:lnTo>
                  <a:pt x="7423200" y="43200"/>
                </a:lnTo>
                <a:lnTo>
                  <a:pt x="7445699" y="26668"/>
                </a:lnTo>
                <a:lnTo>
                  <a:pt x="7468200" y="12652"/>
                </a:lnTo>
                <a:lnTo>
                  <a:pt x="7490700" y="3288"/>
                </a:lnTo>
                <a:lnTo>
                  <a:pt x="7513200" y="0"/>
                </a:lnTo>
                <a:lnTo>
                  <a:pt x="7535700" y="3288"/>
                </a:lnTo>
                <a:lnTo>
                  <a:pt x="7558199" y="12652"/>
                </a:lnTo>
                <a:lnTo>
                  <a:pt x="7580700" y="26668"/>
                </a:lnTo>
                <a:lnTo>
                  <a:pt x="7603200" y="43200"/>
                </a:lnTo>
                <a:lnTo>
                  <a:pt x="7603200" y="43200"/>
                </a:lnTo>
                <a:lnTo>
                  <a:pt x="7625700" y="26668"/>
                </a:lnTo>
                <a:lnTo>
                  <a:pt x="7648200" y="12652"/>
                </a:lnTo>
                <a:lnTo>
                  <a:pt x="7670700" y="3288"/>
                </a:lnTo>
                <a:lnTo>
                  <a:pt x="7693200" y="0"/>
                </a:lnTo>
                <a:lnTo>
                  <a:pt x="7715699" y="3288"/>
                </a:lnTo>
                <a:lnTo>
                  <a:pt x="7738200" y="12652"/>
                </a:lnTo>
                <a:lnTo>
                  <a:pt x="7760700" y="26668"/>
                </a:lnTo>
                <a:lnTo>
                  <a:pt x="7783200" y="43200"/>
                </a:lnTo>
                <a:lnTo>
                  <a:pt x="7783200" y="43200"/>
                </a:lnTo>
                <a:lnTo>
                  <a:pt x="7805700" y="26668"/>
                </a:lnTo>
                <a:lnTo>
                  <a:pt x="7828200" y="12652"/>
                </a:lnTo>
                <a:lnTo>
                  <a:pt x="7850700" y="3288"/>
                </a:lnTo>
                <a:lnTo>
                  <a:pt x="7873199" y="0"/>
                </a:lnTo>
                <a:lnTo>
                  <a:pt x="7895700" y="3288"/>
                </a:lnTo>
                <a:lnTo>
                  <a:pt x="7918200" y="12652"/>
                </a:lnTo>
                <a:lnTo>
                  <a:pt x="7940700" y="26668"/>
                </a:lnTo>
                <a:lnTo>
                  <a:pt x="7963200" y="43200"/>
                </a:lnTo>
                <a:lnTo>
                  <a:pt x="7963200" y="43200"/>
                </a:lnTo>
                <a:lnTo>
                  <a:pt x="7985699" y="26668"/>
                </a:lnTo>
                <a:lnTo>
                  <a:pt x="8008200" y="12652"/>
                </a:lnTo>
                <a:lnTo>
                  <a:pt x="8030700" y="3288"/>
                </a:lnTo>
                <a:lnTo>
                  <a:pt x="8053200" y="0"/>
                </a:lnTo>
                <a:lnTo>
                  <a:pt x="8075700" y="3288"/>
                </a:lnTo>
                <a:lnTo>
                  <a:pt x="8098200" y="12652"/>
                </a:lnTo>
                <a:lnTo>
                  <a:pt x="8120700" y="26668"/>
                </a:lnTo>
                <a:lnTo>
                  <a:pt x="8143199" y="43200"/>
                </a:lnTo>
                <a:lnTo>
                  <a:pt x="8143199" y="43200"/>
                </a:lnTo>
                <a:lnTo>
                  <a:pt x="8165700" y="26668"/>
                </a:lnTo>
                <a:lnTo>
                  <a:pt x="8188200" y="12652"/>
                </a:lnTo>
                <a:lnTo>
                  <a:pt x="8210700" y="3288"/>
                </a:lnTo>
                <a:lnTo>
                  <a:pt x="8233200" y="0"/>
                </a:lnTo>
                <a:lnTo>
                  <a:pt x="8255700" y="3288"/>
                </a:lnTo>
                <a:lnTo>
                  <a:pt x="8278200" y="12652"/>
                </a:lnTo>
                <a:lnTo>
                  <a:pt x="8300699" y="26668"/>
                </a:lnTo>
                <a:lnTo>
                  <a:pt x="8323200" y="43200"/>
                </a:lnTo>
                <a:lnTo>
                  <a:pt x="8323200" y="43200"/>
                </a:lnTo>
                <a:lnTo>
                  <a:pt x="8345700" y="26668"/>
                </a:lnTo>
                <a:lnTo>
                  <a:pt x="8368200" y="12652"/>
                </a:lnTo>
                <a:lnTo>
                  <a:pt x="8390700" y="3288"/>
                </a:lnTo>
                <a:lnTo>
                  <a:pt x="8413199" y="0"/>
                </a:lnTo>
                <a:lnTo>
                  <a:pt x="8435700" y="3288"/>
                </a:lnTo>
                <a:lnTo>
                  <a:pt x="8458200" y="12652"/>
                </a:lnTo>
                <a:lnTo>
                  <a:pt x="8480700" y="26668"/>
                </a:lnTo>
                <a:lnTo>
                  <a:pt x="8503200" y="43200"/>
                </a:lnTo>
                <a:lnTo>
                  <a:pt x="8503200" y="43200"/>
                </a:lnTo>
                <a:lnTo>
                  <a:pt x="8525700" y="26668"/>
                </a:lnTo>
                <a:lnTo>
                  <a:pt x="8548200" y="12652"/>
                </a:lnTo>
                <a:lnTo>
                  <a:pt x="8570700" y="3288"/>
                </a:lnTo>
                <a:lnTo>
                  <a:pt x="8593200" y="0"/>
                </a:lnTo>
                <a:lnTo>
                  <a:pt x="8615700" y="3288"/>
                </a:lnTo>
                <a:lnTo>
                  <a:pt x="8638200" y="12652"/>
                </a:lnTo>
                <a:lnTo>
                  <a:pt x="8660700" y="26668"/>
                </a:lnTo>
                <a:lnTo>
                  <a:pt x="8683200" y="43200"/>
                </a:lnTo>
                <a:lnTo>
                  <a:pt x="8683200" y="43200"/>
                </a:lnTo>
                <a:lnTo>
                  <a:pt x="8705700" y="26668"/>
                </a:lnTo>
                <a:lnTo>
                  <a:pt x="8728200" y="12652"/>
                </a:lnTo>
                <a:lnTo>
                  <a:pt x="8750700" y="3288"/>
                </a:lnTo>
                <a:lnTo>
                  <a:pt x="8773200" y="0"/>
                </a:lnTo>
                <a:lnTo>
                  <a:pt x="8795700" y="3288"/>
                </a:lnTo>
                <a:lnTo>
                  <a:pt x="8818200" y="12652"/>
                </a:lnTo>
                <a:lnTo>
                  <a:pt x="8840700" y="26668"/>
                </a:lnTo>
                <a:lnTo>
                  <a:pt x="8863200" y="43200"/>
                </a:lnTo>
                <a:lnTo>
                  <a:pt x="8863200" y="43200"/>
                </a:lnTo>
                <a:lnTo>
                  <a:pt x="8885700" y="26668"/>
                </a:lnTo>
                <a:lnTo>
                  <a:pt x="8908200" y="12652"/>
                </a:lnTo>
                <a:lnTo>
                  <a:pt x="8930700" y="3288"/>
                </a:lnTo>
                <a:lnTo>
                  <a:pt x="8953200" y="0"/>
                </a:lnTo>
                <a:lnTo>
                  <a:pt x="8975700" y="3288"/>
                </a:lnTo>
                <a:lnTo>
                  <a:pt x="8998200" y="12652"/>
                </a:lnTo>
                <a:lnTo>
                  <a:pt x="9020700" y="26668"/>
                </a:lnTo>
                <a:lnTo>
                  <a:pt x="9043200" y="43200"/>
                </a:lnTo>
                <a:lnTo>
                  <a:pt x="9043200" y="43200"/>
                </a:lnTo>
                <a:lnTo>
                  <a:pt x="9065700" y="26668"/>
                </a:lnTo>
                <a:lnTo>
                  <a:pt x="9088200" y="12652"/>
                </a:lnTo>
                <a:lnTo>
                  <a:pt x="9110700" y="3288"/>
                </a:lnTo>
                <a:lnTo>
                  <a:pt x="9133200" y="0"/>
                </a:lnTo>
                <a:lnTo>
                  <a:pt x="9155700" y="3288"/>
                </a:lnTo>
                <a:lnTo>
                  <a:pt x="9178200" y="12652"/>
                </a:lnTo>
                <a:lnTo>
                  <a:pt x="9200700" y="26668"/>
                </a:lnTo>
                <a:lnTo>
                  <a:pt x="9223200" y="43200"/>
                </a:lnTo>
                <a:lnTo>
                  <a:pt x="9223200" y="43200"/>
                </a:lnTo>
                <a:lnTo>
                  <a:pt x="9245700" y="26668"/>
                </a:lnTo>
                <a:lnTo>
                  <a:pt x="9268200" y="12652"/>
                </a:lnTo>
                <a:lnTo>
                  <a:pt x="9290700" y="3288"/>
                </a:lnTo>
                <a:lnTo>
                  <a:pt x="9313200" y="0"/>
                </a:lnTo>
                <a:lnTo>
                  <a:pt x="9335700" y="3288"/>
                </a:lnTo>
                <a:lnTo>
                  <a:pt x="9358200" y="12652"/>
                </a:lnTo>
                <a:lnTo>
                  <a:pt x="9380700" y="26668"/>
                </a:lnTo>
                <a:lnTo>
                  <a:pt x="9403200" y="43200"/>
                </a:lnTo>
                <a:lnTo>
                  <a:pt x="9403200" y="43200"/>
                </a:lnTo>
                <a:lnTo>
                  <a:pt x="9425700" y="26668"/>
                </a:lnTo>
                <a:lnTo>
                  <a:pt x="9448200" y="12652"/>
                </a:lnTo>
                <a:lnTo>
                  <a:pt x="9470700" y="3288"/>
                </a:lnTo>
                <a:lnTo>
                  <a:pt x="9493200" y="0"/>
                </a:lnTo>
                <a:lnTo>
                  <a:pt x="9515700" y="3288"/>
                </a:lnTo>
                <a:lnTo>
                  <a:pt x="9538200" y="12652"/>
                </a:lnTo>
                <a:lnTo>
                  <a:pt x="9560700" y="26668"/>
                </a:lnTo>
                <a:lnTo>
                  <a:pt x="9583200" y="43200"/>
                </a:lnTo>
                <a:lnTo>
                  <a:pt x="9583200" y="43200"/>
                </a:lnTo>
                <a:lnTo>
                  <a:pt x="9605700" y="26668"/>
                </a:lnTo>
                <a:lnTo>
                  <a:pt x="9628200" y="12652"/>
                </a:lnTo>
                <a:lnTo>
                  <a:pt x="9650700" y="3288"/>
                </a:lnTo>
                <a:lnTo>
                  <a:pt x="9673200" y="0"/>
                </a:lnTo>
                <a:lnTo>
                  <a:pt x="9695700" y="3288"/>
                </a:lnTo>
                <a:lnTo>
                  <a:pt x="9718200" y="12652"/>
                </a:lnTo>
                <a:lnTo>
                  <a:pt x="9740700" y="26668"/>
                </a:lnTo>
                <a:lnTo>
                  <a:pt x="9763200" y="43200"/>
                </a:lnTo>
                <a:lnTo>
                  <a:pt x="9763200" y="43200"/>
                </a:lnTo>
                <a:lnTo>
                  <a:pt x="9785700" y="26668"/>
                </a:lnTo>
                <a:lnTo>
                  <a:pt x="9808200" y="12652"/>
                </a:lnTo>
                <a:lnTo>
                  <a:pt x="9830700" y="3288"/>
                </a:lnTo>
                <a:lnTo>
                  <a:pt x="9853200" y="0"/>
                </a:lnTo>
                <a:lnTo>
                  <a:pt x="9875700" y="3288"/>
                </a:lnTo>
                <a:lnTo>
                  <a:pt x="9898200" y="12652"/>
                </a:lnTo>
                <a:lnTo>
                  <a:pt x="9920700" y="26668"/>
                </a:lnTo>
                <a:lnTo>
                  <a:pt x="9943200" y="43200"/>
                </a:lnTo>
                <a:lnTo>
                  <a:pt x="9943200" y="43200"/>
                </a:lnTo>
                <a:lnTo>
                  <a:pt x="9965700" y="26668"/>
                </a:lnTo>
                <a:lnTo>
                  <a:pt x="9988200" y="12652"/>
                </a:lnTo>
                <a:lnTo>
                  <a:pt x="10010700" y="3288"/>
                </a:lnTo>
                <a:lnTo>
                  <a:pt x="10033200" y="0"/>
                </a:lnTo>
                <a:lnTo>
                  <a:pt x="10055700" y="3288"/>
                </a:lnTo>
                <a:lnTo>
                  <a:pt x="10078200" y="12652"/>
                </a:lnTo>
                <a:lnTo>
                  <a:pt x="10100700" y="26668"/>
                </a:lnTo>
                <a:lnTo>
                  <a:pt x="10123200" y="43200"/>
                </a:lnTo>
                <a:lnTo>
                  <a:pt x="10123200" y="43200"/>
                </a:lnTo>
                <a:lnTo>
                  <a:pt x="10145700" y="26668"/>
                </a:lnTo>
                <a:lnTo>
                  <a:pt x="10168200" y="12652"/>
                </a:lnTo>
                <a:lnTo>
                  <a:pt x="10190700" y="3288"/>
                </a:lnTo>
                <a:lnTo>
                  <a:pt x="10213200" y="0"/>
                </a:lnTo>
                <a:lnTo>
                  <a:pt x="10235700" y="3288"/>
                </a:lnTo>
                <a:lnTo>
                  <a:pt x="10258200" y="12652"/>
                </a:lnTo>
                <a:lnTo>
                  <a:pt x="10280700" y="26668"/>
                </a:lnTo>
                <a:lnTo>
                  <a:pt x="10303200" y="43200"/>
                </a:lnTo>
                <a:lnTo>
                  <a:pt x="10303200" y="43200"/>
                </a:lnTo>
                <a:lnTo>
                  <a:pt x="10325700" y="26668"/>
                </a:lnTo>
                <a:lnTo>
                  <a:pt x="10348200" y="12652"/>
                </a:lnTo>
                <a:lnTo>
                  <a:pt x="10370700" y="3288"/>
                </a:lnTo>
                <a:lnTo>
                  <a:pt x="10393200" y="0"/>
                </a:lnTo>
                <a:lnTo>
                  <a:pt x="10415700" y="3288"/>
                </a:lnTo>
                <a:lnTo>
                  <a:pt x="10438200" y="12652"/>
                </a:lnTo>
                <a:lnTo>
                  <a:pt x="10460700" y="26668"/>
                </a:lnTo>
                <a:lnTo>
                  <a:pt x="10483200" y="43200"/>
                </a:lnTo>
                <a:lnTo>
                  <a:pt x="10483200" y="43200"/>
                </a:lnTo>
                <a:lnTo>
                  <a:pt x="10505700" y="26668"/>
                </a:lnTo>
                <a:lnTo>
                  <a:pt x="10528200" y="12652"/>
                </a:lnTo>
                <a:lnTo>
                  <a:pt x="10550700" y="3288"/>
                </a:lnTo>
                <a:lnTo>
                  <a:pt x="10573200" y="0"/>
                </a:lnTo>
                <a:lnTo>
                  <a:pt x="10595700" y="3288"/>
                </a:lnTo>
                <a:lnTo>
                  <a:pt x="10618200" y="12652"/>
                </a:lnTo>
                <a:lnTo>
                  <a:pt x="10640700" y="26668"/>
                </a:lnTo>
                <a:lnTo>
                  <a:pt x="10663200" y="43200"/>
                </a:lnTo>
                <a:lnTo>
                  <a:pt x="10663200" y="43200"/>
                </a:lnTo>
                <a:lnTo>
                  <a:pt x="10685700" y="26668"/>
                </a:lnTo>
                <a:lnTo>
                  <a:pt x="10708200" y="12652"/>
                </a:lnTo>
                <a:lnTo>
                  <a:pt x="10730700" y="3288"/>
                </a:lnTo>
                <a:lnTo>
                  <a:pt x="10753200" y="0"/>
                </a:lnTo>
                <a:lnTo>
                  <a:pt x="10775700" y="3288"/>
                </a:lnTo>
                <a:lnTo>
                  <a:pt x="10798200" y="12652"/>
                </a:lnTo>
                <a:lnTo>
                  <a:pt x="10820700" y="26668"/>
                </a:lnTo>
                <a:lnTo>
                  <a:pt x="10843200" y="43200"/>
                </a:lnTo>
                <a:lnTo>
                  <a:pt x="10843200" y="43200"/>
                </a:lnTo>
                <a:lnTo>
                  <a:pt x="10865700" y="26668"/>
                </a:lnTo>
                <a:lnTo>
                  <a:pt x="10888200" y="12652"/>
                </a:lnTo>
                <a:lnTo>
                  <a:pt x="10910700" y="3288"/>
                </a:lnTo>
                <a:lnTo>
                  <a:pt x="10933200" y="0"/>
                </a:lnTo>
                <a:lnTo>
                  <a:pt x="10955700" y="3288"/>
                </a:lnTo>
                <a:lnTo>
                  <a:pt x="10978200" y="12652"/>
                </a:lnTo>
                <a:lnTo>
                  <a:pt x="11000700" y="26668"/>
                </a:lnTo>
                <a:lnTo>
                  <a:pt x="11023200" y="43200"/>
                </a:lnTo>
                <a:lnTo>
                  <a:pt x="11023200" y="43200"/>
                </a:lnTo>
                <a:lnTo>
                  <a:pt x="11045700" y="26668"/>
                </a:lnTo>
                <a:lnTo>
                  <a:pt x="11068200" y="12652"/>
                </a:lnTo>
                <a:lnTo>
                  <a:pt x="11090700" y="3288"/>
                </a:lnTo>
                <a:lnTo>
                  <a:pt x="11113200" y="0"/>
                </a:lnTo>
                <a:lnTo>
                  <a:pt x="11135700" y="3288"/>
                </a:lnTo>
                <a:lnTo>
                  <a:pt x="11158200" y="12652"/>
                </a:lnTo>
                <a:lnTo>
                  <a:pt x="11180700" y="26668"/>
                </a:lnTo>
                <a:lnTo>
                  <a:pt x="11203200" y="43200"/>
                </a:lnTo>
                <a:lnTo>
                  <a:pt x="11203200" y="43200"/>
                </a:lnTo>
                <a:lnTo>
                  <a:pt x="11225700" y="26668"/>
                </a:lnTo>
                <a:lnTo>
                  <a:pt x="11248200" y="12652"/>
                </a:lnTo>
                <a:lnTo>
                  <a:pt x="11270700" y="3288"/>
                </a:lnTo>
                <a:lnTo>
                  <a:pt x="11293200" y="0"/>
                </a:lnTo>
                <a:lnTo>
                  <a:pt x="11315700" y="3288"/>
                </a:lnTo>
                <a:lnTo>
                  <a:pt x="11338200" y="12652"/>
                </a:lnTo>
                <a:lnTo>
                  <a:pt x="11360700" y="26668"/>
                </a:lnTo>
                <a:lnTo>
                  <a:pt x="11383200" y="43200"/>
                </a:lnTo>
                <a:lnTo>
                  <a:pt x="11383200" y="43200"/>
                </a:lnTo>
                <a:lnTo>
                  <a:pt x="11405700" y="26668"/>
                </a:lnTo>
                <a:lnTo>
                  <a:pt x="11428200" y="12652"/>
                </a:lnTo>
                <a:lnTo>
                  <a:pt x="11450700" y="3288"/>
                </a:lnTo>
                <a:lnTo>
                  <a:pt x="11473200" y="0"/>
                </a:lnTo>
                <a:lnTo>
                  <a:pt x="11495700" y="3288"/>
                </a:lnTo>
                <a:lnTo>
                  <a:pt x="11518200" y="12652"/>
                </a:lnTo>
                <a:lnTo>
                  <a:pt x="11540700" y="26668"/>
                </a:lnTo>
                <a:lnTo>
                  <a:pt x="11563200" y="43200"/>
                </a:lnTo>
                <a:lnTo>
                  <a:pt x="11563200" y="43200"/>
                </a:lnTo>
                <a:lnTo>
                  <a:pt x="11585700" y="26668"/>
                </a:lnTo>
                <a:lnTo>
                  <a:pt x="11608200" y="12652"/>
                </a:lnTo>
                <a:lnTo>
                  <a:pt x="11630700" y="3288"/>
                </a:lnTo>
                <a:lnTo>
                  <a:pt x="11653200" y="0"/>
                </a:lnTo>
                <a:lnTo>
                  <a:pt x="11675700" y="3288"/>
                </a:lnTo>
                <a:lnTo>
                  <a:pt x="11698200" y="12652"/>
                </a:lnTo>
                <a:lnTo>
                  <a:pt x="11720700" y="26668"/>
                </a:lnTo>
                <a:lnTo>
                  <a:pt x="11743200" y="43200"/>
                </a:lnTo>
                <a:lnTo>
                  <a:pt x="11743200" y="43200"/>
                </a:lnTo>
                <a:lnTo>
                  <a:pt x="11765700" y="26668"/>
                </a:lnTo>
                <a:lnTo>
                  <a:pt x="11788200" y="12652"/>
                </a:lnTo>
                <a:lnTo>
                  <a:pt x="11810700" y="3288"/>
                </a:lnTo>
                <a:lnTo>
                  <a:pt x="11833200" y="0"/>
                </a:lnTo>
                <a:lnTo>
                  <a:pt x="11855700" y="3288"/>
                </a:lnTo>
                <a:lnTo>
                  <a:pt x="11878200" y="12652"/>
                </a:lnTo>
                <a:lnTo>
                  <a:pt x="11900700" y="26668"/>
                </a:lnTo>
                <a:lnTo>
                  <a:pt x="11923200" y="43200"/>
                </a:lnTo>
                <a:lnTo>
                  <a:pt x="11923200" y="43200"/>
                </a:lnTo>
                <a:lnTo>
                  <a:pt x="11945700" y="26668"/>
                </a:lnTo>
                <a:lnTo>
                  <a:pt x="11968200" y="12652"/>
                </a:lnTo>
                <a:lnTo>
                  <a:pt x="11990700" y="3288"/>
                </a:lnTo>
                <a:lnTo>
                  <a:pt x="12013200" y="0"/>
                </a:lnTo>
                <a:lnTo>
                  <a:pt x="12035700" y="3288"/>
                </a:lnTo>
                <a:lnTo>
                  <a:pt x="12058200" y="12652"/>
                </a:lnTo>
                <a:lnTo>
                  <a:pt x="12080700" y="26668"/>
                </a:lnTo>
                <a:lnTo>
                  <a:pt x="12103200" y="43200"/>
                </a:lnTo>
                <a:lnTo>
                  <a:pt x="12103200" y="43200"/>
                </a:lnTo>
                <a:lnTo>
                  <a:pt x="12125700" y="26668"/>
                </a:lnTo>
                <a:lnTo>
                  <a:pt x="12148200" y="12652"/>
                </a:lnTo>
                <a:lnTo>
                  <a:pt x="12170700" y="3288"/>
                </a:lnTo>
                <a:lnTo>
                  <a:pt x="12193200" y="0"/>
                </a:lnTo>
                <a:lnTo>
                  <a:pt x="12215700" y="3288"/>
                </a:lnTo>
                <a:lnTo>
                  <a:pt x="12238200" y="12652"/>
                </a:lnTo>
                <a:lnTo>
                  <a:pt x="12260700" y="26668"/>
                </a:lnTo>
                <a:lnTo>
                  <a:pt x="12283200" y="43200"/>
                </a:lnTo>
                <a:lnTo>
                  <a:pt x="12283200" y="43200"/>
                </a:lnTo>
                <a:lnTo>
                  <a:pt x="12305700" y="26668"/>
                </a:lnTo>
                <a:lnTo>
                  <a:pt x="12328200" y="12652"/>
                </a:lnTo>
                <a:lnTo>
                  <a:pt x="12350700" y="3288"/>
                </a:lnTo>
                <a:lnTo>
                  <a:pt x="12373200" y="0"/>
                </a:lnTo>
                <a:lnTo>
                  <a:pt x="12395700" y="3288"/>
                </a:lnTo>
                <a:lnTo>
                  <a:pt x="12418200" y="12652"/>
                </a:lnTo>
                <a:lnTo>
                  <a:pt x="12440700" y="26668"/>
                </a:lnTo>
                <a:lnTo>
                  <a:pt x="12463200" y="43200"/>
                </a:lnTo>
                <a:lnTo>
                  <a:pt x="12463200" y="43200"/>
                </a:lnTo>
                <a:lnTo>
                  <a:pt x="12485700" y="26668"/>
                </a:lnTo>
                <a:lnTo>
                  <a:pt x="12508200" y="12652"/>
                </a:lnTo>
                <a:lnTo>
                  <a:pt x="12530700" y="3288"/>
                </a:lnTo>
                <a:lnTo>
                  <a:pt x="12553200" y="0"/>
                </a:lnTo>
                <a:lnTo>
                  <a:pt x="12575700" y="3288"/>
                </a:lnTo>
                <a:lnTo>
                  <a:pt x="12598200" y="12652"/>
                </a:lnTo>
                <a:lnTo>
                  <a:pt x="12620700" y="26668"/>
                </a:lnTo>
                <a:lnTo>
                  <a:pt x="12643200" y="43200"/>
                </a:lnTo>
                <a:lnTo>
                  <a:pt x="12643200" y="43200"/>
                </a:lnTo>
                <a:lnTo>
                  <a:pt x="12665700" y="26668"/>
                </a:lnTo>
                <a:lnTo>
                  <a:pt x="12688200" y="12652"/>
                </a:lnTo>
                <a:lnTo>
                  <a:pt x="12710700" y="3288"/>
                </a:lnTo>
                <a:lnTo>
                  <a:pt x="12733200" y="0"/>
                </a:lnTo>
                <a:lnTo>
                  <a:pt x="12755700" y="3288"/>
                </a:lnTo>
                <a:lnTo>
                  <a:pt x="12778200" y="12652"/>
                </a:lnTo>
                <a:lnTo>
                  <a:pt x="12800700" y="26668"/>
                </a:lnTo>
                <a:lnTo>
                  <a:pt x="12823200" y="43200"/>
                </a:lnTo>
                <a:lnTo>
                  <a:pt x="12823200" y="43200"/>
                </a:lnTo>
                <a:lnTo>
                  <a:pt x="12845700" y="26668"/>
                </a:lnTo>
                <a:lnTo>
                  <a:pt x="12868200" y="12652"/>
                </a:lnTo>
                <a:lnTo>
                  <a:pt x="12890700" y="3288"/>
                </a:lnTo>
                <a:lnTo>
                  <a:pt x="12913200" y="0"/>
                </a:lnTo>
                <a:lnTo>
                  <a:pt x="12935700" y="3288"/>
                </a:lnTo>
                <a:lnTo>
                  <a:pt x="12958200" y="12652"/>
                </a:lnTo>
                <a:lnTo>
                  <a:pt x="12980700" y="26668"/>
                </a:lnTo>
                <a:lnTo>
                  <a:pt x="13003200" y="43200"/>
                </a:lnTo>
                <a:lnTo>
                  <a:pt x="13003200" y="43200"/>
                </a:lnTo>
                <a:lnTo>
                  <a:pt x="13025700" y="26668"/>
                </a:lnTo>
                <a:lnTo>
                  <a:pt x="13048200" y="12652"/>
                </a:lnTo>
                <a:lnTo>
                  <a:pt x="13070700" y="3288"/>
                </a:lnTo>
                <a:lnTo>
                  <a:pt x="13093200" y="0"/>
                </a:lnTo>
                <a:lnTo>
                  <a:pt x="13115700" y="3288"/>
                </a:lnTo>
                <a:lnTo>
                  <a:pt x="13138200" y="12652"/>
                </a:lnTo>
                <a:lnTo>
                  <a:pt x="13160700" y="26668"/>
                </a:lnTo>
                <a:lnTo>
                  <a:pt x="13183200" y="43200"/>
                </a:lnTo>
                <a:lnTo>
                  <a:pt x="13183200" y="43200"/>
                </a:lnTo>
                <a:lnTo>
                  <a:pt x="13205700" y="26668"/>
                </a:lnTo>
                <a:lnTo>
                  <a:pt x="13228200" y="12652"/>
                </a:lnTo>
                <a:lnTo>
                  <a:pt x="13250700" y="3288"/>
                </a:lnTo>
                <a:lnTo>
                  <a:pt x="13273200" y="0"/>
                </a:lnTo>
                <a:lnTo>
                  <a:pt x="13295700" y="3288"/>
                </a:lnTo>
                <a:lnTo>
                  <a:pt x="13318200" y="12652"/>
                </a:lnTo>
                <a:lnTo>
                  <a:pt x="13340700" y="26668"/>
                </a:lnTo>
                <a:lnTo>
                  <a:pt x="13363200" y="43200"/>
                </a:lnTo>
                <a:lnTo>
                  <a:pt x="13363200" y="43200"/>
                </a:lnTo>
                <a:lnTo>
                  <a:pt x="13385700" y="26668"/>
                </a:lnTo>
                <a:lnTo>
                  <a:pt x="13408200" y="12652"/>
                </a:lnTo>
                <a:lnTo>
                  <a:pt x="13430700" y="3288"/>
                </a:lnTo>
                <a:lnTo>
                  <a:pt x="13453200" y="0"/>
                </a:lnTo>
                <a:lnTo>
                  <a:pt x="13475700" y="3288"/>
                </a:lnTo>
                <a:lnTo>
                  <a:pt x="13498200" y="12652"/>
                </a:lnTo>
                <a:lnTo>
                  <a:pt x="13520700" y="26668"/>
                </a:lnTo>
                <a:lnTo>
                  <a:pt x="13543200" y="43200"/>
                </a:lnTo>
                <a:lnTo>
                  <a:pt x="13543200" y="43200"/>
                </a:lnTo>
                <a:lnTo>
                  <a:pt x="13565700" y="26668"/>
                </a:lnTo>
                <a:lnTo>
                  <a:pt x="13588200" y="12652"/>
                </a:lnTo>
                <a:lnTo>
                  <a:pt x="13610700" y="3288"/>
                </a:lnTo>
                <a:lnTo>
                  <a:pt x="13633200" y="0"/>
                </a:lnTo>
                <a:lnTo>
                  <a:pt x="13655700" y="3288"/>
                </a:lnTo>
                <a:lnTo>
                  <a:pt x="13678200" y="12652"/>
                </a:lnTo>
                <a:lnTo>
                  <a:pt x="13700700" y="26668"/>
                </a:lnTo>
                <a:lnTo>
                  <a:pt x="13723200" y="43200"/>
                </a:lnTo>
                <a:lnTo>
                  <a:pt x="13723200" y="43200"/>
                </a:lnTo>
                <a:lnTo>
                  <a:pt x="13739731" y="66600"/>
                </a:lnTo>
                <a:lnTo>
                  <a:pt x="13753747" y="90000"/>
                </a:lnTo>
                <a:lnTo>
                  <a:pt x="13763111" y="113400"/>
                </a:lnTo>
                <a:lnTo>
                  <a:pt x="13766400" y="136800"/>
                </a:lnTo>
                <a:lnTo>
                  <a:pt x="13763111" y="160200"/>
                </a:lnTo>
                <a:lnTo>
                  <a:pt x="13753747" y="183600"/>
                </a:lnTo>
                <a:lnTo>
                  <a:pt x="13739731" y="207000"/>
                </a:lnTo>
                <a:lnTo>
                  <a:pt x="13723200" y="230400"/>
                </a:lnTo>
                <a:lnTo>
                  <a:pt x="13723200" y="230400"/>
                </a:lnTo>
                <a:lnTo>
                  <a:pt x="13739731" y="253800"/>
                </a:lnTo>
                <a:lnTo>
                  <a:pt x="13753747" y="277200"/>
                </a:lnTo>
                <a:lnTo>
                  <a:pt x="13763111" y="300600"/>
                </a:lnTo>
                <a:lnTo>
                  <a:pt x="13766400" y="324000"/>
                </a:lnTo>
                <a:lnTo>
                  <a:pt x="13763111" y="347400"/>
                </a:lnTo>
                <a:lnTo>
                  <a:pt x="13753747" y="370800"/>
                </a:lnTo>
                <a:lnTo>
                  <a:pt x="13739731" y="394200"/>
                </a:lnTo>
                <a:lnTo>
                  <a:pt x="13723200" y="417600"/>
                </a:lnTo>
                <a:lnTo>
                  <a:pt x="13723200" y="417600"/>
                </a:lnTo>
                <a:lnTo>
                  <a:pt x="13739731" y="441000"/>
                </a:lnTo>
                <a:lnTo>
                  <a:pt x="13753747" y="464400"/>
                </a:lnTo>
                <a:lnTo>
                  <a:pt x="13763111" y="487800"/>
                </a:lnTo>
                <a:lnTo>
                  <a:pt x="13766400" y="511200"/>
                </a:lnTo>
                <a:lnTo>
                  <a:pt x="13763111" y="534600"/>
                </a:lnTo>
                <a:lnTo>
                  <a:pt x="13753747" y="558000"/>
                </a:lnTo>
                <a:lnTo>
                  <a:pt x="13739731" y="581400"/>
                </a:lnTo>
                <a:lnTo>
                  <a:pt x="13723200" y="604800"/>
                </a:lnTo>
                <a:lnTo>
                  <a:pt x="13723200" y="604800"/>
                </a:lnTo>
                <a:lnTo>
                  <a:pt x="13739731" y="628200"/>
                </a:lnTo>
                <a:lnTo>
                  <a:pt x="13753747" y="651600"/>
                </a:lnTo>
                <a:lnTo>
                  <a:pt x="13763111" y="675000"/>
                </a:lnTo>
                <a:lnTo>
                  <a:pt x="13766400" y="698400"/>
                </a:lnTo>
                <a:lnTo>
                  <a:pt x="13763111" y="721800"/>
                </a:lnTo>
                <a:lnTo>
                  <a:pt x="13753747" y="745200"/>
                </a:lnTo>
                <a:lnTo>
                  <a:pt x="13739731" y="768600"/>
                </a:lnTo>
                <a:lnTo>
                  <a:pt x="13723200" y="792000"/>
                </a:lnTo>
                <a:lnTo>
                  <a:pt x="13723200" y="792000"/>
                </a:lnTo>
                <a:lnTo>
                  <a:pt x="13739731" y="815400"/>
                </a:lnTo>
                <a:lnTo>
                  <a:pt x="13753747" y="838800"/>
                </a:lnTo>
                <a:lnTo>
                  <a:pt x="13763111" y="862200"/>
                </a:lnTo>
                <a:lnTo>
                  <a:pt x="13766400" y="885600"/>
                </a:lnTo>
                <a:lnTo>
                  <a:pt x="13763111" y="909000"/>
                </a:lnTo>
                <a:lnTo>
                  <a:pt x="13753747" y="932400"/>
                </a:lnTo>
                <a:lnTo>
                  <a:pt x="13739731" y="955800"/>
                </a:lnTo>
                <a:lnTo>
                  <a:pt x="13723200" y="979200"/>
                </a:lnTo>
                <a:lnTo>
                  <a:pt x="13723200" y="979200"/>
                </a:lnTo>
                <a:lnTo>
                  <a:pt x="13700700" y="995731"/>
                </a:lnTo>
                <a:lnTo>
                  <a:pt x="13678200" y="1009747"/>
                </a:lnTo>
                <a:lnTo>
                  <a:pt x="13655700" y="1019111"/>
                </a:lnTo>
                <a:lnTo>
                  <a:pt x="13633200" y="1022400"/>
                </a:lnTo>
                <a:lnTo>
                  <a:pt x="13610700" y="1019111"/>
                </a:lnTo>
                <a:lnTo>
                  <a:pt x="13588200" y="1009747"/>
                </a:lnTo>
                <a:lnTo>
                  <a:pt x="13565700" y="995731"/>
                </a:lnTo>
                <a:lnTo>
                  <a:pt x="13543200" y="979200"/>
                </a:lnTo>
                <a:lnTo>
                  <a:pt x="13543200" y="979200"/>
                </a:lnTo>
                <a:lnTo>
                  <a:pt x="13520700" y="995731"/>
                </a:lnTo>
                <a:lnTo>
                  <a:pt x="13498200" y="1009747"/>
                </a:lnTo>
                <a:lnTo>
                  <a:pt x="13475700" y="1019111"/>
                </a:lnTo>
                <a:lnTo>
                  <a:pt x="13453200" y="1022400"/>
                </a:lnTo>
                <a:lnTo>
                  <a:pt x="13430700" y="1019111"/>
                </a:lnTo>
                <a:lnTo>
                  <a:pt x="13408200" y="1009747"/>
                </a:lnTo>
                <a:lnTo>
                  <a:pt x="13385700" y="995731"/>
                </a:lnTo>
                <a:lnTo>
                  <a:pt x="13363200" y="979200"/>
                </a:lnTo>
                <a:lnTo>
                  <a:pt x="13363200" y="979200"/>
                </a:lnTo>
                <a:lnTo>
                  <a:pt x="13340700" y="995731"/>
                </a:lnTo>
                <a:lnTo>
                  <a:pt x="13318200" y="1009747"/>
                </a:lnTo>
                <a:lnTo>
                  <a:pt x="13295700" y="1019111"/>
                </a:lnTo>
                <a:lnTo>
                  <a:pt x="13273200" y="1022400"/>
                </a:lnTo>
                <a:lnTo>
                  <a:pt x="13250700" y="1019111"/>
                </a:lnTo>
                <a:lnTo>
                  <a:pt x="13228200" y="1009747"/>
                </a:lnTo>
                <a:lnTo>
                  <a:pt x="13205700" y="995731"/>
                </a:lnTo>
                <a:lnTo>
                  <a:pt x="13183200" y="979200"/>
                </a:lnTo>
                <a:lnTo>
                  <a:pt x="13183200" y="979200"/>
                </a:lnTo>
                <a:lnTo>
                  <a:pt x="13160700" y="995731"/>
                </a:lnTo>
                <a:lnTo>
                  <a:pt x="13138200" y="1009747"/>
                </a:lnTo>
                <a:lnTo>
                  <a:pt x="13115700" y="1019111"/>
                </a:lnTo>
                <a:lnTo>
                  <a:pt x="13093200" y="1022400"/>
                </a:lnTo>
                <a:lnTo>
                  <a:pt x="13070700" y="1019111"/>
                </a:lnTo>
                <a:lnTo>
                  <a:pt x="13048200" y="1009747"/>
                </a:lnTo>
                <a:lnTo>
                  <a:pt x="13025700" y="995731"/>
                </a:lnTo>
                <a:lnTo>
                  <a:pt x="13003200" y="979200"/>
                </a:lnTo>
                <a:lnTo>
                  <a:pt x="13003200" y="979200"/>
                </a:lnTo>
                <a:lnTo>
                  <a:pt x="12980700" y="995731"/>
                </a:lnTo>
                <a:lnTo>
                  <a:pt x="12958200" y="1009747"/>
                </a:lnTo>
                <a:lnTo>
                  <a:pt x="12935700" y="1019111"/>
                </a:lnTo>
                <a:lnTo>
                  <a:pt x="12913200" y="1022400"/>
                </a:lnTo>
                <a:lnTo>
                  <a:pt x="12890700" y="1019111"/>
                </a:lnTo>
                <a:lnTo>
                  <a:pt x="12868200" y="1009747"/>
                </a:lnTo>
                <a:lnTo>
                  <a:pt x="12845700" y="995731"/>
                </a:lnTo>
                <a:lnTo>
                  <a:pt x="12823200" y="979200"/>
                </a:lnTo>
                <a:lnTo>
                  <a:pt x="12823200" y="979200"/>
                </a:lnTo>
                <a:lnTo>
                  <a:pt x="12800700" y="995731"/>
                </a:lnTo>
                <a:lnTo>
                  <a:pt x="12778200" y="1009747"/>
                </a:lnTo>
                <a:lnTo>
                  <a:pt x="12755700" y="1019111"/>
                </a:lnTo>
                <a:lnTo>
                  <a:pt x="12733200" y="1022400"/>
                </a:lnTo>
                <a:lnTo>
                  <a:pt x="12710700" y="1019111"/>
                </a:lnTo>
                <a:lnTo>
                  <a:pt x="12688200" y="1009747"/>
                </a:lnTo>
                <a:lnTo>
                  <a:pt x="12665700" y="995731"/>
                </a:lnTo>
                <a:lnTo>
                  <a:pt x="12643200" y="979200"/>
                </a:lnTo>
                <a:lnTo>
                  <a:pt x="12643200" y="979200"/>
                </a:lnTo>
                <a:lnTo>
                  <a:pt x="12620700" y="995731"/>
                </a:lnTo>
                <a:lnTo>
                  <a:pt x="12598200" y="1009747"/>
                </a:lnTo>
                <a:lnTo>
                  <a:pt x="12575700" y="1019111"/>
                </a:lnTo>
                <a:lnTo>
                  <a:pt x="12553200" y="1022400"/>
                </a:lnTo>
                <a:lnTo>
                  <a:pt x="12530700" y="1019111"/>
                </a:lnTo>
                <a:lnTo>
                  <a:pt x="12508200" y="1009747"/>
                </a:lnTo>
                <a:lnTo>
                  <a:pt x="12485700" y="995731"/>
                </a:lnTo>
                <a:lnTo>
                  <a:pt x="12463200" y="979200"/>
                </a:lnTo>
                <a:lnTo>
                  <a:pt x="12463200" y="979200"/>
                </a:lnTo>
                <a:lnTo>
                  <a:pt x="12440700" y="995731"/>
                </a:lnTo>
                <a:lnTo>
                  <a:pt x="12418200" y="1009747"/>
                </a:lnTo>
                <a:lnTo>
                  <a:pt x="12395700" y="1019111"/>
                </a:lnTo>
                <a:lnTo>
                  <a:pt x="12373200" y="1022400"/>
                </a:lnTo>
                <a:lnTo>
                  <a:pt x="12350700" y="1019111"/>
                </a:lnTo>
                <a:lnTo>
                  <a:pt x="12328200" y="1009747"/>
                </a:lnTo>
                <a:lnTo>
                  <a:pt x="12305700" y="995731"/>
                </a:lnTo>
                <a:lnTo>
                  <a:pt x="12283200" y="979200"/>
                </a:lnTo>
                <a:lnTo>
                  <a:pt x="12283200" y="979200"/>
                </a:lnTo>
                <a:lnTo>
                  <a:pt x="12260700" y="995731"/>
                </a:lnTo>
                <a:lnTo>
                  <a:pt x="12238200" y="1009747"/>
                </a:lnTo>
                <a:lnTo>
                  <a:pt x="12215700" y="1019111"/>
                </a:lnTo>
                <a:lnTo>
                  <a:pt x="12193200" y="1022400"/>
                </a:lnTo>
                <a:lnTo>
                  <a:pt x="12170700" y="1019111"/>
                </a:lnTo>
                <a:lnTo>
                  <a:pt x="12148200" y="1009747"/>
                </a:lnTo>
                <a:lnTo>
                  <a:pt x="12125700" y="995731"/>
                </a:lnTo>
                <a:lnTo>
                  <a:pt x="12103200" y="979200"/>
                </a:lnTo>
                <a:lnTo>
                  <a:pt x="12103200" y="979200"/>
                </a:lnTo>
                <a:lnTo>
                  <a:pt x="12080700" y="995731"/>
                </a:lnTo>
                <a:lnTo>
                  <a:pt x="12058200" y="1009747"/>
                </a:lnTo>
                <a:lnTo>
                  <a:pt x="12035700" y="1019111"/>
                </a:lnTo>
                <a:lnTo>
                  <a:pt x="12013200" y="1022400"/>
                </a:lnTo>
                <a:lnTo>
                  <a:pt x="11990700" y="1019111"/>
                </a:lnTo>
                <a:lnTo>
                  <a:pt x="11968200" y="1009747"/>
                </a:lnTo>
                <a:lnTo>
                  <a:pt x="11945700" y="995731"/>
                </a:lnTo>
                <a:lnTo>
                  <a:pt x="11923200" y="979200"/>
                </a:lnTo>
                <a:lnTo>
                  <a:pt x="11923200" y="979200"/>
                </a:lnTo>
                <a:lnTo>
                  <a:pt x="11900700" y="995731"/>
                </a:lnTo>
                <a:lnTo>
                  <a:pt x="11878200" y="1009747"/>
                </a:lnTo>
                <a:lnTo>
                  <a:pt x="11855700" y="1019111"/>
                </a:lnTo>
                <a:lnTo>
                  <a:pt x="11833200" y="1022400"/>
                </a:lnTo>
                <a:lnTo>
                  <a:pt x="11810700" y="1019111"/>
                </a:lnTo>
                <a:lnTo>
                  <a:pt x="11788200" y="1009747"/>
                </a:lnTo>
                <a:lnTo>
                  <a:pt x="11765700" y="995731"/>
                </a:lnTo>
                <a:lnTo>
                  <a:pt x="11743200" y="979200"/>
                </a:lnTo>
                <a:lnTo>
                  <a:pt x="11743200" y="979200"/>
                </a:lnTo>
                <a:lnTo>
                  <a:pt x="11720700" y="995731"/>
                </a:lnTo>
                <a:lnTo>
                  <a:pt x="11698200" y="1009747"/>
                </a:lnTo>
                <a:lnTo>
                  <a:pt x="11675700" y="1019111"/>
                </a:lnTo>
                <a:lnTo>
                  <a:pt x="11653200" y="1022400"/>
                </a:lnTo>
                <a:lnTo>
                  <a:pt x="11630700" y="1019111"/>
                </a:lnTo>
                <a:lnTo>
                  <a:pt x="11608200" y="1009747"/>
                </a:lnTo>
                <a:lnTo>
                  <a:pt x="11585700" y="995731"/>
                </a:lnTo>
                <a:lnTo>
                  <a:pt x="11563200" y="979200"/>
                </a:lnTo>
                <a:lnTo>
                  <a:pt x="11563200" y="979200"/>
                </a:lnTo>
                <a:lnTo>
                  <a:pt x="11540700" y="995731"/>
                </a:lnTo>
                <a:lnTo>
                  <a:pt x="11518200" y="1009747"/>
                </a:lnTo>
                <a:lnTo>
                  <a:pt x="11495700" y="1019111"/>
                </a:lnTo>
                <a:lnTo>
                  <a:pt x="11473200" y="1022400"/>
                </a:lnTo>
                <a:lnTo>
                  <a:pt x="11450700" y="1019111"/>
                </a:lnTo>
                <a:lnTo>
                  <a:pt x="11428200" y="1009747"/>
                </a:lnTo>
                <a:lnTo>
                  <a:pt x="11405700" y="995731"/>
                </a:lnTo>
                <a:lnTo>
                  <a:pt x="11383200" y="979200"/>
                </a:lnTo>
                <a:lnTo>
                  <a:pt x="11383200" y="979200"/>
                </a:lnTo>
                <a:lnTo>
                  <a:pt x="11360700" y="995731"/>
                </a:lnTo>
                <a:lnTo>
                  <a:pt x="11338200" y="1009747"/>
                </a:lnTo>
                <a:lnTo>
                  <a:pt x="11315700" y="1019111"/>
                </a:lnTo>
                <a:lnTo>
                  <a:pt x="11293200" y="1022400"/>
                </a:lnTo>
                <a:lnTo>
                  <a:pt x="11270700" y="1019111"/>
                </a:lnTo>
                <a:lnTo>
                  <a:pt x="11248200" y="1009747"/>
                </a:lnTo>
                <a:lnTo>
                  <a:pt x="11225700" y="995731"/>
                </a:lnTo>
                <a:lnTo>
                  <a:pt x="11203200" y="979200"/>
                </a:lnTo>
                <a:lnTo>
                  <a:pt x="11203200" y="979200"/>
                </a:lnTo>
                <a:lnTo>
                  <a:pt x="11180700" y="995731"/>
                </a:lnTo>
                <a:lnTo>
                  <a:pt x="11158200" y="1009747"/>
                </a:lnTo>
                <a:lnTo>
                  <a:pt x="11135700" y="1019111"/>
                </a:lnTo>
                <a:lnTo>
                  <a:pt x="11113200" y="1022400"/>
                </a:lnTo>
                <a:lnTo>
                  <a:pt x="11090700" y="1019111"/>
                </a:lnTo>
                <a:lnTo>
                  <a:pt x="11068200" y="1009747"/>
                </a:lnTo>
                <a:lnTo>
                  <a:pt x="11045700" y="995731"/>
                </a:lnTo>
                <a:lnTo>
                  <a:pt x="11023200" y="979200"/>
                </a:lnTo>
                <a:lnTo>
                  <a:pt x="11023200" y="979200"/>
                </a:lnTo>
                <a:lnTo>
                  <a:pt x="11000700" y="995731"/>
                </a:lnTo>
                <a:lnTo>
                  <a:pt x="10978200" y="1009747"/>
                </a:lnTo>
                <a:lnTo>
                  <a:pt x="10955700" y="1019111"/>
                </a:lnTo>
                <a:lnTo>
                  <a:pt x="10933200" y="1022400"/>
                </a:lnTo>
                <a:lnTo>
                  <a:pt x="10910700" y="1019111"/>
                </a:lnTo>
                <a:lnTo>
                  <a:pt x="10888200" y="1009747"/>
                </a:lnTo>
                <a:lnTo>
                  <a:pt x="10865700" y="995731"/>
                </a:lnTo>
                <a:lnTo>
                  <a:pt x="10843200" y="979200"/>
                </a:lnTo>
                <a:lnTo>
                  <a:pt x="10843200" y="979200"/>
                </a:lnTo>
                <a:lnTo>
                  <a:pt x="10820700" y="995731"/>
                </a:lnTo>
                <a:lnTo>
                  <a:pt x="10798200" y="1009747"/>
                </a:lnTo>
                <a:lnTo>
                  <a:pt x="10775700" y="1019111"/>
                </a:lnTo>
                <a:lnTo>
                  <a:pt x="10753200" y="1022400"/>
                </a:lnTo>
                <a:lnTo>
                  <a:pt x="10730700" y="1019111"/>
                </a:lnTo>
                <a:lnTo>
                  <a:pt x="10708200" y="1009747"/>
                </a:lnTo>
                <a:lnTo>
                  <a:pt x="10685700" y="995731"/>
                </a:lnTo>
                <a:lnTo>
                  <a:pt x="10663200" y="979200"/>
                </a:lnTo>
                <a:lnTo>
                  <a:pt x="10663200" y="979200"/>
                </a:lnTo>
                <a:lnTo>
                  <a:pt x="10640700" y="995731"/>
                </a:lnTo>
                <a:lnTo>
                  <a:pt x="10618200" y="1009747"/>
                </a:lnTo>
                <a:lnTo>
                  <a:pt x="10595700" y="1019111"/>
                </a:lnTo>
                <a:lnTo>
                  <a:pt x="10573200" y="1022400"/>
                </a:lnTo>
                <a:lnTo>
                  <a:pt x="10550700" y="1019111"/>
                </a:lnTo>
                <a:lnTo>
                  <a:pt x="10528200" y="1009747"/>
                </a:lnTo>
                <a:lnTo>
                  <a:pt x="10505700" y="995731"/>
                </a:lnTo>
                <a:lnTo>
                  <a:pt x="10483200" y="979200"/>
                </a:lnTo>
                <a:lnTo>
                  <a:pt x="10483200" y="979200"/>
                </a:lnTo>
                <a:lnTo>
                  <a:pt x="10460700" y="995731"/>
                </a:lnTo>
                <a:lnTo>
                  <a:pt x="10438200" y="1009747"/>
                </a:lnTo>
                <a:lnTo>
                  <a:pt x="10415700" y="1019111"/>
                </a:lnTo>
                <a:lnTo>
                  <a:pt x="10393200" y="1022400"/>
                </a:lnTo>
                <a:lnTo>
                  <a:pt x="10370700" y="1019111"/>
                </a:lnTo>
                <a:lnTo>
                  <a:pt x="10348200" y="1009747"/>
                </a:lnTo>
                <a:lnTo>
                  <a:pt x="10325700" y="995731"/>
                </a:lnTo>
                <a:lnTo>
                  <a:pt x="10303200" y="979200"/>
                </a:lnTo>
                <a:lnTo>
                  <a:pt x="10303200" y="979200"/>
                </a:lnTo>
                <a:lnTo>
                  <a:pt x="10280700" y="995731"/>
                </a:lnTo>
                <a:lnTo>
                  <a:pt x="10258200" y="1009747"/>
                </a:lnTo>
                <a:lnTo>
                  <a:pt x="10235700" y="1019111"/>
                </a:lnTo>
                <a:lnTo>
                  <a:pt x="10213200" y="1022400"/>
                </a:lnTo>
                <a:lnTo>
                  <a:pt x="10190700" y="1019111"/>
                </a:lnTo>
                <a:lnTo>
                  <a:pt x="10168200" y="1009747"/>
                </a:lnTo>
                <a:lnTo>
                  <a:pt x="10145700" y="995731"/>
                </a:lnTo>
                <a:lnTo>
                  <a:pt x="10123200" y="979200"/>
                </a:lnTo>
                <a:lnTo>
                  <a:pt x="10123200" y="979200"/>
                </a:lnTo>
                <a:lnTo>
                  <a:pt x="10100700" y="995731"/>
                </a:lnTo>
                <a:lnTo>
                  <a:pt x="10078200" y="1009747"/>
                </a:lnTo>
                <a:lnTo>
                  <a:pt x="10055700" y="1019111"/>
                </a:lnTo>
                <a:lnTo>
                  <a:pt x="10033200" y="1022400"/>
                </a:lnTo>
                <a:lnTo>
                  <a:pt x="10010700" y="1019111"/>
                </a:lnTo>
                <a:lnTo>
                  <a:pt x="9988200" y="1009747"/>
                </a:lnTo>
                <a:lnTo>
                  <a:pt x="9965700" y="995731"/>
                </a:lnTo>
                <a:lnTo>
                  <a:pt x="9943200" y="979200"/>
                </a:lnTo>
                <a:lnTo>
                  <a:pt x="9943200" y="979200"/>
                </a:lnTo>
                <a:lnTo>
                  <a:pt x="9920700" y="995731"/>
                </a:lnTo>
                <a:lnTo>
                  <a:pt x="9898200" y="1009747"/>
                </a:lnTo>
                <a:lnTo>
                  <a:pt x="9875700" y="1019111"/>
                </a:lnTo>
                <a:lnTo>
                  <a:pt x="9853200" y="1022400"/>
                </a:lnTo>
                <a:lnTo>
                  <a:pt x="9830700" y="1019111"/>
                </a:lnTo>
                <a:lnTo>
                  <a:pt x="9808200" y="1009747"/>
                </a:lnTo>
                <a:lnTo>
                  <a:pt x="9785700" y="995731"/>
                </a:lnTo>
                <a:lnTo>
                  <a:pt x="9763200" y="979200"/>
                </a:lnTo>
                <a:lnTo>
                  <a:pt x="9763200" y="979200"/>
                </a:lnTo>
                <a:lnTo>
                  <a:pt x="9740700" y="995731"/>
                </a:lnTo>
                <a:lnTo>
                  <a:pt x="9718200" y="1009747"/>
                </a:lnTo>
                <a:lnTo>
                  <a:pt x="9695700" y="1019111"/>
                </a:lnTo>
                <a:lnTo>
                  <a:pt x="9673200" y="1022400"/>
                </a:lnTo>
                <a:lnTo>
                  <a:pt x="9650700" y="1019111"/>
                </a:lnTo>
                <a:lnTo>
                  <a:pt x="9628200" y="1009747"/>
                </a:lnTo>
                <a:lnTo>
                  <a:pt x="9605700" y="995731"/>
                </a:lnTo>
                <a:lnTo>
                  <a:pt x="9583200" y="979200"/>
                </a:lnTo>
                <a:lnTo>
                  <a:pt x="9583200" y="979200"/>
                </a:lnTo>
                <a:lnTo>
                  <a:pt x="9560700" y="995731"/>
                </a:lnTo>
                <a:lnTo>
                  <a:pt x="9538200" y="1009747"/>
                </a:lnTo>
                <a:lnTo>
                  <a:pt x="9515700" y="1019111"/>
                </a:lnTo>
                <a:lnTo>
                  <a:pt x="9493200" y="1022400"/>
                </a:lnTo>
                <a:lnTo>
                  <a:pt x="9470700" y="1019111"/>
                </a:lnTo>
                <a:lnTo>
                  <a:pt x="9448200" y="1009747"/>
                </a:lnTo>
                <a:lnTo>
                  <a:pt x="9425700" y="995731"/>
                </a:lnTo>
                <a:lnTo>
                  <a:pt x="9403200" y="979200"/>
                </a:lnTo>
                <a:lnTo>
                  <a:pt x="9403200" y="979200"/>
                </a:lnTo>
                <a:lnTo>
                  <a:pt x="9380700" y="995731"/>
                </a:lnTo>
                <a:lnTo>
                  <a:pt x="9358200" y="1009747"/>
                </a:lnTo>
                <a:lnTo>
                  <a:pt x="9335700" y="1019111"/>
                </a:lnTo>
                <a:lnTo>
                  <a:pt x="9313200" y="1022400"/>
                </a:lnTo>
                <a:lnTo>
                  <a:pt x="9290700" y="1019111"/>
                </a:lnTo>
                <a:lnTo>
                  <a:pt x="9268200" y="1009747"/>
                </a:lnTo>
                <a:lnTo>
                  <a:pt x="9245700" y="995731"/>
                </a:lnTo>
                <a:lnTo>
                  <a:pt x="9223200" y="979200"/>
                </a:lnTo>
                <a:lnTo>
                  <a:pt x="9223200" y="979200"/>
                </a:lnTo>
                <a:lnTo>
                  <a:pt x="9200700" y="995731"/>
                </a:lnTo>
                <a:lnTo>
                  <a:pt x="9178200" y="1009747"/>
                </a:lnTo>
                <a:lnTo>
                  <a:pt x="9155700" y="1019111"/>
                </a:lnTo>
                <a:lnTo>
                  <a:pt x="9133200" y="1022400"/>
                </a:lnTo>
                <a:lnTo>
                  <a:pt x="9110700" y="1019111"/>
                </a:lnTo>
                <a:lnTo>
                  <a:pt x="9088200" y="1009747"/>
                </a:lnTo>
                <a:lnTo>
                  <a:pt x="9065700" y="995731"/>
                </a:lnTo>
                <a:lnTo>
                  <a:pt x="9043200" y="979200"/>
                </a:lnTo>
                <a:lnTo>
                  <a:pt x="9043200" y="979200"/>
                </a:lnTo>
                <a:lnTo>
                  <a:pt x="9020700" y="995731"/>
                </a:lnTo>
                <a:lnTo>
                  <a:pt x="8998200" y="1009747"/>
                </a:lnTo>
                <a:lnTo>
                  <a:pt x="8975700" y="1019111"/>
                </a:lnTo>
                <a:lnTo>
                  <a:pt x="8953200" y="1022400"/>
                </a:lnTo>
                <a:lnTo>
                  <a:pt x="8930700" y="1019111"/>
                </a:lnTo>
                <a:lnTo>
                  <a:pt x="8908200" y="1009747"/>
                </a:lnTo>
                <a:lnTo>
                  <a:pt x="8885700" y="995731"/>
                </a:lnTo>
                <a:lnTo>
                  <a:pt x="8863200" y="979200"/>
                </a:lnTo>
                <a:lnTo>
                  <a:pt x="8863200" y="979200"/>
                </a:lnTo>
                <a:lnTo>
                  <a:pt x="8840700" y="995731"/>
                </a:lnTo>
                <a:lnTo>
                  <a:pt x="8818200" y="1009747"/>
                </a:lnTo>
                <a:lnTo>
                  <a:pt x="8795700" y="1019111"/>
                </a:lnTo>
                <a:lnTo>
                  <a:pt x="8773200" y="1022400"/>
                </a:lnTo>
                <a:lnTo>
                  <a:pt x="8750700" y="1019111"/>
                </a:lnTo>
                <a:lnTo>
                  <a:pt x="8728200" y="1009747"/>
                </a:lnTo>
                <a:lnTo>
                  <a:pt x="8705700" y="995731"/>
                </a:lnTo>
                <a:lnTo>
                  <a:pt x="8683200" y="979200"/>
                </a:lnTo>
                <a:lnTo>
                  <a:pt x="8683200" y="979200"/>
                </a:lnTo>
                <a:lnTo>
                  <a:pt x="8660700" y="995731"/>
                </a:lnTo>
                <a:lnTo>
                  <a:pt x="8638200" y="1009747"/>
                </a:lnTo>
                <a:lnTo>
                  <a:pt x="8615700" y="1019111"/>
                </a:lnTo>
                <a:lnTo>
                  <a:pt x="8593200" y="1022400"/>
                </a:lnTo>
                <a:lnTo>
                  <a:pt x="8570700" y="1019111"/>
                </a:lnTo>
                <a:lnTo>
                  <a:pt x="8548200" y="1009747"/>
                </a:lnTo>
                <a:lnTo>
                  <a:pt x="8525700" y="995731"/>
                </a:lnTo>
                <a:lnTo>
                  <a:pt x="8503200" y="979200"/>
                </a:lnTo>
                <a:lnTo>
                  <a:pt x="8503200" y="979200"/>
                </a:lnTo>
                <a:lnTo>
                  <a:pt x="8480700" y="995731"/>
                </a:lnTo>
                <a:lnTo>
                  <a:pt x="8458200" y="1009747"/>
                </a:lnTo>
                <a:lnTo>
                  <a:pt x="8435700" y="1019111"/>
                </a:lnTo>
                <a:lnTo>
                  <a:pt x="8413200" y="1022400"/>
                </a:lnTo>
                <a:lnTo>
                  <a:pt x="8390700" y="1019111"/>
                </a:lnTo>
                <a:lnTo>
                  <a:pt x="8368200" y="1009747"/>
                </a:lnTo>
                <a:lnTo>
                  <a:pt x="8345700" y="995731"/>
                </a:lnTo>
                <a:lnTo>
                  <a:pt x="8323200" y="979200"/>
                </a:lnTo>
                <a:lnTo>
                  <a:pt x="8323200" y="979200"/>
                </a:lnTo>
                <a:lnTo>
                  <a:pt x="8300700" y="995731"/>
                </a:lnTo>
                <a:lnTo>
                  <a:pt x="8278200" y="1009747"/>
                </a:lnTo>
                <a:lnTo>
                  <a:pt x="8255700" y="1019111"/>
                </a:lnTo>
                <a:lnTo>
                  <a:pt x="8233200" y="1022400"/>
                </a:lnTo>
                <a:lnTo>
                  <a:pt x="8210700" y="1019111"/>
                </a:lnTo>
                <a:lnTo>
                  <a:pt x="8188200" y="1009747"/>
                </a:lnTo>
                <a:lnTo>
                  <a:pt x="8165700" y="995731"/>
                </a:lnTo>
                <a:lnTo>
                  <a:pt x="8143200" y="979200"/>
                </a:lnTo>
                <a:lnTo>
                  <a:pt x="8143200" y="979200"/>
                </a:lnTo>
                <a:lnTo>
                  <a:pt x="8120700" y="995731"/>
                </a:lnTo>
                <a:lnTo>
                  <a:pt x="8098200" y="1009747"/>
                </a:lnTo>
                <a:lnTo>
                  <a:pt x="8075700" y="1019111"/>
                </a:lnTo>
                <a:lnTo>
                  <a:pt x="8053200" y="1022400"/>
                </a:lnTo>
                <a:lnTo>
                  <a:pt x="8030700" y="1019111"/>
                </a:lnTo>
                <a:lnTo>
                  <a:pt x="8008200" y="1009747"/>
                </a:lnTo>
                <a:lnTo>
                  <a:pt x="7985700" y="995731"/>
                </a:lnTo>
                <a:lnTo>
                  <a:pt x="7963200" y="979200"/>
                </a:lnTo>
                <a:lnTo>
                  <a:pt x="7963200" y="979200"/>
                </a:lnTo>
                <a:lnTo>
                  <a:pt x="7940700" y="995731"/>
                </a:lnTo>
                <a:lnTo>
                  <a:pt x="7918200" y="1009747"/>
                </a:lnTo>
                <a:lnTo>
                  <a:pt x="7895700" y="1019111"/>
                </a:lnTo>
                <a:lnTo>
                  <a:pt x="7873200" y="1022400"/>
                </a:lnTo>
                <a:lnTo>
                  <a:pt x="7850700" y="1019111"/>
                </a:lnTo>
                <a:lnTo>
                  <a:pt x="7828200" y="1009747"/>
                </a:lnTo>
                <a:lnTo>
                  <a:pt x="7805700" y="995731"/>
                </a:lnTo>
                <a:lnTo>
                  <a:pt x="7783200" y="979200"/>
                </a:lnTo>
                <a:lnTo>
                  <a:pt x="7783200" y="979200"/>
                </a:lnTo>
                <a:lnTo>
                  <a:pt x="7760700" y="995731"/>
                </a:lnTo>
                <a:lnTo>
                  <a:pt x="7738200" y="1009747"/>
                </a:lnTo>
                <a:lnTo>
                  <a:pt x="7715700" y="1019111"/>
                </a:lnTo>
                <a:lnTo>
                  <a:pt x="7693200" y="1022400"/>
                </a:lnTo>
                <a:lnTo>
                  <a:pt x="7670700" y="1019111"/>
                </a:lnTo>
                <a:lnTo>
                  <a:pt x="7648200" y="1009747"/>
                </a:lnTo>
                <a:lnTo>
                  <a:pt x="7625700" y="995731"/>
                </a:lnTo>
                <a:lnTo>
                  <a:pt x="7603200" y="979200"/>
                </a:lnTo>
                <a:lnTo>
                  <a:pt x="7603200" y="979200"/>
                </a:lnTo>
                <a:lnTo>
                  <a:pt x="7580700" y="995731"/>
                </a:lnTo>
                <a:lnTo>
                  <a:pt x="7558200" y="1009747"/>
                </a:lnTo>
                <a:lnTo>
                  <a:pt x="7535700" y="1019111"/>
                </a:lnTo>
                <a:lnTo>
                  <a:pt x="7513200" y="1022400"/>
                </a:lnTo>
                <a:lnTo>
                  <a:pt x="7490700" y="1019111"/>
                </a:lnTo>
                <a:lnTo>
                  <a:pt x="7468200" y="1009747"/>
                </a:lnTo>
                <a:lnTo>
                  <a:pt x="7445700" y="995731"/>
                </a:lnTo>
                <a:lnTo>
                  <a:pt x="7423200" y="979200"/>
                </a:lnTo>
                <a:lnTo>
                  <a:pt x="7423200" y="979200"/>
                </a:lnTo>
                <a:lnTo>
                  <a:pt x="7400700" y="995731"/>
                </a:lnTo>
                <a:lnTo>
                  <a:pt x="7378200" y="1009747"/>
                </a:lnTo>
                <a:lnTo>
                  <a:pt x="7355700" y="1019111"/>
                </a:lnTo>
                <a:lnTo>
                  <a:pt x="7333200" y="1022400"/>
                </a:lnTo>
                <a:lnTo>
                  <a:pt x="7310700" y="1019111"/>
                </a:lnTo>
                <a:lnTo>
                  <a:pt x="7288200" y="1009747"/>
                </a:lnTo>
                <a:lnTo>
                  <a:pt x="7265700" y="995731"/>
                </a:lnTo>
                <a:lnTo>
                  <a:pt x="7243200" y="979200"/>
                </a:lnTo>
                <a:lnTo>
                  <a:pt x="7243200" y="979200"/>
                </a:lnTo>
                <a:lnTo>
                  <a:pt x="7220700" y="995731"/>
                </a:lnTo>
                <a:lnTo>
                  <a:pt x="7198200" y="1009747"/>
                </a:lnTo>
                <a:lnTo>
                  <a:pt x="7175700" y="1019111"/>
                </a:lnTo>
                <a:lnTo>
                  <a:pt x="7153200" y="1022400"/>
                </a:lnTo>
                <a:lnTo>
                  <a:pt x="7130700" y="1019111"/>
                </a:lnTo>
                <a:lnTo>
                  <a:pt x="7108200" y="1009747"/>
                </a:lnTo>
                <a:lnTo>
                  <a:pt x="7085700" y="995731"/>
                </a:lnTo>
                <a:lnTo>
                  <a:pt x="7063200" y="979200"/>
                </a:lnTo>
                <a:lnTo>
                  <a:pt x="7063200" y="979200"/>
                </a:lnTo>
                <a:lnTo>
                  <a:pt x="7040700" y="995731"/>
                </a:lnTo>
                <a:lnTo>
                  <a:pt x="7018200" y="1009747"/>
                </a:lnTo>
                <a:lnTo>
                  <a:pt x="6995700" y="1019111"/>
                </a:lnTo>
                <a:lnTo>
                  <a:pt x="6973200" y="1022400"/>
                </a:lnTo>
                <a:lnTo>
                  <a:pt x="6950700" y="1019111"/>
                </a:lnTo>
                <a:lnTo>
                  <a:pt x="6928200" y="1009747"/>
                </a:lnTo>
                <a:lnTo>
                  <a:pt x="6905700" y="995731"/>
                </a:lnTo>
                <a:lnTo>
                  <a:pt x="6883200" y="979200"/>
                </a:lnTo>
                <a:lnTo>
                  <a:pt x="6883200" y="979200"/>
                </a:lnTo>
                <a:lnTo>
                  <a:pt x="6860699" y="995731"/>
                </a:lnTo>
                <a:lnTo>
                  <a:pt x="6838200" y="1009747"/>
                </a:lnTo>
                <a:lnTo>
                  <a:pt x="6815700" y="1019111"/>
                </a:lnTo>
                <a:lnTo>
                  <a:pt x="6793200" y="1022400"/>
                </a:lnTo>
                <a:lnTo>
                  <a:pt x="6770700" y="1019111"/>
                </a:lnTo>
                <a:lnTo>
                  <a:pt x="6748200" y="1009747"/>
                </a:lnTo>
                <a:lnTo>
                  <a:pt x="6725700" y="995731"/>
                </a:lnTo>
                <a:lnTo>
                  <a:pt x="6703199" y="979200"/>
                </a:lnTo>
                <a:lnTo>
                  <a:pt x="6703199" y="979200"/>
                </a:lnTo>
                <a:lnTo>
                  <a:pt x="6680700" y="995731"/>
                </a:lnTo>
                <a:lnTo>
                  <a:pt x="6658200" y="1009747"/>
                </a:lnTo>
                <a:lnTo>
                  <a:pt x="6635700" y="1019111"/>
                </a:lnTo>
                <a:lnTo>
                  <a:pt x="6613200" y="1022400"/>
                </a:lnTo>
                <a:lnTo>
                  <a:pt x="6590699" y="1019111"/>
                </a:lnTo>
                <a:lnTo>
                  <a:pt x="6568200" y="1009747"/>
                </a:lnTo>
                <a:lnTo>
                  <a:pt x="6545700" y="995731"/>
                </a:lnTo>
                <a:lnTo>
                  <a:pt x="6523200" y="979200"/>
                </a:lnTo>
                <a:lnTo>
                  <a:pt x="6523200" y="979200"/>
                </a:lnTo>
                <a:lnTo>
                  <a:pt x="6500700" y="995731"/>
                </a:lnTo>
                <a:lnTo>
                  <a:pt x="6478200" y="1009747"/>
                </a:lnTo>
                <a:lnTo>
                  <a:pt x="6455700" y="1019111"/>
                </a:lnTo>
                <a:lnTo>
                  <a:pt x="6433199" y="1022400"/>
                </a:lnTo>
                <a:lnTo>
                  <a:pt x="6410700" y="1019111"/>
                </a:lnTo>
                <a:lnTo>
                  <a:pt x="6388200" y="1009747"/>
                </a:lnTo>
                <a:lnTo>
                  <a:pt x="6365700" y="995731"/>
                </a:lnTo>
                <a:lnTo>
                  <a:pt x="6343200" y="979200"/>
                </a:lnTo>
                <a:lnTo>
                  <a:pt x="6343200" y="979200"/>
                </a:lnTo>
                <a:lnTo>
                  <a:pt x="6320700" y="995731"/>
                </a:lnTo>
                <a:lnTo>
                  <a:pt x="6298200" y="1009747"/>
                </a:lnTo>
                <a:lnTo>
                  <a:pt x="6275699" y="1019111"/>
                </a:lnTo>
                <a:lnTo>
                  <a:pt x="6253200" y="1022400"/>
                </a:lnTo>
                <a:lnTo>
                  <a:pt x="6230700" y="1019111"/>
                </a:lnTo>
                <a:lnTo>
                  <a:pt x="6208200" y="1009747"/>
                </a:lnTo>
                <a:lnTo>
                  <a:pt x="6185700" y="995731"/>
                </a:lnTo>
                <a:lnTo>
                  <a:pt x="6163199" y="979200"/>
                </a:lnTo>
                <a:lnTo>
                  <a:pt x="6163199" y="979200"/>
                </a:lnTo>
                <a:lnTo>
                  <a:pt x="6140700" y="995731"/>
                </a:lnTo>
                <a:lnTo>
                  <a:pt x="6118200" y="1009747"/>
                </a:lnTo>
                <a:lnTo>
                  <a:pt x="6095700" y="1019111"/>
                </a:lnTo>
                <a:lnTo>
                  <a:pt x="6073200" y="1022400"/>
                </a:lnTo>
                <a:lnTo>
                  <a:pt x="6050700" y="1019111"/>
                </a:lnTo>
                <a:lnTo>
                  <a:pt x="6028200" y="1009747"/>
                </a:lnTo>
                <a:lnTo>
                  <a:pt x="6005699" y="995731"/>
                </a:lnTo>
                <a:lnTo>
                  <a:pt x="5983200" y="979200"/>
                </a:lnTo>
                <a:lnTo>
                  <a:pt x="5983200" y="979200"/>
                </a:lnTo>
                <a:lnTo>
                  <a:pt x="5960700" y="995731"/>
                </a:lnTo>
                <a:lnTo>
                  <a:pt x="5938200" y="1009747"/>
                </a:lnTo>
                <a:lnTo>
                  <a:pt x="5915700" y="1019111"/>
                </a:lnTo>
                <a:lnTo>
                  <a:pt x="5893200" y="1022400"/>
                </a:lnTo>
                <a:lnTo>
                  <a:pt x="5870700" y="1019111"/>
                </a:lnTo>
                <a:lnTo>
                  <a:pt x="5848199" y="1009747"/>
                </a:lnTo>
                <a:lnTo>
                  <a:pt x="5825700" y="995731"/>
                </a:lnTo>
                <a:lnTo>
                  <a:pt x="5803200" y="979200"/>
                </a:lnTo>
                <a:lnTo>
                  <a:pt x="5803200" y="979200"/>
                </a:lnTo>
                <a:lnTo>
                  <a:pt x="5780700" y="995731"/>
                </a:lnTo>
                <a:lnTo>
                  <a:pt x="5758200" y="1009747"/>
                </a:lnTo>
                <a:lnTo>
                  <a:pt x="5735699" y="1019111"/>
                </a:lnTo>
                <a:lnTo>
                  <a:pt x="5713200" y="1022400"/>
                </a:lnTo>
                <a:lnTo>
                  <a:pt x="5690700" y="1019111"/>
                </a:lnTo>
                <a:lnTo>
                  <a:pt x="5668200" y="1009747"/>
                </a:lnTo>
                <a:lnTo>
                  <a:pt x="5645700" y="995731"/>
                </a:lnTo>
                <a:lnTo>
                  <a:pt x="5623200" y="979200"/>
                </a:lnTo>
                <a:lnTo>
                  <a:pt x="5623200" y="979200"/>
                </a:lnTo>
                <a:lnTo>
                  <a:pt x="5600700" y="995731"/>
                </a:lnTo>
                <a:lnTo>
                  <a:pt x="5578199" y="1009747"/>
                </a:lnTo>
                <a:lnTo>
                  <a:pt x="5555700" y="1019111"/>
                </a:lnTo>
                <a:lnTo>
                  <a:pt x="5533200" y="1022400"/>
                </a:lnTo>
                <a:lnTo>
                  <a:pt x="5510700" y="1019111"/>
                </a:lnTo>
                <a:lnTo>
                  <a:pt x="5488200" y="1009747"/>
                </a:lnTo>
                <a:lnTo>
                  <a:pt x="5465700" y="995731"/>
                </a:lnTo>
                <a:lnTo>
                  <a:pt x="5443200" y="979200"/>
                </a:lnTo>
                <a:lnTo>
                  <a:pt x="5443200" y="979200"/>
                </a:lnTo>
                <a:lnTo>
                  <a:pt x="5420699" y="995731"/>
                </a:lnTo>
                <a:lnTo>
                  <a:pt x="5398200" y="1009747"/>
                </a:lnTo>
                <a:lnTo>
                  <a:pt x="5375700" y="1019111"/>
                </a:lnTo>
                <a:lnTo>
                  <a:pt x="5353200" y="1022400"/>
                </a:lnTo>
                <a:lnTo>
                  <a:pt x="5330700" y="1019111"/>
                </a:lnTo>
                <a:lnTo>
                  <a:pt x="5308199" y="1009747"/>
                </a:lnTo>
                <a:lnTo>
                  <a:pt x="5285700" y="995731"/>
                </a:lnTo>
                <a:lnTo>
                  <a:pt x="5263200" y="979200"/>
                </a:lnTo>
                <a:lnTo>
                  <a:pt x="5263200" y="979200"/>
                </a:lnTo>
                <a:lnTo>
                  <a:pt x="5240700" y="995731"/>
                </a:lnTo>
                <a:lnTo>
                  <a:pt x="5218200" y="1009747"/>
                </a:lnTo>
                <a:lnTo>
                  <a:pt x="5195700" y="1019111"/>
                </a:lnTo>
                <a:lnTo>
                  <a:pt x="5173200" y="1022400"/>
                </a:lnTo>
                <a:lnTo>
                  <a:pt x="5150699" y="1019111"/>
                </a:lnTo>
                <a:lnTo>
                  <a:pt x="5128200" y="1009747"/>
                </a:lnTo>
                <a:lnTo>
                  <a:pt x="5105700" y="995731"/>
                </a:lnTo>
                <a:lnTo>
                  <a:pt x="5083200" y="979200"/>
                </a:lnTo>
                <a:lnTo>
                  <a:pt x="5083200" y="979200"/>
                </a:lnTo>
                <a:lnTo>
                  <a:pt x="5060700" y="995731"/>
                </a:lnTo>
                <a:lnTo>
                  <a:pt x="5038200" y="1009747"/>
                </a:lnTo>
                <a:lnTo>
                  <a:pt x="5015700" y="1019111"/>
                </a:lnTo>
                <a:lnTo>
                  <a:pt x="4993199" y="1022400"/>
                </a:lnTo>
                <a:lnTo>
                  <a:pt x="4970700" y="1019111"/>
                </a:lnTo>
                <a:lnTo>
                  <a:pt x="4948200" y="1009747"/>
                </a:lnTo>
                <a:lnTo>
                  <a:pt x="4925700" y="995731"/>
                </a:lnTo>
                <a:lnTo>
                  <a:pt x="4903200" y="979200"/>
                </a:lnTo>
                <a:lnTo>
                  <a:pt x="4903200" y="979200"/>
                </a:lnTo>
                <a:lnTo>
                  <a:pt x="4880699" y="995731"/>
                </a:lnTo>
                <a:lnTo>
                  <a:pt x="4858200" y="1009747"/>
                </a:lnTo>
                <a:lnTo>
                  <a:pt x="4835700" y="1019111"/>
                </a:lnTo>
                <a:lnTo>
                  <a:pt x="4813200" y="1022400"/>
                </a:lnTo>
                <a:lnTo>
                  <a:pt x="4790700" y="1019111"/>
                </a:lnTo>
                <a:lnTo>
                  <a:pt x="4768200" y="1009747"/>
                </a:lnTo>
                <a:lnTo>
                  <a:pt x="4745700" y="995731"/>
                </a:lnTo>
                <a:lnTo>
                  <a:pt x="4723199" y="979200"/>
                </a:lnTo>
                <a:lnTo>
                  <a:pt x="4723199" y="979200"/>
                </a:lnTo>
                <a:lnTo>
                  <a:pt x="4700700" y="995731"/>
                </a:lnTo>
                <a:lnTo>
                  <a:pt x="4678200" y="1009747"/>
                </a:lnTo>
                <a:lnTo>
                  <a:pt x="4655700" y="1019111"/>
                </a:lnTo>
                <a:lnTo>
                  <a:pt x="4633200" y="1022400"/>
                </a:lnTo>
                <a:lnTo>
                  <a:pt x="4610700" y="1019111"/>
                </a:lnTo>
                <a:lnTo>
                  <a:pt x="4588200" y="1009747"/>
                </a:lnTo>
                <a:lnTo>
                  <a:pt x="4565699" y="995731"/>
                </a:lnTo>
                <a:lnTo>
                  <a:pt x="4543200" y="979200"/>
                </a:lnTo>
                <a:lnTo>
                  <a:pt x="4543200" y="979200"/>
                </a:lnTo>
                <a:lnTo>
                  <a:pt x="4520700" y="995731"/>
                </a:lnTo>
                <a:lnTo>
                  <a:pt x="4498200" y="1009747"/>
                </a:lnTo>
                <a:lnTo>
                  <a:pt x="4475700" y="1019111"/>
                </a:lnTo>
                <a:lnTo>
                  <a:pt x="4453200" y="1022400"/>
                </a:lnTo>
                <a:lnTo>
                  <a:pt x="4430700" y="1019111"/>
                </a:lnTo>
                <a:lnTo>
                  <a:pt x="4408200" y="1009747"/>
                </a:lnTo>
                <a:lnTo>
                  <a:pt x="4385700" y="995731"/>
                </a:lnTo>
                <a:lnTo>
                  <a:pt x="4363200" y="979200"/>
                </a:lnTo>
                <a:lnTo>
                  <a:pt x="4363200" y="979200"/>
                </a:lnTo>
                <a:lnTo>
                  <a:pt x="4340700" y="995731"/>
                </a:lnTo>
                <a:lnTo>
                  <a:pt x="4318200" y="1009747"/>
                </a:lnTo>
                <a:lnTo>
                  <a:pt x="4295700" y="1019111"/>
                </a:lnTo>
                <a:lnTo>
                  <a:pt x="4273200" y="1022400"/>
                </a:lnTo>
                <a:lnTo>
                  <a:pt x="4250700" y="1019111"/>
                </a:lnTo>
                <a:lnTo>
                  <a:pt x="4228200" y="1009747"/>
                </a:lnTo>
                <a:lnTo>
                  <a:pt x="4205700" y="995731"/>
                </a:lnTo>
                <a:lnTo>
                  <a:pt x="4183200" y="979200"/>
                </a:lnTo>
                <a:lnTo>
                  <a:pt x="4183200" y="979200"/>
                </a:lnTo>
                <a:lnTo>
                  <a:pt x="4160700" y="995731"/>
                </a:lnTo>
                <a:lnTo>
                  <a:pt x="4138200" y="1009747"/>
                </a:lnTo>
                <a:lnTo>
                  <a:pt x="4115700" y="1019111"/>
                </a:lnTo>
                <a:lnTo>
                  <a:pt x="4093200" y="1022400"/>
                </a:lnTo>
                <a:lnTo>
                  <a:pt x="4070700" y="1019111"/>
                </a:lnTo>
                <a:lnTo>
                  <a:pt x="4048200" y="1009747"/>
                </a:lnTo>
                <a:lnTo>
                  <a:pt x="4025700" y="995731"/>
                </a:lnTo>
                <a:lnTo>
                  <a:pt x="4003200" y="979200"/>
                </a:lnTo>
                <a:lnTo>
                  <a:pt x="4003200" y="979200"/>
                </a:lnTo>
                <a:lnTo>
                  <a:pt x="3980700" y="995731"/>
                </a:lnTo>
                <a:lnTo>
                  <a:pt x="3958200" y="1009747"/>
                </a:lnTo>
                <a:lnTo>
                  <a:pt x="3935700" y="1019111"/>
                </a:lnTo>
                <a:lnTo>
                  <a:pt x="3913200" y="1022400"/>
                </a:lnTo>
                <a:lnTo>
                  <a:pt x="3890700" y="1019111"/>
                </a:lnTo>
                <a:lnTo>
                  <a:pt x="3868200" y="1009747"/>
                </a:lnTo>
                <a:lnTo>
                  <a:pt x="3845700" y="995731"/>
                </a:lnTo>
                <a:lnTo>
                  <a:pt x="3823200" y="979200"/>
                </a:lnTo>
                <a:lnTo>
                  <a:pt x="3823200" y="979200"/>
                </a:lnTo>
                <a:lnTo>
                  <a:pt x="3800700" y="995731"/>
                </a:lnTo>
                <a:lnTo>
                  <a:pt x="3778200" y="1009747"/>
                </a:lnTo>
                <a:lnTo>
                  <a:pt x="3755700" y="1019111"/>
                </a:lnTo>
                <a:lnTo>
                  <a:pt x="3733200" y="1022400"/>
                </a:lnTo>
                <a:lnTo>
                  <a:pt x="3710700" y="1019111"/>
                </a:lnTo>
                <a:lnTo>
                  <a:pt x="3688200" y="1009747"/>
                </a:lnTo>
                <a:lnTo>
                  <a:pt x="3665700" y="995731"/>
                </a:lnTo>
                <a:lnTo>
                  <a:pt x="3643200" y="979200"/>
                </a:lnTo>
                <a:lnTo>
                  <a:pt x="3643200" y="979200"/>
                </a:lnTo>
                <a:lnTo>
                  <a:pt x="3620700" y="995731"/>
                </a:lnTo>
                <a:lnTo>
                  <a:pt x="3598200" y="1009747"/>
                </a:lnTo>
                <a:lnTo>
                  <a:pt x="3575700" y="1019111"/>
                </a:lnTo>
                <a:lnTo>
                  <a:pt x="3553200" y="1022400"/>
                </a:lnTo>
                <a:lnTo>
                  <a:pt x="3530700" y="1019111"/>
                </a:lnTo>
                <a:lnTo>
                  <a:pt x="3508200" y="1009747"/>
                </a:lnTo>
                <a:lnTo>
                  <a:pt x="3485700" y="995731"/>
                </a:lnTo>
                <a:lnTo>
                  <a:pt x="3463200" y="979200"/>
                </a:lnTo>
                <a:lnTo>
                  <a:pt x="3463200" y="979200"/>
                </a:lnTo>
                <a:lnTo>
                  <a:pt x="3440700" y="995731"/>
                </a:lnTo>
                <a:lnTo>
                  <a:pt x="3418200" y="1009747"/>
                </a:lnTo>
                <a:lnTo>
                  <a:pt x="3395700" y="1019111"/>
                </a:lnTo>
                <a:lnTo>
                  <a:pt x="3373200" y="1022400"/>
                </a:lnTo>
                <a:lnTo>
                  <a:pt x="3350700" y="1019111"/>
                </a:lnTo>
                <a:lnTo>
                  <a:pt x="3328200" y="1009747"/>
                </a:lnTo>
                <a:lnTo>
                  <a:pt x="3305700" y="995731"/>
                </a:lnTo>
                <a:lnTo>
                  <a:pt x="3283200" y="979200"/>
                </a:lnTo>
                <a:lnTo>
                  <a:pt x="3283200" y="979200"/>
                </a:lnTo>
                <a:lnTo>
                  <a:pt x="3260700" y="995731"/>
                </a:lnTo>
                <a:lnTo>
                  <a:pt x="3238200" y="1009747"/>
                </a:lnTo>
                <a:lnTo>
                  <a:pt x="3215700" y="1019111"/>
                </a:lnTo>
                <a:lnTo>
                  <a:pt x="3193200" y="1022400"/>
                </a:lnTo>
                <a:lnTo>
                  <a:pt x="3170700" y="1019111"/>
                </a:lnTo>
                <a:lnTo>
                  <a:pt x="3148200" y="1009747"/>
                </a:lnTo>
                <a:lnTo>
                  <a:pt x="3125700" y="995731"/>
                </a:lnTo>
                <a:lnTo>
                  <a:pt x="3103200" y="979200"/>
                </a:lnTo>
                <a:lnTo>
                  <a:pt x="3103200" y="979200"/>
                </a:lnTo>
                <a:lnTo>
                  <a:pt x="3080700" y="995731"/>
                </a:lnTo>
                <a:lnTo>
                  <a:pt x="3058200" y="1009747"/>
                </a:lnTo>
                <a:lnTo>
                  <a:pt x="3035700" y="1019111"/>
                </a:lnTo>
                <a:lnTo>
                  <a:pt x="3013200" y="1022400"/>
                </a:lnTo>
                <a:lnTo>
                  <a:pt x="2990700" y="1019111"/>
                </a:lnTo>
                <a:lnTo>
                  <a:pt x="2968200" y="1009747"/>
                </a:lnTo>
                <a:lnTo>
                  <a:pt x="2945700" y="995731"/>
                </a:lnTo>
                <a:lnTo>
                  <a:pt x="2923200" y="979200"/>
                </a:lnTo>
                <a:lnTo>
                  <a:pt x="2923200" y="979200"/>
                </a:lnTo>
                <a:lnTo>
                  <a:pt x="2900700" y="995731"/>
                </a:lnTo>
                <a:lnTo>
                  <a:pt x="2878200" y="1009747"/>
                </a:lnTo>
                <a:lnTo>
                  <a:pt x="2855700" y="1019111"/>
                </a:lnTo>
                <a:lnTo>
                  <a:pt x="2833200" y="1022400"/>
                </a:lnTo>
                <a:lnTo>
                  <a:pt x="2810700" y="1019111"/>
                </a:lnTo>
                <a:lnTo>
                  <a:pt x="2788200" y="1009747"/>
                </a:lnTo>
                <a:lnTo>
                  <a:pt x="2765700" y="995731"/>
                </a:lnTo>
                <a:lnTo>
                  <a:pt x="2743200" y="979200"/>
                </a:lnTo>
                <a:lnTo>
                  <a:pt x="2743200" y="979200"/>
                </a:lnTo>
                <a:lnTo>
                  <a:pt x="2720700" y="995731"/>
                </a:lnTo>
                <a:lnTo>
                  <a:pt x="2698200" y="1009747"/>
                </a:lnTo>
                <a:lnTo>
                  <a:pt x="2675700" y="1019111"/>
                </a:lnTo>
                <a:lnTo>
                  <a:pt x="2653200" y="1022400"/>
                </a:lnTo>
                <a:lnTo>
                  <a:pt x="2630700" y="1019111"/>
                </a:lnTo>
                <a:lnTo>
                  <a:pt x="2608200" y="1009747"/>
                </a:lnTo>
                <a:lnTo>
                  <a:pt x="2585700" y="995731"/>
                </a:lnTo>
                <a:lnTo>
                  <a:pt x="2563200" y="979200"/>
                </a:lnTo>
                <a:lnTo>
                  <a:pt x="2563200" y="979200"/>
                </a:lnTo>
                <a:lnTo>
                  <a:pt x="2540700" y="995731"/>
                </a:lnTo>
                <a:lnTo>
                  <a:pt x="2518200" y="1009747"/>
                </a:lnTo>
                <a:lnTo>
                  <a:pt x="2495700" y="1019111"/>
                </a:lnTo>
                <a:lnTo>
                  <a:pt x="2473200" y="1022400"/>
                </a:lnTo>
                <a:lnTo>
                  <a:pt x="2450700" y="1019111"/>
                </a:lnTo>
                <a:lnTo>
                  <a:pt x="2428200" y="1009747"/>
                </a:lnTo>
                <a:lnTo>
                  <a:pt x="2405700" y="995731"/>
                </a:lnTo>
                <a:lnTo>
                  <a:pt x="2383200" y="979200"/>
                </a:lnTo>
                <a:lnTo>
                  <a:pt x="2383200" y="979200"/>
                </a:lnTo>
                <a:lnTo>
                  <a:pt x="2360700" y="995731"/>
                </a:lnTo>
                <a:lnTo>
                  <a:pt x="2338200" y="1009747"/>
                </a:lnTo>
                <a:lnTo>
                  <a:pt x="2315700" y="1019111"/>
                </a:lnTo>
                <a:lnTo>
                  <a:pt x="2293200" y="1022400"/>
                </a:lnTo>
                <a:lnTo>
                  <a:pt x="2270700" y="1019111"/>
                </a:lnTo>
                <a:lnTo>
                  <a:pt x="2248200" y="1009747"/>
                </a:lnTo>
                <a:lnTo>
                  <a:pt x="2225700" y="995731"/>
                </a:lnTo>
                <a:lnTo>
                  <a:pt x="2203200" y="979200"/>
                </a:lnTo>
                <a:lnTo>
                  <a:pt x="2203200" y="979200"/>
                </a:lnTo>
                <a:lnTo>
                  <a:pt x="2180700" y="995731"/>
                </a:lnTo>
                <a:lnTo>
                  <a:pt x="2158200" y="1009747"/>
                </a:lnTo>
                <a:lnTo>
                  <a:pt x="2135700" y="1019111"/>
                </a:lnTo>
                <a:lnTo>
                  <a:pt x="2113200" y="1022400"/>
                </a:lnTo>
                <a:lnTo>
                  <a:pt x="2090700" y="1019111"/>
                </a:lnTo>
                <a:lnTo>
                  <a:pt x="2068200" y="1009747"/>
                </a:lnTo>
                <a:lnTo>
                  <a:pt x="2045700" y="995731"/>
                </a:lnTo>
                <a:lnTo>
                  <a:pt x="2023200" y="979200"/>
                </a:lnTo>
                <a:lnTo>
                  <a:pt x="2023200" y="979200"/>
                </a:lnTo>
                <a:lnTo>
                  <a:pt x="2000700" y="995731"/>
                </a:lnTo>
                <a:lnTo>
                  <a:pt x="1978200" y="1009747"/>
                </a:lnTo>
                <a:lnTo>
                  <a:pt x="1955700" y="1019111"/>
                </a:lnTo>
                <a:lnTo>
                  <a:pt x="1933200" y="1022400"/>
                </a:lnTo>
                <a:lnTo>
                  <a:pt x="1910700" y="1019111"/>
                </a:lnTo>
                <a:lnTo>
                  <a:pt x="1888200" y="1009747"/>
                </a:lnTo>
                <a:lnTo>
                  <a:pt x="1865700" y="995731"/>
                </a:lnTo>
                <a:lnTo>
                  <a:pt x="1843200" y="979200"/>
                </a:lnTo>
                <a:lnTo>
                  <a:pt x="1843200" y="979200"/>
                </a:lnTo>
                <a:lnTo>
                  <a:pt x="1820700" y="995731"/>
                </a:lnTo>
                <a:lnTo>
                  <a:pt x="1798200" y="1009747"/>
                </a:lnTo>
                <a:lnTo>
                  <a:pt x="1775700" y="1019111"/>
                </a:lnTo>
                <a:lnTo>
                  <a:pt x="1753200" y="1022400"/>
                </a:lnTo>
                <a:lnTo>
                  <a:pt x="1730700" y="1019111"/>
                </a:lnTo>
                <a:lnTo>
                  <a:pt x="1708200" y="1009747"/>
                </a:lnTo>
                <a:lnTo>
                  <a:pt x="1685700" y="995731"/>
                </a:lnTo>
                <a:lnTo>
                  <a:pt x="1663200" y="979200"/>
                </a:lnTo>
                <a:lnTo>
                  <a:pt x="1663200" y="979200"/>
                </a:lnTo>
                <a:lnTo>
                  <a:pt x="1640700" y="995731"/>
                </a:lnTo>
                <a:lnTo>
                  <a:pt x="1618200" y="1009747"/>
                </a:lnTo>
                <a:lnTo>
                  <a:pt x="1595700" y="1019111"/>
                </a:lnTo>
                <a:lnTo>
                  <a:pt x="1573200" y="1022400"/>
                </a:lnTo>
                <a:lnTo>
                  <a:pt x="1550700" y="1019111"/>
                </a:lnTo>
                <a:lnTo>
                  <a:pt x="1528200" y="1009747"/>
                </a:lnTo>
                <a:lnTo>
                  <a:pt x="1505700" y="995731"/>
                </a:lnTo>
                <a:lnTo>
                  <a:pt x="1483200" y="979200"/>
                </a:lnTo>
                <a:lnTo>
                  <a:pt x="1483200" y="979200"/>
                </a:lnTo>
                <a:lnTo>
                  <a:pt x="1460700" y="995731"/>
                </a:lnTo>
                <a:lnTo>
                  <a:pt x="1438200" y="1009747"/>
                </a:lnTo>
                <a:lnTo>
                  <a:pt x="1415700" y="1019111"/>
                </a:lnTo>
                <a:lnTo>
                  <a:pt x="1393200" y="1022400"/>
                </a:lnTo>
                <a:lnTo>
                  <a:pt x="1370700" y="1019111"/>
                </a:lnTo>
                <a:lnTo>
                  <a:pt x="1348200" y="1009747"/>
                </a:lnTo>
                <a:lnTo>
                  <a:pt x="1325700" y="995731"/>
                </a:lnTo>
                <a:lnTo>
                  <a:pt x="1303200" y="979200"/>
                </a:lnTo>
                <a:lnTo>
                  <a:pt x="1303200" y="979200"/>
                </a:lnTo>
                <a:lnTo>
                  <a:pt x="1280700" y="995731"/>
                </a:lnTo>
                <a:lnTo>
                  <a:pt x="1258200" y="1009747"/>
                </a:lnTo>
                <a:lnTo>
                  <a:pt x="1235700" y="1019111"/>
                </a:lnTo>
                <a:lnTo>
                  <a:pt x="1213200" y="1022400"/>
                </a:lnTo>
                <a:lnTo>
                  <a:pt x="1190700" y="1019111"/>
                </a:lnTo>
                <a:lnTo>
                  <a:pt x="1168200" y="1009747"/>
                </a:lnTo>
                <a:lnTo>
                  <a:pt x="1145700" y="995731"/>
                </a:lnTo>
                <a:lnTo>
                  <a:pt x="1123200" y="979200"/>
                </a:lnTo>
                <a:lnTo>
                  <a:pt x="1123200" y="979200"/>
                </a:lnTo>
                <a:lnTo>
                  <a:pt x="1100700" y="995731"/>
                </a:lnTo>
                <a:lnTo>
                  <a:pt x="1078200" y="1009747"/>
                </a:lnTo>
                <a:lnTo>
                  <a:pt x="1055700" y="1019111"/>
                </a:lnTo>
                <a:lnTo>
                  <a:pt x="1033200" y="1022400"/>
                </a:lnTo>
                <a:lnTo>
                  <a:pt x="1010700" y="1019111"/>
                </a:lnTo>
                <a:lnTo>
                  <a:pt x="988200" y="1009747"/>
                </a:lnTo>
                <a:lnTo>
                  <a:pt x="965700" y="995731"/>
                </a:lnTo>
                <a:lnTo>
                  <a:pt x="943200" y="979200"/>
                </a:lnTo>
                <a:lnTo>
                  <a:pt x="943200" y="979200"/>
                </a:lnTo>
                <a:lnTo>
                  <a:pt x="920700" y="995731"/>
                </a:lnTo>
                <a:lnTo>
                  <a:pt x="898200" y="1009747"/>
                </a:lnTo>
                <a:lnTo>
                  <a:pt x="875700" y="1019111"/>
                </a:lnTo>
                <a:lnTo>
                  <a:pt x="853200" y="1022400"/>
                </a:lnTo>
                <a:lnTo>
                  <a:pt x="830700" y="1019111"/>
                </a:lnTo>
                <a:lnTo>
                  <a:pt x="808200" y="1009747"/>
                </a:lnTo>
                <a:lnTo>
                  <a:pt x="785700" y="995731"/>
                </a:lnTo>
                <a:lnTo>
                  <a:pt x="763200" y="979200"/>
                </a:lnTo>
                <a:lnTo>
                  <a:pt x="763200" y="979200"/>
                </a:lnTo>
                <a:lnTo>
                  <a:pt x="740700" y="995731"/>
                </a:lnTo>
                <a:lnTo>
                  <a:pt x="718200" y="1009747"/>
                </a:lnTo>
                <a:lnTo>
                  <a:pt x="695700" y="1019111"/>
                </a:lnTo>
                <a:lnTo>
                  <a:pt x="673200" y="1022400"/>
                </a:lnTo>
                <a:lnTo>
                  <a:pt x="650700" y="1019111"/>
                </a:lnTo>
                <a:lnTo>
                  <a:pt x="628200" y="1009747"/>
                </a:lnTo>
                <a:lnTo>
                  <a:pt x="605700" y="995731"/>
                </a:lnTo>
                <a:lnTo>
                  <a:pt x="583200" y="979200"/>
                </a:lnTo>
                <a:lnTo>
                  <a:pt x="583200" y="979200"/>
                </a:lnTo>
                <a:lnTo>
                  <a:pt x="560700" y="995731"/>
                </a:lnTo>
                <a:lnTo>
                  <a:pt x="538200" y="1009747"/>
                </a:lnTo>
                <a:lnTo>
                  <a:pt x="515700" y="1019111"/>
                </a:lnTo>
                <a:lnTo>
                  <a:pt x="493200" y="1022400"/>
                </a:lnTo>
                <a:lnTo>
                  <a:pt x="470700" y="1019111"/>
                </a:lnTo>
                <a:lnTo>
                  <a:pt x="448200" y="1009747"/>
                </a:lnTo>
                <a:lnTo>
                  <a:pt x="425700" y="995731"/>
                </a:lnTo>
                <a:lnTo>
                  <a:pt x="403200" y="979200"/>
                </a:lnTo>
                <a:lnTo>
                  <a:pt x="403200" y="979200"/>
                </a:lnTo>
                <a:lnTo>
                  <a:pt x="380700" y="995731"/>
                </a:lnTo>
                <a:lnTo>
                  <a:pt x="358200" y="1009747"/>
                </a:lnTo>
                <a:lnTo>
                  <a:pt x="335700" y="1019111"/>
                </a:lnTo>
                <a:lnTo>
                  <a:pt x="313200" y="1022400"/>
                </a:lnTo>
                <a:lnTo>
                  <a:pt x="290700" y="1019111"/>
                </a:lnTo>
                <a:lnTo>
                  <a:pt x="268200" y="1009747"/>
                </a:lnTo>
                <a:lnTo>
                  <a:pt x="245700" y="995731"/>
                </a:lnTo>
                <a:lnTo>
                  <a:pt x="223200" y="979200"/>
                </a:lnTo>
                <a:lnTo>
                  <a:pt x="223200" y="979200"/>
                </a:lnTo>
                <a:lnTo>
                  <a:pt x="200700" y="995731"/>
                </a:lnTo>
                <a:lnTo>
                  <a:pt x="178200" y="1009747"/>
                </a:lnTo>
                <a:lnTo>
                  <a:pt x="155700" y="1019111"/>
                </a:lnTo>
                <a:lnTo>
                  <a:pt x="133200" y="1022400"/>
                </a:lnTo>
                <a:lnTo>
                  <a:pt x="110700" y="1019111"/>
                </a:lnTo>
                <a:lnTo>
                  <a:pt x="88200" y="1009747"/>
                </a:lnTo>
                <a:lnTo>
                  <a:pt x="65700" y="995731"/>
                </a:lnTo>
                <a:lnTo>
                  <a:pt x="43200" y="979200"/>
                </a:lnTo>
                <a:lnTo>
                  <a:pt x="43200" y="979200"/>
                </a:lnTo>
                <a:lnTo>
                  <a:pt x="26668" y="955800"/>
                </a:lnTo>
                <a:lnTo>
                  <a:pt x="12652" y="932400"/>
                </a:lnTo>
                <a:lnTo>
                  <a:pt x="3288" y="909000"/>
                </a:lnTo>
                <a:lnTo>
                  <a:pt x="0" y="885600"/>
                </a:lnTo>
                <a:lnTo>
                  <a:pt x="3288" y="862200"/>
                </a:lnTo>
                <a:lnTo>
                  <a:pt x="12652" y="838800"/>
                </a:lnTo>
                <a:lnTo>
                  <a:pt x="26668" y="815400"/>
                </a:lnTo>
                <a:lnTo>
                  <a:pt x="43200" y="792000"/>
                </a:lnTo>
                <a:lnTo>
                  <a:pt x="43200" y="792000"/>
                </a:lnTo>
                <a:lnTo>
                  <a:pt x="26668" y="768600"/>
                </a:lnTo>
                <a:lnTo>
                  <a:pt x="12652" y="745200"/>
                </a:lnTo>
                <a:lnTo>
                  <a:pt x="3288" y="721800"/>
                </a:lnTo>
                <a:lnTo>
                  <a:pt x="0" y="698400"/>
                </a:lnTo>
                <a:lnTo>
                  <a:pt x="3288" y="675000"/>
                </a:lnTo>
                <a:lnTo>
                  <a:pt x="12652" y="651600"/>
                </a:lnTo>
                <a:lnTo>
                  <a:pt x="26668" y="628200"/>
                </a:lnTo>
                <a:lnTo>
                  <a:pt x="43200" y="604800"/>
                </a:lnTo>
                <a:lnTo>
                  <a:pt x="43200" y="604800"/>
                </a:lnTo>
                <a:lnTo>
                  <a:pt x="26668" y="581400"/>
                </a:lnTo>
                <a:lnTo>
                  <a:pt x="12652" y="558000"/>
                </a:lnTo>
                <a:lnTo>
                  <a:pt x="3288" y="534600"/>
                </a:lnTo>
                <a:lnTo>
                  <a:pt x="0" y="511200"/>
                </a:lnTo>
                <a:lnTo>
                  <a:pt x="3288" y="487800"/>
                </a:lnTo>
                <a:lnTo>
                  <a:pt x="12652" y="464400"/>
                </a:lnTo>
                <a:lnTo>
                  <a:pt x="26668" y="441000"/>
                </a:lnTo>
                <a:lnTo>
                  <a:pt x="43200" y="417600"/>
                </a:lnTo>
                <a:lnTo>
                  <a:pt x="43200" y="417600"/>
                </a:lnTo>
                <a:lnTo>
                  <a:pt x="26668" y="394200"/>
                </a:lnTo>
                <a:lnTo>
                  <a:pt x="12652" y="370800"/>
                </a:lnTo>
                <a:lnTo>
                  <a:pt x="3288" y="347400"/>
                </a:lnTo>
                <a:lnTo>
                  <a:pt x="0" y="324000"/>
                </a:lnTo>
                <a:lnTo>
                  <a:pt x="3288" y="300600"/>
                </a:lnTo>
                <a:lnTo>
                  <a:pt x="12652" y="277200"/>
                </a:lnTo>
                <a:lnTo>
                  <a:pt x="26668" y="253800"/>
                </a:lnTo>
                <a:lnTo>
                  <a:pt x="43200" y="230400"/>
                </a:lnTo>
                <a:lnTo>
                  <a:pt x="43200" y="230400"/>
                </a:lnTo>
                <a:lnTo>
                  <a:pt x="26668" y="207000"/>
                </a:lnTo>
                <a:lnTo>
                  <a:pt x="12652" y="183600"/>
                </a:lnTo>
                <a:lnTo>
                  <a:pt x="3288" y="160200"/>
                </a:lnTo>
                <a:lnTo>
                  <a:pt x="0" y="136800"/>
                </a:lnTo>
                <a:lnTo>
                  <a:pt x="3288" y="113400"/>
                </a:lnTo>
                <a:lnTo>
                  <a:pt x="12652" y="90000"/>
                </a:lnTo>
                <a:lnTo>
                  <a:pt x="26668" y="66600"/>
                </a:lnTo>
                <a:lnTo>
                  <a:pt x="43200" y="43200"/>
                </a:lnTo>
                <a:close/>
              </a:path>
            </a:pathLst>
          </a:custGeom>
          <a:noFill/>
          <a:ln w="7620">
            <a:solidFill>
              <a:srgbClr val="A4433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000" y="5724000"/>
            <a:ext cx="13464000" cy="75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  <a:r>
              <a:t>#16  SERVICES / FIXINGS  /  MEP / structural / fabricator</a:t>
            </a:r>
          </a:p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  <a:r>
              <a:t>No anchor capacities, lighting circuits or driver ventilation established. Review proposed AP-13 to AP-22 assemblies.</a:t>
            </a:r>
          </a:p>
        </p:txBody>
      </p:sp>
      <p:sp>
        <p:nvSpPr>
          <p:cNvPr id="19" name="Freeform 18"/>
          <p:cNvSpPr/>
          <p:nvPr/>
        </p:nvSpPr>
        <p:spPr>
          <a:xfrm>
            <a:off x="676800" y="6724800"/>
            <a:ext cx="13766400" cy="1022400"/>
          </a:xfrm>
          <a:custGeom>
            <a:avLst/>
            <a:gdLst/>
            <a:ahLst/>
            <a:cxnLst/>
            <a:rect l="l" t="t" r="r" b="b"/>
            <a:pathLst>
              <a:path w="13766400" h="1022400">
                <a:moveTo>
                  <a:pt x="43200" y="43200"/>
                </a:moveTo>
                <a:lnTo>
                  <a:pt x="65700" y="26668"/>
                </a:lnTo>
                <a:lnTo>
                  <a:pt x="88200" y="12652"/>
                </a:lnTo>
                <a:lnTo>
                  <a:pt x="110700" y="3288"/>
                </a:lnTo>
                <a:lnTo>
                  <a:pt x="133200" y="0"/>
                </a:lnTo>
                <a:lnTo>
                  <a:pt x="155700" y="3288"/>
                </a:lnTo>
                <a:lnTo>
                  <a:pt x="178200" y="12652"/>
                </a:lnTo>
                <a:lnTo>
                  <a:pt x="200700" y="26668"/>
                </a:lnTo>
                <a:lnTo>
                  <a:pt x="223200" y="43200"/>
                </a:lnTo>
                <a:lnTo>
                  <a:pt x="223200" y="43200"/>
                </a:lnTo>
                <a:lnTo>
                  <a:pt x="245700" y="26668"/>
                </a:lnTo>
                <a:lnTo>
                  <a:pt x="268200" y="12652"/>
                </a:lnTo>
                <a:lnTo>
                  <a:pt x="290700" y="3288"/>
                </a:lnTo>
                <a:lnTo>
                  <a:pt x="313200" y="0"/>
                </a:lnTo>
                <a:lnTo>
                  <a:pt x="335700" y="3288"/>
                </a:lnTo>
                <a:lnTo>
                  <a:pt x="358200" y="12652"/>
                </a:lnTo>
                <a:lnTo>
                  <a:pt x="380700" y="26668"/>
                </a:lnTo>
                <a:lnTo>
                  <a:pt x="403200" y="43200"/>
                </a:lnTo>
                <a:lnTo>
                  <a:pt x="403200" y="43200"/>
                </a:lnTo>
                <a:lnTo>
                  <a:pt x="425700" y="26668"/>
                </a:lnTo>
                <a:lnTo>
                  <a:pt x="448200" y="12652"/>
                </a:lnTo>
                <a:lnTo>
                  <a:pt x="470700" y="3288"/>
                </a:lnTo>
                <a:lnTo>
                  <a:pt x="493200" y="0"/>
                </a:lnTo>
                <a:lnTo>
                  <a:pt x="515700" y="3288"/>
                </a:lnTo>
                <a:lnTo>
                  <a:pt x="538200" y="12652"/>
                </a:lnTo>
                <a:lnTo>
                  <a:pt x="560700" y="26668"/>
                </a:lnTo>
                <a:lnTo>
                  <a:pt x="583200" y="43200"/>
                </a:lnTo>
                <a:lnTo>
                  <a:pt x="583200" y="43200"/>
                </a:lnTo>
                <a:lnTo>
                  <a:pt x="605700" y="26668"/>
                </a:lnTo>
                <a:lnTo>
                  <a:pt x="628200" y="12652"/>
                </a:lnTo>
                <a:lnTo>
                  <a:pt x="650700" y="3288"/>
                </a:lnTo>
                <a:lnTo>
                  <a:pt x="673200" y="0"/>
                </a:lnTo>
                <a:lnTo>
                  <a:pt x="695700" y="3288"/>
                </a:lnTo>
                <a:lnTo>
                  <a:pt x="718200" y="12652"/>
                </a:lnTo>
                <a:lnTo>
                  <a:pt x="740700" y="26668"/>
                </a:lnTo>
                <a:lnTo>
                  <a:pt x="763200" y="43200"/>
                </a:lnTo>
                <a:lnTo>
                  <a:pt x="763200" y="43200"/>
                </a:lnTo>
                <a:lnTo>
                  <a:pt x="785700" y="26668"/>
                </a:lnTo>
                <a:lnTo>
                  <a:pt x="808200" y="12652"/>
                </a:lnTo>
                <a:lnTo>
                  <a:pt x="830700" y="3288"/>
                </a:lnTo>
                <a:lnTo>
                  <a:pt x="853200" y="0"/>
                </a:lnTo>
                <a:lnTo>
                  <a:pt x="875700" y="3288"/>
                </a:lnTo>
                <a:lnTo>
                  <a:pt x="898200" y="12652"/>
                </a:lnTo>
                <a:lnTo>
                  <a:pt x="920700" y="26668"/>
                </a:lnTo>
                <a:lnTo>
                  <a:pt x="943200" y="43200"/>
                </a:lnTo>
                <a:lnTo>
                  <a:pt x="943200" y="43200"/>
                </a:lnTo>
                <a:lnTo>
                  <a:pt x="965700" y="26668"/>
                </a:lnTo>
                <a:lnTo>
                  <a:pt x="988200" y="12652"/>
                </a:lnTo>
                <a:lnTo>
                  <a:pt x="1010700" y="3288"/>
                </a:lnTo>
                <a:lnTo>
                  <a:pt x="1033200" y="0"/>
                </a:lnTo>
                <a:lnTo>
                  <a:pt x="1055700" y="3288"/>
                </a:lnTo>
                <a:lnTo>
                  <a:pt x="1078200" y="12652"/>
                </a:lnTo>
                <a:lnTo>
                  <a:pt x="1100700" y="26668"/>
                </a:lnTo>
                <a:lnTo>
                  <a:pt x="1123200" y="43200"/>
                </a:lnTo>
                <a:lnTo>
                  <a:pt x="1123200" y="43200"/>
                </a:lnTo>
                <a:lnTo>
                  <a:pt x="1145700" y="26668"/>
                </a:lnTo>
                <a:lnTo>
                  <a:pt x="1168200" y="12652"/>
                </a:lnTo>
                <a:lnTo>
                  <a:pt x="1190700" y="3288"/>
                </a:lnTo>
                <a:lnTo>
                  <a:pt x="1213200" y="0"/>
                </a:lnTo>
                <a:lnTo>
                  <a:pt x="1235700" y="3288"/>
                </a:lnTo>
                <a:lnTo>
                  <a:pt x="1258200" y="12652"/>
                </a:lnTo>
                <a:lnTo>
                  <a:pt x="1280700" y="26668"/>
                </a:lnTo>
                <a:lnTo>
                  <a:pt x="1303200" y="43200"/>
                </a:lnTo>
                <a:lnTo>
                  <a:pt x="1303200" y="43200"/>
                </a:lnTo>
                <a:lnTo>
                  <a:pt x="1325700" y="26668"/>
                </a:lnTo>
                <a:lnTo>
                  <a:pt x="1348200" y="12652"/>
                </a:lnTo>
                <a:lnTo>
                  <a:pt x="1370700" y="3288"/>
                </a:lnTo>
                <a:lnTo>
                  <a:pt x="1393200" y="0"/>
                </a:lnTo>
                <a:lnTo>
                  <a:pt x="1415700" y="3288"/>
                </a:lnTo>
                <a:lnTo>
                  <a:pt x="1438200" y="12652"/>
                </a:lnTo>
                <a:lnTo>
                  <a:pt x="1460700" y="26668"/>
                </a:lnTo>
                <a:lnTo>
                  <a:pt x="1483200" y="43200"/>
                </a:lnTo>
                <a:lnTo>
                  <a:pt x="1483200" y="43200"/>
                </a:lnTo>
                <a:lnTo>
                  <a:pt x="1505700" y="26668"/>
                </a:lnTo>
                <a:lnTo>
                  <a:pt x="1528200" y="12652"/>
                </a:lnTo>
                <a:lnTo>
                  <a:pt x="1550700" y="3288"/>
                </a:lnTo>
                <a:lnTo>
                  <a:pt x="1573200" y="0"/>
                </a:lnTo>
                <a:lnTo>
                  <a:pt x="1595700" y="3288"/>
                </a:lnTo>
                <a:lnTo>
                  <a:pt x="1618200" y="12652"/>
                </a:lnTo>
                <a:lnTo>
                  <a:pt x="1640700" y="26668"/>
                </a:lnTo>
                <a:lnTo>
                  <a:pt x="1663200" y="43200"/>
                </a:lnTo>
                <a:lnTo>
                  <a:pt x="1663200" y="43200"/>
                </a:lnTo>
                <a:lnTo>
                  <a:pt x="1685700" y="26668"/>
                </a:lnTo>
                <a:lnTo>
                  <a:pt x="1708200" y="12652"/>
                </a:lnTo>
                <a:lnTo>
                  <a:pt x="1730700" y="3288"/>
                </a:lnTo>
                <a:lnTo>
                  <a:pt x="1753200" y="0"/>
                </a:lnTo>
                <a:lnTo>
                  <a:pt x="1775700" y="3288"/>
                </a:lnTo>
                <a:lnTo>
                  <a:pt x="1798200" y="12652"/>
                </a:lnTo>
                <a:lnTo>
                  <a:pt x="1820700" y="26668"/>
                </a:lnTo>
                <a:lnTo>
                  <a:pt x="1843200" y="43200"/>
                </a:lnTo>
                <a:lnTo>
                  <a:pt x="1843200" y="43200"/>
                </a:lnTo>
                <a:lnTo>
                  <a:pt x="1865700" y="26668"/>
                </a:lnTo>
                <a:lnTo>
                  <a:pt x="1888200" y="12652"/>
                </a:lnTo>
                <a:lnTo>
                  <a:pt x="1910700" y="3288"/>
                </a:lnTo>
                <a:lnTo>
                  <a:pt x="1933200" y="0"/>
                </a:lnTo>
                <a:lnTo>
                  <a:pt x="1955700" y="3288"/>
                </a:lnTo>
                <a:lnTo>
                  <a:pt x="1978200" y="12652"/>
                </a:lnTo>
                <a:lnTo>
                  <a:pt x="2000700" y="26668"/>
                </a:lnTo>
                <a:lnTo>
                  <a:pt x="2023200" y="43200"/>
                </a:lnTo>
                <a:lnTo>
                  <a:pt x="2023200" y="43200"/>
                </a:lnTo>
                <a:lnTo>
                  <a:pt x="2045700" y="26668"/>
                </a:lnTo>
                <a:lnTo>
                  <a:pt x="2068200" y="12652"/>
                </a:lnTo>
                <a:lnTo>
                  <a:pt x="2090700" y="3288"/>
                </a:lnTo>
                <a:lnTo>
                  <a:pt x="2113200" y="0"/>
                </a:lnTo>
                <a:lnTo>
                  <a:pt x="2135700" y="3288"/>
                </a:lnTo>
                <a:lnTo>
                  <a:pt x="2158200" y="12652"/>
                </a:lnTo>
                <a:lnTo>
                  <a:pt x="2180700" y="26668"/>
                </a:lnTo>
                <a:lnTo>
                  <a:pt x="2203200" y="43200"/>
                </a:lnTo>
                <a:lnTo>
                  <a:pt x="2203200" y="43200"/>
                </a:lnTo>
                <a:lnTo>
                  <a:pt x="2225700" y="26668"/>
                </a:lnTo>
                <a:lnTo>
                  <a:pt x="2248200" y="12652"/>
                </a:lnTo>
                <a:lnTo>
                  <a:pt x="2270700" y="3288"/>
                </a:lnTo>
                <a:lnTo>
                  <a:pt x="2293200" y="0"/>
                </a:lnTo>
                <a:lnTo>
                  <a:pt x="2315700" y="3288"/>
                </a:lnTo>
                <a:lnTo>
                  <a:pt x="2338200" y="12652"/>
                </a:lnTo>
                <a:lnTo>
                  <a:pt x="2360700" y="26668"/>
                </a:lnTo>
                <a:lnTo>
                  <a:pt x="2383200" y="43200"/>
                </a:lnTo>
                <a:lnTo>
                  <a:pt x="2383200" y="43200"/>
                </a:lnTo>
                <a:lnTo>
                  <a:pt x="2405700" y="26668"/>
                </a:lnTo>
                <a:lnTo>
                  <a:pt x="2428200" y="12652"/>
                </a:lnTo>
                <a:lnTo>
                  <a:pt x="2450700" y="3288"/>
                </a:lnTo>
                <a:lnTo>
                  <a:pt x="2473200" y="0"/>
                </a:lnTo>
                <a:lnTo>
                  <a:pt x="2495700" y="3288"/>
                </a:lnTo>
                <a:lnTo>
                  <a:pt x="2518200" y="12652"/>
                </a:lnTo>
                <a:lnTo>
                  <a:pt x="2540700" y="26668"/>
                </a:lnTo>
                <a:lnTo>
                  <a:pt x="2563200" y="43200"/>
                </a:lnTo>
                <a:lnTo>
                  <a:pt x="2563200" y="43200"/>
                </a:lnTo>
                <a:lnTo>
                  <a:pt x="2585700" y="26668"/>
                </a:lnTo>
                <a:lnTo>
                  <a:pt x="2608200" y="12652"/>
                </a:lnTo>
                <a:lnTo>
                  <a:pt x="2630700" y="3288"/>
                </a:lnTo>
                <a:lnTo>
                  <a:pt x="2653200" y="0"/>
                </a:lnTo>
                <a:lnTo>
                  <a:pt x="2675700" y="3288"/>
                </a:lnTo>
                <a:lnTo>
                  <a:pt x="2698200" y="12652"/>
                </a:lnTo>
                <a:lnTo>
                  <a:pt x="2720700" y="26668"/>
                </a:lnTo>
                <a:lnTo>
                  <a:pt x="2743200" y="43200"/>
                </a:lnTo>
                <a:lnTo>
                  <a:pt x="2743200" y="43200"/>
                </a:lnTo>
                <a:lnTo>
                  <a:pt x="2765700" y="26668"/>
                </a:lnTo>
                <a:lnTo>
                  <a:pt x="2788200" y="12652"/>
                </a:lnTo>
                <a:lnTo>
                  <a:pt x="2810700" y="3288"/>
                </a:lnTo>
                <a:lnTo>
                  <a:pt x="2833200" y="0"/>
                </a:lnTo>
                <a:lnTo>
                  <a:pt x="2855700" y="3288"/>
                </a:lnTo>
                <a:lnTo>
                  <a:pt x="2878200" y="12652"/>
                </a:lnTo>
                <a:lnTo>
                  <a:pt x="2900700" y="26668"/>
                </a:lnTo>
                <a:lnTo>
                  <a:pt x="2923200" y="43200"/>
                </a:lnTo>
                <a:lnTo>
                  <a:pt x="2923200" y="43200"/>
                </a:lnTo>
                <a:lnTo>
                  <a:pt x="2945700" y="26668"/>
                </a:lnTo>
                <a:lnTo>
                  <a:pt x="2968200" y="12652"/>
                </a:lnTo>
                <a:lnTo>
                  <a:pt x="2990700" y="3288"/>
                </a:lnTo>
                <a:lnTo>
                  <a:pt x="3013200" y="0"/>
                </a:lnTo>
                <a:lnTo>
                  <a:pt x="3035700" y="3288"/>
                </a:lnTo>
                <a:lnTo>
                  <a:pt x="3058200" y="12652"/>
                </a:lnTo>
                <a:lnTo>
                  <a:pt x="3080700" y="26668"/>
                </a:lnTo>
                <a:lnTo>
                  <a:pt x="3103200" y="43200"/>
                </a:lnTo>
                <a:lnTo>
                  <a:pt x="3103200" y="43200"/>
                </a:lnTo>
                <a:lnTo>
                  <a:pt x="3125700" y="26668"/>
                </a:lnTo>
                <a:lnTo>
                  <a:pt x="3148200" y="12652"/>
                </a:lnTo>
                <a:lnTo>
                  <a:pt x="3170700" y="3288"/>
                </a:lnTo>
                <a:lnTo>
                  <a:pt x="3193200" y="0"/>
                </a:lnTo>
                <a:lnTo>
                  <a:pt x="3215700" y="3288"/>
                </a:lnTo>
                <a:lnTo>
                  <a:pt x="3238200" y="12652"/>
                </a:lnTo>
                <a:lnTo>
                  <a:pt x="3260700" y="26668"/>
                </a:lnTo>
                <a:lnTo>
                  <a:pt x="3283200" y="43200"/>
                </a:lnTo>
                <a:lnTo>
                  <a:pt x="3283200" y="43200"/>
                </a:lnTo>
                <a:lnTo>
                  <a:pt x="3305700" y="26668"/>
                </a:lnTo>
                <a:lnTo>
                  <a:pt x="3328200" y="12652"/>
                </a:lnTo>
                <a:lnTo>
                  <a:pt x="3350700" y="3288"/>
                </a:lnTo>
                <a:lnTo>
                  <a:pt x="3373200" y="0"/>
                </a:lnTo>
                <a:lnTo>
                  <a:pt x="3395700" y="3288"/>
                </a:lnTo>
                <a:lnTo>
                  <a:pt x="3418200" y="12652"/>
                </a:lnTo>
                <a:lnTo>
                  <a:pt x="3440700" y="26668"/>
                </a:lnTo>
                <a:lnTo>
                  <a:pt x="3463200" y="43200"/>
                </a:lnTo>
                <a:lnTo>
                  <a:pt x="3463200" y="43200"/>
                </a:lnTo>
                <a:lnTo>
                  <a:pt x="3485700" y="26668"/>
                </a:lnTo>
                <a:lnTo>
                  <a:pt x="3508200" y="12652"/>
                </a:lnTo>
                <a:lnTo>
                  <a:pt x="3530699" y="3288"/>
                </a:lnTo>
                <a:lnTo>
                  <a:pt x="3553200" y="0"/>
                </a:lnTo>
                <a:lnTo>
                  <a:pt x="3575700" y="3288"/>
                </a:lnTo>
                <a:lnTo>
                  <a:pt x="3598200" y="12652"/>
                </a:lnTo>
                <a:lnTo>
                  <a:pt x="3620700" y="26668"/>
                </a:lnTo>
                <a:lnTo>
                  <a:pt x="3643200" y="43200"/>
                </a:lnTo>
                <a:lnTo>
                  <a:pt x="3643200" y="43200"/>
                </a:lnTo>
                <a:lnTo>
                  <a:pt x="3665699" y="26668"/>
                </a:lnTo>
                <a:lnTo>
                  <a:pt x="3688200" y="12652"/>
                </a:lnTo>
                <a:lnTo>
                  <a:pt x="3710700" y="3288"/>
                </a:lnTo>
                <a:lnTo>
                  <a:pt x="3733200" y="0"/>
                </a:lnTo>
                <a:lnTo>
                  <a:pt x="3755700" y="3288"/>
                </a:lnTo>
                <a:lnTo>
                  <a:pt x="3778200" y="12652"/>
                </a:lnTo>
                <a:lnTo>
                  <a:pt x="3800699" y="26668"/>
                </a:lnTo>
                <a:lnTo>
                  <a:pt x="3823200" y="43200"/>
                </a:lnTo>
                <a:lnTo>
                  <a:pt x="3823200" y="43200"/>
                </a:lnTo>
                <a:lnTo>
                  <a:pt x="3845700" y="26668"/>
                </a:lnTo>
                <a:lnTo>
                  <a:pt x="3868200" y="12652"/>
                </a:lnTo>
                <a:lnTo>
                  <a:pt x="3890700" y="3288"/>
                </a:lnTo>
                <a:lnTo>
                  <a:pt x="3913200" y="0"/>
                </a:lnTo>
                <a:lnTo>
                  <a:pt x="3935700" y="3288"/>
                </a:lnTo>
                <a:lnTo>
                  <a:pt x="3958200" y="12652"/>
                </a:lnTo>
                <a:lnTo>
                  <a:pt x="3980700" y="26668"/>
                </a:lnTo>
                <a:lnTo>
                  <a:pt x="4003200" y="43200"/>
                </a:lnTo>
                <a:lnTo>
                  <a:pt x="4003200" y="43200"/>
                </a:lnTo>
                <a:lnTo>
                  <a:pt x="4025700" y="26668"/>
                </a:lnTo>
                <a:lnTo>
                  <a:pt x="4048200" y="12652"/>
                </a:lnTo>
                <a:lnTo>
                  <a:pt x="4070700" y="3288"/>
                </a:lnTo>
                <a:lnTo>
                  <a:pt x="4093200" y="0"/>
                </a:lnTo>
                <a:lnTo>
                  <a:pt x="4115700" y="3288"/>
                </a:lnTo>
                <a:lnTo>
                  <a:pt x="4138200" y="12652"/>
                </a:lnTo>
                <a:lnTo>
                  <a:pt x="4160700" y="26668"/>
                </a:lnTo>
                <a:lnTo>
                  <a:pt x="4183200" y="43200"/>
                </a:lnTo>
                <a:lnTo>
                  <a:pt x="4183200" y="43200"/>
                </a:lnTo>
                <a:lnTo>
                  <a:pt x="4205700" y="26668"/>
                </a:lnTo>
                <a:lnTo>
                  <a:pt x="4228200" y="12652"/>
                </a:lnTo>
                <a:lnTo>
                  <a:pt x="4250700" y="3288"/>
                </a:lnTo>
                <a:lnTo>
                  <a:pt x="4273200" y="0"/>
                </a:lnTo>
                <a:lnTo>
                  <a:pt x="4295700" y="3288"/>
                </a:lnTo>
                <a:lnTo>
                  <a:pt x="4318200" y="12652"/>
                </a:lnTo>
                <a:lnTo>
                  <a:pt x="4340700" y="26668"/>
                </a:lnTo>
                <a:lnTo>
                  <a:pt x="4363200" y="43200"/>
                </a:lnTo>
                <a:lnTo>
                  <a:pt x="4363200" y="43200"/>
                </a:lnTo>
                <a:lnTo>
                  <a:pt x="4385700" y="26668"/>
                </a:lnTo>
                <a:lnTo>
                  <a:pt x="4408200" y="12652"/>
                </a:lnTo>
                <a:lnTo>
                  <a:pt x="4430700" y="3288"/>
                </a:lnTo>
                <a:lnTo>
                  <a:pt x="4453200" y="0"/>
                </a:lnTo>
                <a:lnTo>
                  <a:pt x="4475700" y="3288"/>
                </a:lnTo>
                <a:lnTo>
                  <a:pt x="4498200" y="12652"/>
                </a:lnTo>
                <a:lnTo>
                  <a:pt x="4520700" y="26668"/>
                </a:lnTo>
                <a:lnTo>
                  <a:pt x="4543200" y="43200"/>
                </a:lnTo>
                <a:lnTo>
                  <a:pt x="4543200" y="43200"/>
                </a:lnTo>
                <a:lnTo>
                  <a:pt x="4565700" y="26668"/>
                </a:lnTo>
                <a:lnTo>
                  <a:pt x="4588200" y="12652"/>
                </a:lnTo>
                <a:lnTo>
                  <a:pt x="4610700" y="3288"/>
                </a:lnTo>
                <a:lnTo>
                  <a:pt x="4633200" y="0"/>
                </a:lnTo>
                <a:lnTo>
                  <a:pt x="4655700" y="3288"/>
                </a:lnTo>
                <a:lnTo>
                  <a:pt x="4678200" y="12652"/>
                </a:lnTo>
                <a:lnTo>
                  <a:pt x="4700700" y="26668"/>
                </a:lnTo>
                <a:lnTo>
                  <a:pt x="4723200" y="43200"/>
                </a:lnTo>
                <a:lnTo>
                  <a:pt x="4723200" y="43200"/>
                </a:lnTo>
                <a:lnTo>
                  <a:pt x="4745700" y="26668"/>
                </a:lnTo>
                <a:lnTo>
                  <a:pt x="4768200" y="12652"/>
                </a:lnTo>
                <a:lnTo>
                  <a:pt x="4790700" y="3288"/>
                </a:lnTo>
                <a:lnTo>
                  <a:pt x="4813200" y="0"/>
                </a:lnTo>
                <a:lnTo>
                  <a:pt x="4835700" y="3288"/>
                </a:lnTo>
                <a:lnTo>
                  <a:pt x="4858200" y="12652"/>
                </a:lnTo>
                <a:lnTo>
                  <a:pt x="4880700" y="26668"/>
                </a:lnTo>
                <a:lnTo>
                  <a:pt x="4903200" y="43200"/>
                </a:lnTo>
                <a:lnTo>
                  <a:pt x="4903200" y="43200"/>
                </a:lnTo>
                <a:lnTo>
                  <a:pt x="4925700" y="26668"/>
                </a:lnTo>
                <a:lnTo>
                  <a:pt x="4948200" y="12652"/>
                </a:lnTo>
                <a:lnTo>
                  <a:pt x="4970700" y="3288"/>
                </a:lnTo>
                <a:lnTo>
                  <a:pt x="4993200" y="0"/>
                </a:lnTo>
                <a:lnTo>
                  <a:pt x="5015700" y="3288"/>
                </a:lnTo>
                <a:lnTo>
                  <a:pt x="5038200" y="12652"/>
                </a:lnTo>
                <a:lnTo>
                  <a:pt x="5060700" y="26668"/>
                </a:lnTo>
                <a:lnTo>
                  <a:pt x="5083200" y="43200"/>
                </a:lnTo>
                <a:lnTo>
                  <a:pt x="5083200" y="43200"/>
                </a:lnTo>
                <a:lnTo>
                  <a:pt x="5105700" y="26668"/>
                </a:lnTo>
                <a:lnTo>
                  <a:pt x="5128200" y="12652"/>
                </a:lnTo>
                <a:lnTo>
                  <a:pt x="5150700" y="3288"/>
                </a:lnTo>
                <a:lnTo>
                  <a:pt x="5173200" y="0"/>
                </a:lnTo>
                <a:lnTo>
                  <a:pt x="5195700" y="3288"/>
                </a:lnTo>
                <a:lnTo>
                  <a:pt x="5218200" y="12652"/>
                </a:lnTo>
                <a:lnTo>
                  <a:pt x="5240700" y="26668"/>
                </a:lnTo>
                <a:lnTo>
                  <a:pt x="5263200" y="43200"/>
                </a:lnTo>
                <a:lnTo>
                  <a:pt x="5263200" y="43200"/>
                </a:lnTo>
                <a:lnTo>
                  <a:pt x="5285700" y="26668"/>
                </a:lnTo>
                <a:lnTo>
                  <a:pt x="5308200" y="12652"/>
                </a:lnTo>
                <a:lnTo>
                  <a:pt x="5330700" y="3288"/>
                </a:lnTo>
                <a:lnTo>
                  <a:pt x="5353200" y="0"/>
                </a:lnTo>
                <a:lnTo>
                  <a:pt x="5375700" y="3288"/>
                </a:lnTo>
                <a:lnTo>
                  <a:pt x="5398200" y="12652"/>
                </a:lnTo>
                <a:lnTo>
                  <a:pt x="5420700" y="26668"/>
                </a:lnTo>
                <a:lnTo>
                  <a:pt x="5443200" y="43200"/>
                </a:lnTo>
                <a:lnTo>
                  <a:pt x="5443200" y="43200"/>
                </a:lnTo>
                <a:lnTo>
                  <a:pt x="5465700" y="26668"/>
                </a:lnTo>
                <a:lnTo>
                  <a:pt x="5488200" y="12652"/>
                </a:lnTo>
                <a:lnTo>
                  <a:pt x="5510700" y="3288"/>
                </a:lnTo>
                <a:lnTo>
                  <a:pt x="5533200" y="0"/>
                </a:lnTo>
                <a:lnTo>
                  <a:pt x="5555700" y="3288"/>
                </a:lnTo>
                <a:lnTo>
                  <a:pt x="5578200" y="12652"/>
                </a:lnTo>
                <a:lnTo>
                  <a:pt x="5600700" y="26668"/>
                </a:lnTo>
                <a:lnTo>
                  <a:pt x="5623200" y="43200"/>
                </a:lnTo>
                <a:lnTo>
                  <a:pt x="5623200" y="43200"/>
                </a:lnTo>
                <a:lnTo>
                  <a:pt x="5645700" y="26668"/>
                </a:lnTo>
                <a:lnTo>
                  <a:pt x="5668200" y="12652"/>
                </a:lnTo>
                <a:lnTo>
                  <a:pt x="5690700" y="3288"/>
                </a:lnTo>
                <a:lnTo>
                  <a:pt x="5713200" y="0"/>
                </a:lnTo>
                <a:lnTo>
                  <a:pt x="5735700" y="3288"/>
                </a:lnTo>
                <a:lnTo>
                  <a:pt x="5758200" y="12652"/>
                </a:lnTo>
                <a:lnTo>
                  <a:pt x="5780700" y="26668"/>
                </a:lnTo>
                <a:lnTo>
                  <a:pt x="5803200" y="43200"/>
                </a:lnTo>
                <a:lnTo>
                  <a:pt x="5803200" y="43200"/>
                </a:lnTo>
                <a:lnTo>
                  <a:pt x="5825700" y="26668"/>
                </a:lnTo>
                <a:lnTo>
                  <a:pt x="5848200" y="12652"/>
                </a:lnTo>
                <a:lnTo>
                  <a:pt x="5870700" y="3288"/>
                </a:lnTo>
                <a:lnTo>
                  <a:pt x="5893200" y="0"/>
                </a:lnTo>
                <a:lnTo>
                  <a:pt x="5915700" y="3288"/>
                </a:lnTo>
                <a:lnTo>
                  <a:pt x="5938200" y="12652"/>
                </a:lnTo>
                <a:lnTo>
                  <a:pt x="5960700" y="26668"/>
                </a:lnTo>
                <a:lnTo>
                  <a:pt x="5983200" y="43200"/>
                </a:lnTo>
                <a:lnTo>
                  <a:pt x="5983200" y="43200"/>
                </a:lnTo>
                <a:lnTo>
                  <a:pt x="6005700" y="26668"/>
                </a:lnTo>
                <a:lnTo>
                  <a:pt x="6028200" y="12652"/>
                </a:lnTo>
                <a:lnTo>
                  <a:pt x="6050700" y="3288"/>
                </a:lnTo>
                <a:lnTo>
                  <a:pt x="6073200" y="0"/>
                </a:lnTo>
                <a:lnTo>
                  <a:pt x="6095700" y="3288"/>
                </a:lnTo>
                <a:lnTo>
                  <a:pt x="6118200" y="12652"/>
                </a:lnTo>
                <a:lnTo>
                  <a:pt x="6140700" y="26668"/>
                </a:lnTo>
                <a:lnTo>
                  <a:pt x="6163200" y="43200"/>
                </a:lnTo>
                <a:lnTo>
                  <a:pt x="6163200" y="43200"/>
                </a:lnTo>
                <a:lnTo>
                  <a:pt x="6185700" y="26668"/>
                </a:lnTo>
                <a:lnTo>
                  <a:pt x="6208200" y="12652"/>
                </a:lnTo>
                <a:lnTo>
                  <a:pt x="6230700" y="3288"/>
                </a:lnTo>
                <a:lnTo>
                  <a:pt x="6253200" y="0"/>
                </a:lnTo>
                <a:lnTo>
                  <a:pt x="6275700" y="3288"/>
                </a:lnTo>
                <a:lnTo>
                  <a:pt x="6298200" y="12652"/>
                </a:lnTo>
                <a:lnTo>
                  <a:pt x="6320700" y="26668"/>
                </a:lnTo>
                <a:lnTo>
                  <a:pt x="6343200" y="43200"/>
                </a:lnTo>
                <a:lnTo>
                  <a:pt x="6343200" y="43200"/>
                </a:lnTo>
                <a:lnTo>
                  <a:pt x="6365700" y="26668"/>
                </a:lnTo>
                <a:lnTo>
                  <a:pt x="6388200" y="12652"/>
                </a:lnTo>
                <a:lnTo>
                  <a:pt x="6410700" y="3288"/>
                </a:lnTo>
                <a:lnTo>
                  <a:pt x="6433200" y="0"/>
                </a:lnTo>
                <a:lnTo>
                  <a:pt x="6455700" y="3288"/>
                </a:lnTo>
                <a:lnTo>
                  <a:pt x="6478200" y="12652"/>
                </a:lnTo>
                <a:lnTo>
                  <a:pt x="6500700" y="26668"/>
                </a:lnTo>
                <a:lnTo>
                  <a:pt x="6523200" y="43200"/>
                </a:lnTo>
                <a:lnTo>
                  <a:pt x="6523200" y="43200"/>
                </a:lnTo>
                <a:lnTo>
                  <a:pt x="6545700" y="26668"/>
                </a:lnTo>
                <a:lnTo>
                  <a:pt x="6568200" y="12652"/>
                </a:lnTo>
                <a:lnTo>
                  <a:pt x="6590700" y="3288"/>
                </a:lnTo>
                <a:lnTo>
                  <a:pt x="6613200" y="0"/>
                </a:lnTo>
                <a:lnTo>
                  <a:pt x="6635700" y="3288"/>
                </a:lnTo>
                <a:lnTo>
                  <a:pt x="6658200" y="12652"/>
                </a:lnTo>
                <a:lnTo>
                  <a:pt x="6680700" y="26668"/>
                </a:lnTo>
                <a:lnTo>
                  <a:pt x="6703200" y="43200"/>
                </a:lnTo>
                <a:lnTo>
                  <a:pt x="6703200" y="43200"/>
                </a:lnTo>
                <a:lnTo>
                  <a:pt x="6725700" y="26668"/>
                </a:lnTo>
                <a:lnTo>
                  <a:pt x="6748200" y="12652"/>
                </a:lnTo>
                <a:lnTo>
                  <a:pt x="6770700" y="3288"/>
                </a:lnTo>
                <a:lnTo>
                  <a:pt x="6793200" y="0"/>
                </a:lnTo>
                <a:lnTo>
                  <a:pt x="6815700" y="3288"/>
                </a:lnTo>
                <a:lnTo>
                  <a:pt x="6838200" y="12652"/>
                </a:lnTo>
                <a:lnTo>
                  <a:pt x="6860700" y="26668"/>
                </a:lnTo>
                <a:lnTo>
                  <a:pt x="6883200" y="43200"/>
                </a:lnTo>
                <a:lnTo>
                  <a:pt x="6883200" y="43200"/>
                </a:lnTo>
                <a:lnTo>
                  <a:pt x="6905700" y="26668"/>
                </a:lnTo>
                <a:lnTo>
                  <a:pt x="6928200" y="12652"/>
                </a:lnTo>
                <a:lnTo>
                  <a:pt x="6950700" y="3288"/>
                </a:lnTo>
                <a:lnTo>
                  <a:pt x="6973200" y="0"/>
                </a:lnTo>
                <a:lnTo>
                  <a:pt x="6995700" y="3288"/>
                </a:lnTo>
                <a:lnTo>
                  <a:pt x="7018199" y="12652"/>
                </a:lnTo>
                <a:lnTo>
                  <a:pt x="7040700" y="26668"/>
                </a:lnTo>
                <a:lnTo>
                  <a:pt x="7063200" y="43200"/>
                </a:lnTo>
                <a:lnTo>
                  <a:pt x="7063200" y="43200"/>
                </a:lnTo>
                <a:lnTo>
                  <a:pt x="7085700" y="26668"/>
                </a:lnTo>
                <a:lnTo>
                  <a:pt x="7108200" y="12652"/>
                </a:lnTo>
                <a:lnTo>
                  <a:pt x="7130699" y="3288"/>
                </a:lnTo>
                <a:lnTo>
                  <a:pt x="7153200" y="0"/>
                </a:lnTo>
                <a:lnTo>
                  <a:pt x="7175700" y="3288"/>
                </a:lnTo>
                <a:lnTo>
                  <a:pt x="7198200" y="12652"/>
                </a:lnTo>
                <a:lnTo>
                  <a:pt x="7220700" y="26668"/>
                </a:lnTo>
                <a:lnTo>
                  <a:pt x="7243200" y="43200"/>
                </a:lnTo>
                <a:lnTo>
                  <a:pt x="7243200" y="43200"/>
                </a:lnTo>
                <a:lnTo>
                  <a:pt x="7265700" y="26668"/>
                </a:lnTo>
                <a:lnTo>
                  <a:pt x="7288199" y="12652"/>
                </a:lnTo>
                <a:lnTo>
                  <a:pt x="7310700" y="3288"/>
                </a:lnTo>
                <a:lnTo>
                  <a:pt x="7333200" y="0"/>
                </a:lnTo>
                <a:lnTo>
                  <a:pt x="7355700" y="3288"/>
                </a:lnTo>
                <a:lnTo>
                  <a:pt x="7378200" y="12652"/>
                </a:lnTo>
                <a:lnTo>
                  <a:pt x="7400700" y="26668"/>
                </a:lnTo>
                <a:lnTo>
                  <a:pt x="7423200" y="43200"/>
                </a:lnTo>
                <a:lnTo>
                  <a:pt x="7423200" y="43200"/>
                </a:lnTo>
                <a:lnTo>
                  <a:pt x="7445699" y="26668"/>
                </a:lnTo>
                <a:lnTo>
                  <a:pt x="7468200" y="12652"/>
                </a:lnTo>
                <a:lnTo>
                  <a:pt x="7490700" y="3288"/>
                </a:lnTo>
                <a:lnTo>
                  <a:pt x="7513200" y="0"/>
                </a:lnTo>
                <a:lnTo>
                  <a:pt x="7535700" y="3288"/>
                </a:lnTo>
                <a:lnTo>
                  <a:pt x="7558199" y="12652"/>
                </a:lnTo>
                <a:lnTo>
                  <a:pt x="7580700" y="26668"/>
                </a:lnTo>
                <a:lnTo>
                  <a:pt x="7603200" y="43200"/>
                </a:lnTo>
                <a:lnTo>
                  <a:pt x="7603200" y="43200"/>
                </a:lnTo>
                <a:lnTo>
                  <a:pt x="7625700" y="26668"/>
                </a:lnTo>
                <a:lnTo>
                  <a:pt x="7648200" y="12652"/>
                </a:lnTo>
                <a:lnTo>
                  <a:pt x="7670700" y="3288"/>
                </a:lnTo>
                <a:lnTo>
                  <a:pt x="7693200" y="0"/>
                </a:lnTo>
                <a:lnTo>
                  <a:pt x="7715699" y="3288"/>
                </a:lnTo>
                <a:lnTo>
                  <a:pt x="7738200" y="12652"/>
                </a:lnTo>
                <a:lnTo>
                  <a:pt x="7760700" y="26668"/>
                </a:lnTo>
                <a:lnTo>
                  <a:pt x="7783200" y="43200"/>
                </a:lnTo>
                <a:lnTo>
                  <a:pt x="7783200" y="43200"/>
                </a:lnTo>
                <a:lnTo>
                  <a:pt x="7805700" y="26668"/>
                </a:lnTo>
                <a:lnTo>
                  <a:pt x="7828200" y="12652"/>
                </a:lnTo>
                <a:lnTo>
                  <a:pt x="7850700" y="3288"/>
                </a:lnTo>
                <a:lnTo>
                  <a:pt x="7873199" y="0"/>
                </a:lnTo>
                <a:lnTo>
                  <a:pt x="7895700" y="3288"/>
                </a:lnTo>
                <a:lnTo>
                  <a:pt x="7918200" y="12652"/>
                </a:lnTo>
                <a:lnTo>
                  <a:pt x="7940700" y="26668"/>
                </a:lnTo>
                <a:lnTo>
                  <a:pt x="7963200" y="43200"/>
                </a:lnTo>
                <a:lnTo>
                  <a:pt x="7963200" y="43200"/>
                </a:lnTo>
                <a:lnTo>
                  <a:pt x="7985699" y="26668"/>
                </a:lnTo>
                <a:lnTo>
                  <a:pt x="8008200" y="12652"/>
                </a:lnTo>
                <a:lnTo>
                  <a:pt x="8030700" y="3288"/>
                </a:lnTo>
                <a:lnTo>
                  <a:pt x="8053200" y="0"/>
                </a:lnTo>
                <a:lnTo>
                  <a:pt x="8075700" y="3288"/>
                </a:lnTo>
                <a:lnTo>
                  <a:pt x="8098200" y="12652"/>
                </a:lnTo>
                <a:lnTo>
                  <a:pt x="8120700" y="26668"/>
                </a:lnTo>
                <a:lnTo>
                  <a:pt x="8143199" y="43200"/>
                </a:lnTo>
                <a:lnTo>
                  <a:pt x="8143199" y="43200"/>
                </a:lnTo>
                <a:lnTo>
                  <a:pt x="8165700" y="26668"/>
                </a:lnTo>
                <a:lnTo>
                  <a:pt x="8188200" y="12652"/>
                </a:lnTo>
                <a:lnTo>
                  <a:pt x="8210700" y="3288"/>
                </a:lnTo>
                <a:lnTo>
                  <a:pt x="8233200" y="0"/>
                </a:lnTo>
                <a:lnTo>
                  <a:pt x="8255700" y="3288"/>
                </a:lnTo>
                <a:lnTo>
                  <a:pt x="8278200" y="12652"/>
                </a:lnTo>
                <a:lnTo>
                  <a:pt x="8300699" y="26668"/>
                </a:lnTo>
                <a:lnTo>
                  <a:pt x="8323200" y="43200"/>
                </a:lnTo>
                <a:lnTo>
                  <a:pt x="8323200" y="43200"/>
                </a:lnTo>
                <a:lnTo>
                  <a:pt x="8345700" y="26668"/>
                </a:lnTo>
                <a:lnTo>
                  <a:pt x="8368200" y="12652"/>
                </a:lnTo>
                <a:lnTo>
                  <a:pt x="8390700" y="3288"/>
                </a:lnTo>
                <a:lnTo>
                  <a:pt x="8413199" y="0"/>
                </a:lnTo>
                <a:lnTo>
                  <a:pt x="8435700" y="3288"/>
                </a:lnTo>
                <a:lnTo>
                  <a:pt x="8458200" y="12652"/>
                </a:lnTo>
                <a:lnTo>
                  <a:pt x="8480700" y="26668"/>
                </a:lnTo>
                <a:lnTo>
                  <a:pt x="8503200" y="43200"/>
                </a:lnTo>
                <a:lnTo>
                  <a:pt x="8503200" y="43200"/>
                </a:lnTo>
                <a:lnTo>
                  <a:pt x="8525700" y="26668"/>
                </a:lnTo>
                <a:lnTo>
                  <a:pt x="8548200" y="12652"/>
                </a:lnTo>
                <a:lnTo>
                  <a:pt x="8570700" y="3288"/>
                </a:lnTo>
                <a:lnTo>
                  <a:pt x="8593200" y="0"/>
                </a:lnTo>
                <a:lnTo>
                  <a:pt x="8615700" y="3288"/>
                </a:lnTo>
                <a:lnTo>
                  <a:pt x="8638200" y="12652"/>
                </a:lnTo>
                <a:lnTo>
                  <a:pt x="8660700" y="26668"/>
                </a:lnTo>
                <a:lnTo>
                  <a:pt x="8683200" y="43200"/>
                </a:lnTo>
                <a:lnTo>
                  <a:pt x="8683200" y="43200"/>
                </a:lnTo>
                <a:lnTo>
                  <a:pt x="8705700" y="26668"/>
                </a:lnTo>
                <a:lnTo>
                  <a:pt x="8728200" y="12652"/>
                </a:lnTo>
                <a:lnTo>
                  <a:pt x="8750700" y="3288"/>
                </a:lnTo>
                <a:lnTo>
                  <a:pt x="8773200" y="0"/>
                </a:lnTo>
                <a:lnTo>
                  <a:pt x="8795700" y="3288"/>
                </a:lnTo>
                <a:lnTo>
                  <a:pt x="8818200" y="12652"/>
                </a:lnTo>
                <a:lnTo>
                  <a:pt x="8840700" y="26668"/>
                </a:lnTo>
                <a:lnTo>
                  <a:pt x="8863200" y="43200"/>
                </a:lnTo>
                <a:lnTo>
                  <a:pt x="8863200" y="43200"/>
                </a:lnTo>
                <a:lnTo>
                  <a:pt x="8885700" y="26668"/>
                </a:lnTo>
                <a:lnTo>
                  <a:pt x="8908200" y="12652"/>
                </a:lnTo>
                <a:lnTo>
                  <a:pt x="8930700" y="3288"/>
                </a:lnTo>
                <a:lnTo>
                  <a:pt x="8953200" y="0"/>
                </a:lnTo>
                <a:lnTo>
                  <a:pt x="8975700" y="3288"/>
                </a:lnTo>
                <a:lnTo>
                  <a:pt x="8998200" y="12652"/>
                </a:lnTo>
                <a:lnTo>
                  <a:pt x="9020700" y="26668"/>
                </a:lnTo>
                <a:lnTo>
                  <a:pt x="9043200" y="43200"/>
                </a:lnTo>
                <a:lnTo>
                  <a:pt x="9043200" y="43200"/>
                </a:lnTo>
                <a:lnTo>
                  <a:pt x="9065700" y="26668"/>
                </a:lnTo>
                <a:lnTo>
                  <a:pt x="9088200" y="12652"/>
                </a:lnTo>
                <a:lnTo>
                  <a:pt x="9110700" y="3288"/>
                </a:lnTo>
                <a:lnTo>
                  <a:pt x="9133200" y="0"/>
                </a:lnTo>
                <a:lnTo>
                  <a:pt x="9155700" y="3288"/>
                </a:lnTo>
                <a:lnTo>
                  <a:pt x="9178200" y="12652"/>
                </a:lnTo>
                <a:lnTo>
                  <a:pt x="9200700" y="26668"/>
                </a:lnTo>
                <a:lnTo>
                  <a:pt x="9223200" y="43200"/>
                </a:lnTo>
                <a:lnTo>
                  <a:pt x="9223200" y="43200"/>
                </a:lnTo>
                <a:lnTo>
                  <a:pt x="9245700" y="26668"/>
                </a:lnTo>
                <a:lnTo>
                  <a:pt x="9268200" y="12652"/>
                </a:lnTo>
                <a:lnTo>
                  <a:pt x="9290700" y="3288"/>
                </a:lnTo>
                <a:lnTo>
                  <a:pt x="9313200" y="0"/>
                </a:lnTo>
                <a:lnTo>
                  <a:pt x="9335700" y="3288"/>
                </a:lnTo>
                <a:lnTo>
                  <a:pt x="9358200" y="12652"/>
                </a:lnTo>
                <a:lnTo>
                  <a:pt x="9380700" y="26668"/>
                </a:lnTo>
                <a:lnTo>
                  <a:pt x="9403200" y="43200"/>
                </a:lnTo>
                <a:lnTo>
                  <a:pt x="9403200" y="43200"/>
                </a:lnTo>
                <a:lnTo>
                  <a:pt x="9425700" y="26668"/>
                </a:lnTo>
                <a:lnTo>
                  <a:pt x="9448200" y="12652"/>
                </a:lnTo>
                <a:lnTo>
                  <a:pt x="9470700" y="3288"/>
                </a:lnTo>
                <a:lnTo>
                  <a:pt x="9493200" y="0"/>
                </a:lnTo>
                <a:lnTo>
                  <a:pt x="9515700" y="3288"/>
                </a:lnTo>
                <a:lnTo>
                  <a:pt x="9538200" y="12652"/>
                </a:lnTo>
                <a:lnTo>
                  <a:pt x="9560700" y="26668"/>
                </a:lnTo>
                <a:lnTo>
                  <a:pt x="9583200" y="43200"/>
                </a:lnTo>
                <a:lnTo>
                  <a:pt x="9583200" y="43200"/>
                </a:lnTo>
                <a:lnTo>
                  <a:pt x="9605700" y="26668"/>
                </a:lnTo>
                <a:lnTo>
                  <a:pt x="9628200" y="12652"/>
                </a:lnTo>
                <a:lnTo>
                  <a:pt x="9650700" y="3288"/>
                </a:lnTo>
                <a:lnTo>
                  <a:pt x="9673200" y="0"/>
                </a:lnTo>
                <a:lnTo>
                  <a:pt x="9695700" y="3288"/>
                </a:lnTo>
                <a:lnTo>
                  <a:pt x="9718200" y="12652"/>
                </a:lnTo>
                <a:lnTo>
                  <a:pt x="9740700" y="26668"/>
                </a:lnTo>
                <a:lnTo>
                  <a:pt x="9763200" y="43200"/>
                </a:lnTo>
                <a:lnTo>
                  <a:pt x="9763200" y="43200"/>
                </a:lnTo>
                <a:lnTo>
                  <a:pt x="9785700" y="26668"/>
                </a:lnTo>
                <a:lnTo>
                  <a:pt x="9808200" y="12652"/>
                </a:lnTo>
                <a:lnTo>
                  <a:pt x="9830700" y="3288"/>
                </a:lnTo>
                <a:lnTo>
                  <a:pt x="9853200" y="0"/>
                </a:lnTo>
                <a:lnTo>
                  <a:pt x="9875700" y="3288"/>
                </a:lnTo>
                <a:lnTo>
                  <a:pt x="9898200" y="12652"/>
                </a:lnTo>
                <a:lnTo>
                  <a:pt x="9920700" y="26668"/>
                </a:lnTo>
                <a:lnTo>
                  <a:pt x="9943200" y="43200"/>
                </a:lnTo>
                <a:lnTo>
                  <a:pt x="9943200" y="43200"/>
                </a:lnTo>
                <a:lnTo>
                  <a:pt x="9965700" y="26668"/>
                </a:lnTo>
                <a:lnTo>
                  <a:pt x="9988200" y="12652"/>
                </a:lnTo>
                <a:lnTo>
                  <a:pt x="10010700" y="3288"/>
                </a:lnTo>
                <a:lnTo>
                  <a:pt x="10033200" y="0"/>
                </a:lnTo>
                <a:lnTo>
                  <a:pt x="10055700" y="3288"/>
                </a:lnTo>
                <a:lnTo>
                  <a:pt x="10078200" y="12652"/>
                </a:lnTo>
                <a:lnTo>
                  <a:pt x="10100700" y="26668"/>
                </a:lnTo>
                <a:lnTo>
                  <a:pt x="10123200" y="43200"/>
                </a:lnTo>
                <a:lnTo>
                  <a:pt x="10123200" y="43200"/>
                </a:lnTo>
                <a:lnTo>
                  <a:pt x="10145700" y="26668"/>
                </a:lnTo>
                <a:lnTo>
                  <a:pt x="10168200" y="12652"/>
                </a:lnTo>
                <a:lnTo>
                  <a:pt x="10190700" y="3288"/>
                </a:lnTo>
                <a:lnTo>
                  <a:pt x="10213200" y="0"/>
                </a:lnTo>
                <a:lnTo>
                  <a:pt x="10235700" y="3288"/>
                </a:lnTo>
                <a:lnTo>
                  <a:pt x="10258200" y="12652"/>
                </a:lnTo>
                <a:lnTo>
                  <a:pt x="10280700" y="26668"/>
                </a:lnTo>
                <a:lnTo>
                  <a:pt x="10303200" y="43200"/>
                </a:lnTo>
                <a:lnTo>
                  <a:pt x="10303200" y="43200"/>
                </a:lnTo>
                <a:lnTo>
                  <a:pt x="10325700" y="26668"/>
                </a:lnTo>
                <a:lnTo>
                  <a:pt x="10348200" y="12652"/>
                </a:lnTo>
                <a:lnTo>
                  <a:pt x="10370700" y="3288"/>
                </a:lnTo>
                <a:lnTo>
                  <a:pt x="10393200" y="0"/>
                </a:lnTo>
                <a:lnTo>
                  <a:pt x="10415700" y="3288"/>
                </a:lnTo>
                <a:lnTo>
                  <a:pt x="10438200" y="12652"/>
                </a:lnTo>
                <a:lnTo>
                  <a:pt x="10460700" y="26668"/>
                </a:lnTo>
                <a:lnTo>
                  <a:pt x="10483200" y="43200"/>
                </a:lnTo>
                <a:lnTo>
                  <a:pt x="10483200" y="43200"/>
                </a:lnTo>
                <a:lnTo>
                  <a:pt x="10505700" y="26668"/>
                </a:lnTo>
                <a:lnTo>
                  <a:pt x="10528200" y="12652"/>
                </a:lnTo>
                <a:lnTo>
                  <a:pt x="10550700" y="3288"/>
                </a:lnTo>
                <a:lnTo>
                  <a:pt x="10573200" y="0"/>
                </a:lnTo>
                <a:lnTo>
                  <a:pt x="10595700" y="3288"/>
                </a:lnTo>
                <a:lnTo>
                  <a:pt x="10618200" y="12652"/>
                </a:lnTo>
                <a:lnTo>
                  <a:pt x="10640700" y="26668"/>
                </a:lnTo>
                <a:lnTo>
                  <a:pt x="10663200" y="43200"/>
                </a:lnTo>
                <a:lnTo>
                  <a:pt x="10663200" y="43200"/>
                </a:lnTo>
                <a:lnTo>
                  <a:pt x="10685700" y="26668"/>
                </a:lnTo>
                <a:lnTo>
                  <a:pt x="10708200" y="12652"/>
                </a:lnTo>
                <a:lnTo>
                  <a:pt x="10730700" y="3288"/>
                </a:lnTo>
                <a:lnTo>
                  <a:pt x="10753200" y="0"/>
                </a:lnTo>
                <a:lnTo>
                  <a:pt x="10775700" y="3288"/>
                </a:lnTo>
                <a:lnTo>
                  <a:pt x="10798200" y="12652"/>
                </a:lnTo>
                <a:lnTo>
                  <a:pt x="10820700" y="26668"/>
                </a:lnTo>
                <a:lnTo>
                  <a:pt x="10843200" y="43200"/>
                </a:lnTo>
                <a:lnTo>
                  <a:pt x="10843200" y="43200"/>
                </a:lnTo>
                <a:lnTo>
                  <a:pt x="10865700" y="26668"/>
                </a:lnTo>
                <a:lnTo>
                  <a:pt x="10888200" y="12652"/>
                </a:lnTo>
                <a:lnTo>
                  <a:pt x="10910700" y="3288"/>
                </a:lnTo>
                <a:lnTo>
                  <a:pt x="10933200" y="0"/>
                </a:lnTo>
                <a:lnTo>
                  <a:pt x="10955700" y="3288"/>
                </a:lnTo>
                <a:lnTo>
                  <a:pt x="10978200" y="12652"/>
                </a:lnTo>
                <a:lnTo>
                  <a:pt x="11000700" y="26668"/>
                </a:lnTo>
                <a:lnTo>
                  <a:pt x="11023200" y="43200"/>
                </a:lnTo>
                <a:lnTo>
                  <a:pt x="11023200" y="43200"/>
                </a:lnTo>
                <a:lnTo>
                  <a:pt x="11045700" y="26668"/>
                </a:lnTo>
                <a:lnTo>
                  <a:pt x="11068200" y="12652"/>
                </a:lnTo>
                <a:lnTo>
                  <a:pt x="11090700" y="3288"/>
                </a:lnTo>
                <a:lnTo>
                  <a:pt x="11113200" y="0"/>
                </a:lnTo>
                <a:lnTo>
                  <a:pt x="11135700" y="3288"/>
                </a:lnTo>
                <a:lnTo>
                  <a:pt x="11158200" y="12652"/>
                </a:lnTo>
                <a:lnTo>
                  <a:pt x="11180700" y="26668"/>
                </a:lnTo>
                <a:lnTo>
                  <a:pt x="11203200" y="43200"/>
                </a:lnTo>
                <a:lnTo>
                  <a:pt x="11203200" y="43200"/>
                </a:lnTo>
                <a:lnTo>
                  <a:pt x="11225700" y="26668"/>
                </a:lnTo>
                <a:lnTo>
                  <a:pt x="11248200" y="12652"/>
                </a:lnTo>
                <a:lnTo>
                  <a:pt x="11270700" y="3288"/>
                </a:lnTo>
                <a:lnTo>
                  <a:pt x="11293200" y="0"/>
                </a:lnTo>
                <a:lnTo>
                  <a:pt x="11315700" y="3288"/>
                </a:lnTo>
                <a:lnTo>
                  <a:pt x="11338200" y="12652"/>
                </a:lnTo>
                <a:lnTo>
                  <a:pt x="11360700" y="26668"/>
                </a:lnTo>
                <a:lnTo>
                  <a:pt x="11383200" y="43200"/>
                </a:lnTo>
                <a:lnTo>
                  <a:pt x="11383200" y="43200"/>
                </a:lnTo>
                <a:lnTo>
                  <a:pt x="11405700" y="26668"/>
                </a:lnTo>
                <a:lnTo>
                  <a:pt x="11428200" y="12652"/>
                </a:lnTo>
                <a:lnTo>
                  <a:pt x="11450700" y="3288"/>
                </a:lnTo>
                <a:lnTo>
                  <a:pt x="11473200" y="0"/>
                </a:lnTo>
                <a:lnTo>
                  <a:pt x="11495700" y="3288"/>
                </a:lnTo>
                <a:lnTo>
                  <a:pt x="11518200" y="12652"/>
                </a:lnTo>
                <a:lnTo>
                  <a:pt x="11540700" y="26668"/>
                </a:lnTo>
                <a:lnTo>
                  <a:pt x="11563200" y="43200"/>
                </a:lnTo>
                <a:lnTo>
                  <a:pt x="11563200" y="43200"/>
                </a:lnTo>
                <a:lnTo>
                  <a:pt x="11585700" y="26668"/>
                </a:lnTo>
                <a:lnTo>
                  <a:pt x="11608200" y="12652"/>
                </a:lnTo>
                <a:lnTo>
                  <a:pt x="11630700" y="3288"/>
                </a:lnTo>
                <a:lnTo>
                  <a:pt x="11653200" y="0"/>
                </a:lnTo>
                <a:lnTo>
                  <a:pt x="11675700" y="3288"/>
                </a:lnTo>
                <a:lnTo>
                  <a:pt x="11698200" y="12652"/>
                </a:lnTo>
                <a:lnTo>
                  <a:pt x="11720700" y="26668"/>
                </a:lnTo>
                <a:lnTo>
                  <a:pt x="11743200" y="43200"/>
                </a:lnTo>
                <a:lnTo>
                  <a:pt x="11743200" y="43200"/>
                </a:lnTo>
                <a:lnTo>
                  <a:pt x="11765700" y="26668"/>
                </a:lnTo>
                <a:lnTo>
                  <a:pt x="11788200" y="12652"/>
                </a:lnTo>
                <a:lnTo>
                  <a:pt x="11810700" y="3288"/>
                </a:lnTo>
                <a:lnTo>
                  <a:pt x="11833200" y="0"/>
                </a:lnTo>
                <a:lnTo>
                  <a:pt x="11855700" y="3288"/>
                </a:lnTo>
                <a:lnTo>
                  <a:pt x="11878200" y="12652"/>
                </a:lnTo>
                <a:lnTo>
                  <a:pt x="11900700" y="26668"/>
                </a:lnTo>
                <a:lnTo>
                  <a:pt x="11923200" y="43200"/>
                </a:lnTo>
                <a:lnTo>
                  <a:pt x="11923200" y="43200"/>
                </a:lnTo>
                <a:lnTo>
                  <a:pt x="11945700" y="26668"/>
                </a:lnTo>
                <a:lnTo>
                  <a:pt x="11968200" y="12652"/>
                </a:lnTo>
                <a:lnTo>
                  <a:pt x="11990700" y="3288"/>
                </a:lnTo>
                <a:lnTo>
                  <a:pt x="12013200" y="0"/>
                </a:lnTo>
                <a:lnTo>
                  <a:pt x="12035700" y="3288"/>
                </a:lnTo>
                <a:lnTo>
                  <a:pt x="12058200" y="12652"/>
                </a:lnTo>
                <a:lnTo>
                  <a:pt x="12080700" y="26668"/>
                </a:lnTo>
                <a:lnTo>
                  <a:pt x="12103200" y="43200"/>
                </a:lnTo>
                <a:lnTo>
                  <a:pt x="12103200" y="43200"/>
                </a:lnTo>
                <a:lnTo>
                  <a:pt x="12125700" y="26668"/>
                </a:lnTo>
                <a:lnTo>
                  <a:pt x="12148200" y="12652"/>
                </a:lnTo>
                <a:lnTo>
                  <a:pt x="12170700" y="3288"/>
                </a:lnTo>
                <a:lnTo>
                  <a:pt x="12193200" y="0"/>
                </a:lnTo>
                <a:lnTo>
                  <a:pt x="12215700" y="3288"/>
                </a:lnTo>
                <a:lnTo>
                  <a:pt x="12238200" y="12652"/>
                </a:lnTo>
                <a:lnTo>
                  <a:pt x="12260700" y="26668"/>
                </a:lnTo>
                <a:lnTo>
                  <a:pt x="12283200" y="43200"/>
                </a:lnTo>
                <a:lnTo>
                  <a:pt x="12283200" y="43200"/>
                </a:lnTo>
                <a:lnTo>
                  <a:pt x="12305700" y="26668"/>
                </a:lnTo>
                <a:lnTo>
                  <a:pt x="12328200" y="12652"/>
                </a:lnTo>
                <a:lnTo>
                  <a:pt x="12350700" y="3288"/>
                </a:lnTo>
                <a:lnTo>
                  <a:pt x="12373200" y="0"/>
                </a:lnTo>
                <a:lnTo>
                  <a:pt x="12395700" y="3288"/>
                </a:lnTo>
                <a:lnTo>
                  <a:pt x="12418200" y="12652"/>
                </a:lnTo>
                <a:lnTo>
                  <a:pt x="12440700" y="26668"/>
                </a:lnTo>
                <a:lnTo>
                  <a:pt x="12463200" y="43200"/>
                </a:lnTo>
                <a:lnTo>
                  <a:pt x="12463200" y="43200"/>
                </a:lnTo>
                <a:lnTo>
                  <a:pt x="12485700" y="26668"/>
                </a:lnTo>
                <a:lnTo>
                  <a:pt x="12508200" y="12652"/>
                </a:lnTo>
                <a:lnTo>
                  <a:pt x="12530700" y="3288"/>
                </a:lnTo>
                <a:lnTo>
                  <a:pt x="12553200" y="0"/>
                </a:lnTo>
                <a:lnTo>
                  <a:pt x="12575700" y="3288"/>
                </a:lnTo>
                <a:lnTo>
                  <a:pt x="12598200" y="12652"/>
                </a:lnTo>
                <a:lnTo>
                  <a:pt x="12620700" y="26668"/>
                </a:lnTo>
                <a:lnTo>
                  <a:pt x="12643200" y="43200"/>
                </a:lnTo>
                <a:lnTo>
                  <a:pt x="12643200" y="43200"/>
                </a:lnTo>
                <a:lnTo>
                  <a:pt x="12665700" y="26668"/>
                </a:lnTo>
                <a:lnTo>
                  <a:pt x="12688200" y="12652"/>
                </a:lnTo>
                <a:lnTo>
                  <a:pt x="12710700" y="3288"/>
                </a:lnTo>
                <a:lnTo>
                  <a:pt x="12733200" y="0"/>
                </a:lnTo>
                <a:lnTo>
                  <a:pt x="12755700" y="3288"/>
                </a:lnTo>
                <a:lnTo>
                  <a:pt x="12778200" y="12652"/>
                </a:lnTo>
                <a:lnTo>
                  <a:pt x="12800700" y="26668"/>
                </a:lnTo>
                <a:lnTo>
                  <a:pt x="12823200" y="43200"/>
                </a:lnTo>
                <a:lnTo>
                  <a:pt x="12823200" y="43200"/>
                </a:lnTo>
                <a:lnTo>
                  <a:pt x="12845700" y="26668"/>
                </a:lnTo>
                <a:lnTo>
                  <a:pt x="12868200" y="12652"/>
                </a:lnTo>
                <a:lnTo>
                  <a:pt x="12890700" y="3288"/>
                </a:lnTo>
                <a:lnTo>
                  <a:pt x="12913200" y="0"/>
                </a:lnTo>
                <a:lnTo>
                  <a:pt x="12935700" y="3288"/>
                </a:lnTo>
                <a:lnTo>
                  <a:pt x="12958200" y="12652"/>
                </a:lnTo>
                <a:lnTo>
                  <a:pt x="12980700" y="26668"/>
                </a:lnTo>
                <a:lnTo>
                  <a:pt x="13003200" y="43200"/>
                </a:lnTo>
                <a:lnTo>
                  <a:pt x="13003200" y="43200"/>
                </a:lnTo>
                <a:lnTo>
                  <a:pt x="13025700" y="26668"/>
                </a:lnTo>
                <a:lnTo>
                  <a:pt x="13048200" y="12652"/>
                </a:lnTo>
                <a:lnTo>
                  <a:pt x="13070700" y="3288"/>
                </a:lnTo>
                <a:lnTo>
                  <a:pt x="13093200" y="0"/>
                </a:lnTo>
                <a:lnTo>
                  <a:pt x="13115700" y="3288"/>
                </a:lnTo>
                <a:lnTo>
                  <a:pt x="13138200" y="12652"/>
                </a:lnTo>
                <a:lnTo>
                  <a:pt x="13160700" y="26668"/>
                </a:lnTo>
                <a:lnTo>
                  <a:pt x="13183200" y="43200"/>
                </a:lnTo>
                <a:lnTo>
                  <a:pt x="13183200" y="43200"/>
                </a:lnTo>
                <a:lnTo>
                  <a:pt x="13205700" y="26668"/>
                </a:lnTo>
                <a:lnTo>
                  <a:pt x="13228200" y="12652"/>
                </a:lnTo>
                <a:lnTo>
                  <a:pt x="13250700" y="3288"/>
                </a:lnTo>
                <a:lnTo>
                  <a:pt x="13273200" y="0"/>
                </a:lnTo>
                <a:lnTo>
                  <a:pt x="13295700" y="3288"/>
                </a:lnTo>
                <a:lnTo>
                  <a:pt x="13318200" y="12652"/>
                </a:lnTo>
                <a:lnTo>
                  <a:pt x="13340700" y="26668"/>
                </a:lnTo>
                <a:lnTo>
                  <a:pt x="13363200" y="43200"/>
                </a:lnTo>
                <a:lnTo>
                  <a:pt x="13363200" y="43200"/>
                </a:lnTo>
                <a:lnTo>
                  <a:pt x="13385700" y="26668"/>
                </a:lnTo>
                <a:lnTo>
                  <a:pt x="13408200" y="12652"/>
                </a:lnTo>
                <a:lnTo>
                  <a:pt x="13430700" y="3288"/>
                </a:lnTo>
                <a:lnTo>
                  <a:pt x="13453200" y="0"/>
                </a:lnTo>
                <a:lnTo>
                  <a:pt x="13475700" y="3288"/>
                </a:lnTo>
                <a:lnTo>
                  <a:pt x="13498200" y="12652"/>
                </a:lnTo>
                <a:lnTo>
                  <a:pt x="13520700" y="26668"/>
                </a:lnTo>
                <a:lnTo>
                  <a:pt x="13543200" y="43200"/>
                </a:lnTo>
                <a:lnTo>
                  <a:pt x="13543200" y="43200"/>
                </a:lnTo>
                <a:lnTo>
                  <a:pt x="13565700" y="26668"/>
                </a:lnTo>
                <a:lnTo>
                  <a:pt x="13588200" y="12652"/>
                </a:lnTo>
                <a:lnTo>
                  <a:pt x="13610700" y="3288"/>
                </a:lnTo>
                <a:lnTo>
                  <a:pt x="13633200" y="0"/>
                </a:lnTo>
                <a:lnTo>
                  <a:pt x="13655700" y="3288"/>
                </a:lnTo>
                <a:lnTo>
                  <a:pt x="13678200" y="12652"/>
                </a:lnTo>
                <a:lnTo>
                  <a:pt x="13700700" y="26668"/>
                </a:lnTo>
                <a:lnTo>
                  <a:pt x="13723200" y="43200"/>
                </a:lnTo>
                <a:lnTo>
                  <a:pt x="13723200" y="43200"/>
                </a:lnTo>
                <a:lnTo>
                  <a:pt x="13739731" y="66600"/>
                </a:lnTo>
                <a:lnTo>
                  <a:pt x="13753747" y="90000"/>
                </a:lnTo>
                <a:lnTo>
                  <a:pt x="13763111" y="113400"/>
                </a:lnTo>
                <a:lnTo>
                  <a:pt x="13766400" y="136800"/>
                </a:lnTo>
                <a:lnTo>
                  <a:pt x="13763111" y="160200"/>
                </a:lnTo>
                <a:lnTo>
                  <a:pt x="13753747" y="183600"/>
                </a:lnTo>
                <a:lnTo>
                  <a:pt x="13739731" y="207000"/>
                </a:lnTo>
                <a:lnTo>
                  <a:pt x="13723200" y="230400"/>
                </a:lnTo>
                <a:lnTo>
                  <a:pt x="13723200" y="230400"/>
                </a:lnTo>
                <a:lnTo>
                  <a:pt x="13739731" y="253800"/>
                </a:lnTo>
                <a:lnTo>
                  <a:pt x="13753747" y="277200"/>
                </a:lnTo>
                <a:lnTo>
                  <a:pt x="13763111" y="300600"/>
                </a:lnTo>
                <a:lnTo>
                  <a:pt x="13766400" y="324000"/>
                </a:lnTo>
                <a:lnTo>
                  <a:pt x="13763111" y="347400"/>
                </a:lnTo>
                <a:lnTo>
                  <a:pt x="13753747" y="370800"/>
                </a:lnTo>
                <a:lnTo>
                  <a:pt x="13739731" y="394200"/>
                </a:lnTo>
                <a:lnTo>
                  <a:pt x="13723200" y="417600"/>
                </a:lnTo>
                <a:lnTo>
                  <a:pt x="13723200" y="417600"/>
                </a:lnTo>
                <a:lnTo>
                  <a:pt x="13739731" y="441000"/>
                </a:lnTo>
                <a:lnTo>
                  <a:pt x="13753747" y="464400"/>
                </a:lnTo>
                <a:lnTo>
                  <a:pt x="13763111" y="487800"/>
                </a:lnTo>
                <a:lnTo>
                  <a:pt x="13766400" y="511200"/>
                </a:lnTo>
                <a:lnTo>
                  <a:pt x="13763111" y="534600"/>
                </a:lnTo>
                <a:lnTo>
                  <a:pt x="13753747" y="558000"/>
                </a:lnTo>
                <a:lnTo>
                  <a:pt x="13739731" y="581400"/>
                </a:lnTo>
                <a:lnTo>
                  <a:pt x="13723200" y="604800"/>
                </a:lnTo>
                <a:lnTo>
                  <a:pt x="13723200" y="604800"/>
                </a:lnTo>
                <a:lnTo>
                  <a:pt x="13739731" y="628200"/>
                </a:lnTo>
                <a:lnTo>
                  <a:pt x="13753747" y="651600"/>
                </a:lnTo>
                <a:lnTo>
                  <a:pt x="13763111" y="675000"/>
                </a:lnTo>
                <a:lnTo>
                  <a:pt x="13766400" y="698400"/>
                </a:lnTo>
                <a:lnTo>
                  <a:pt x="13763111" y="721800"/>
                </a:lnTo>
                <a:lnTo>
                  <a:pt x="13753747" y="745200"/>
                </a:lnTo>
                <a:lnTo>
                  <a:pt x="13739731" y="768600"/>
                </a:lnTo>
                <a:lnTo>
                  <a:pt x="13723200" y="792000"/>
                </a:lnTo>
                <a:lnTo>
                  <a:pt x="13723200" y="792000"/>
                </a:lnTo>
                <a:lnTo>
                  <a:pt x="13739731" y="815400"/>
                </a:lnTo>
                <a:lnTo>
                  <a:pt x="13753747" y="838800"/>
                </a:lnTo>
                <a:lnTo>
                  <a:pt x="13763111" y="862200"/>
                </a:lnTo>
                <a:lnTo>
                  <a:pt x="13766400" y="885600"/>
                </a:lnTo>
                <a:lnTo>
                  <a:pt x="13763111" y="909000"/>
                </a:lnTo>
                <a:lnTo>
                  <a:pt x="13753747" y="932400"/>
                </a:lnTo>
                <a:lnTo>
                  <a:pt x="13739731" y="955800"/>
                </a:lnTo>
                <a:lnTo>
                  <a:pt x="13723200" y="979200"/>
                </a:lnTo>
                <a:lnTo>
                  <a:pt x="13723200" y="979200"/>
                </a:lnTo>
                <a:lnTo>
                  <a:pt x="13700700" y="995731"/>
                </a:lnTo>
                <a:lnTo>
                  <a:pt x="13678200" y="1009747"/>
                </a:lnTo>
                <a:lnTo>
                  <a:pt x="13655700" y="1019111"/>
                </a:lnTo>
                <a:lnTo>
                  <a:pt x="13633200" y="1022400"/>
                </a:lnTo>
                <a:lnTo>
                  <a:pt x="13610700" y="1019111"/>
                </a:lnTo>
                <a:lnTo>
                  <a:pt x="13588200" y="1009747"/>
                </a:lnTo>
                <a:lnTo>
                  <a:pt x="13565700" y="995731"/>
                </a:lnTo>
                <a:lnTo>
                  <a:pt x="13543200" y="979200"/>
                </a:lnTo>
                <a:lnTo>
                  <a:pt x="13543200" y="979200"/>
                </a:lnTo>
                <a:lnTo>
                  <a:pt x="13520700" y="995731"/>
                </a:lnTo>
                <a:lnTo>
                  <a:pt x="13498200" y="1009747"/>
                </a:lnTo>
                <a:lnTo>
                  <a:pt x="13475700" y="1019111"/>
                </a:lnTo>
                <a:lnTo>
                  <a:pt x="13453200" y="1022400"/>
                </a:lnTo>
                <a:lnTo>
                  <a:pt x="13430700" y="1019111"/>
                </a:lnTo>
                <a:lnTo>
                  <a:pt x="13408200" y="1009747"/>
                </a:lnTo>
                <a:lnTo>
                  <a:pt x="13385700" y="995731"/>
                </a:lnTo>
                <a:lnTo>
                  <a:pt x="13363200" y="979200"/>
                </a:lnTo>
                <a:lnTo>
                  <a:pt x="13363200" y="979200"/>
                </a:lnTo>
                <a:lnTo>
                  <a:pt x="13340700" y="995731"/>
                </a:lnTo>
                <a:lnTo>
                  <a:pt x="13318200" y="1009747"/>
                </a:lnTo>
                <a:lnTo>
                  <a:pt x="13295700" y="1019111"/>
                </a:lnTo>
                <a:lnTo>
                  <a:pt x="13273200" y="1022400"/>
                </a:lnTo>
                <a:lnTo>
                  <a:pt x="13250700" y="1019111"/>
                </a:lnTo>
                <a:lnTo>
                  <a:pt x="13228200" y="1009747"/>
                </a:lnTo>
                <a:lnTo>
                  <a:pt x="13205700" y="995731"/>
                </a:lnTo>
                <a:lnTo>
                  <a:pt x="13183200" y="979200"/>
                </a:lnTo>
                <a:lnTo>
                  <a:pt x="13183200" y="979200"/>
                </a:lnTo>
                <a:lnTo>
                  <a:pt x="13160700" y="995731"/>
                </a:lnTo>
                <a:lnTo>
                  <a:pt x="13138200" y="1009747"/>
                </a:lnTo>
                <a:lnTo>
                  <a:pt x="13115700" y="1019111"/>
                </a:lnTo>
                <a:lnTo>
                  <a:pt x="13093200" y="1022400"/>
                </a:lnTo>
                <a:lnTo>
                  <a:pt x="13070700" y="1019111"/>
                </a:lnTo>
                <a:lnTo>
                  <a:pt x="13048200" y="1009747"/>
                </a:lnTo>
                <a:lnTo>
                  <a:pt x="13025700" y="995731"/>
                </a:lnTo>
                <a:lnTo>
                  <a:pt x="13003200" y="979200"/>
                </a:lnTo>
                <a:lnTo>
                  <a:pt x="13003200" y="979200"/>
                </a:lnTo>
                <a:lnTo>
                  <a:pt x="12980700" y="995731"/>
                </a:lnTo>
                <a:lnTo>
                  <a:pt x="12958200" y="1009747"/>
                </a:lnTo>
                <a:lnTo>
                  <a:pt x="12935700" y="1019111"/>
                </a:lnTo>
                <a:lnTo>
                  <a:pt x="12913200" y="1022400"/>
                </a:lnTo>
                <a:lnTo>
                  <a:pt x="12890700" y="1019111"/>
                </a:lnTo>
                <a:lnTo>
                  <a:pt x="12868200" y="1009747"/>
                </a:lnTo>
                <a:lnTo>
                  <a:pt x="12845700" y="995731"/>
                </a:lnTo>
                <a:lnTo>
                  <a:pt x="12823200" y="979200"/>
                </a:lnTo>
                <a:lnTo>
                  <a:pt x="12823200" y="979200"/>
                </a:lnTo>
                <a:lnTo>
                  <a:pt x="12800700" y="995731"/>
                </a:lnTo>
                <a:lnTo>
                  <a:pt x="12778200" y="1009747"/>
                </a:lnTo>
                <a:lnTo>
                  <a:pt x="12755700" y="1019111"/>
                </a:lnTo>
                <a:lnTo>
                  <a:pt x="12733200" y="1022400"/>
                </a:lnTo>
                <a:lnTo>
                  <a:pt x="12710700" y="1019111"/>
                </a:lnTo>
                <a:lnTo>
                  <a:pt x="12688200" y="1009747"/>
                </a:lnTo>
                <a:lnTo>
                  <a:pt x="12665700" y="995731"/>
                </a:lnTo>
                <a:lnTo>
                  <a:pt x="12643200" y="979200"/>
                </a:lnTo>
                <a:lnTo>
                  <a:pt x="12643200" y="979200"/>
                </a:lnTo>
                <a:lnTo>
                  <a:pt x="12620700" y="995731"/>
                </a:lnTo>
                <a:lnTo>
                  <a:pt x="12598200" y="1009747"/>
                </a:lnTo>
                <a:lnTo>
                  <a:pt x="12575700" y="1019111"/>
                </a:lnTo>
                <a:lnTo>
                  <a:pt x="12553200" y="1022400"/>
                </a:lnTo>
                <a:lnTo>
                  <a:pt x="12530700" y="1019111"/>
                </a:lnTo>
                <a:lnTo>
                  <a:pt x="12508200" y="1009747"/>
                </a:lnTo>
                <a:lnTo>
                  <a:pt x="12485700" y="995731"/>
                </a:lnTo>
                <a:lnTo>
                  <a:pt x="12463200" y="979200"/>
                </a:lnTo>
                <a:lnTo>
                  <a:pt x="12463200" y="979200"/>
                </a:lnTo>
                <a:lnTo>
                  <a:pt x="12440700" y="995731"/>
                </a:lnTo>
                <a:lnTo>
                  <a:pt x="12418200" y="1009747"/>
                </a:lnTo>
                <a:lnTo>
                  <a:pt x="12395700" y="1019111"/>
                </a:lnTo>
                <a:lnTo>
                  <a:pt x="12373200" y="1022400"/>
                </a:lnTo>
                <a:lnTo>
                  <a:pt x="12350700" y="1019111"/>
                </a:lnTo>
                <a:lnTo>
                  <a:pt x="12328200" y="1009747"/>
                </a:lnTo>
                <a:lnTo>
                  <a:pt x="12305700" y="995731"/>
                </a:lnTo>
                <a:lnTo>
                  <a:pt x="12283200" y="979200"/>
                </a:lnTo>
                <a:lnTo>
                  <a:pt x="12283200" y="979200"/>
                </a:lnTo>
                <a:lnTo>
                  <a:pt x="12260700" y="995731"/>
                </a:lnTo>
                <a:lnTo>
                  <a:pt x="12238200" y="1009747"/>
                </a:lnTo>
                <a:lnTo>
                  <a:pt x="12215700" y="1019111"/>
                </a:lnTo>
                <a:lnTo>
                  <a:pt x="12193200" y="1022400"/>
                </a:lnTo>
                <a:lnTo>
                  <a:pt x="12170700" y="1019111"/>
                </a:lnTo>
                <a:lnTo>
                  <a:pt x="12148200" y="1009747"/>
                </a:lnTo>
                <a:lnTo>
                  <a:pt x="12125700" y="995731"/>
                </a:lnTo>
                <a:lnTo>
                  <a:pt x="12103200" y="979200"/>
                </a:lnTo>
                <a:lnTo>
                  <a:pt x="12103200" y="979200"/>
                </a:lnTo>
                <a:lnTo>
                  <a:pt x="12080700" y="995731"/>
                </a:lnTo>
                <a:lnTo>
                  <a:pt x="12058200" y="1009747"/>
                </a:lnTo>
                <a:lnTo>
                  <a:pt x="12035700" y="1019111"/>
                </a:lnTo>
                <a:lnTo>
                  <a:pt x="12013200" y="1022400"/>
                </a:lnTo>
                <a:lnTo>
                  <a:pt x="11990700" y="1019111"/>
                </a:lnTo>
                <a:lnTo>
                  <a:pt x="11968200" y="1009747"/>
                </a:lnTo>
                <a:lnTo>
                  <a:pt x="11945700" y="995731"/>
                </a:lnTo>
                <a:lnTo>
                  <a:pt x="11923200" y="979200"/>
                </a:lnTo>
                <a:lnTo>
                  <a:pt x="11923200" y="979200"/>
                </a:lnTo>
                <a:lnTo>
                  <a:pt x="11900700" y="995731"/>
                </a:lnTo>
                <a:lnTo>
                  <a:pt x="11878200" y="1009747"/>
                </a:lnTo>
                <a:lnTo>
                  <a:pt x="11855700" y="1019111"/>
                </a:lnTo>
                <a:lnTo>
                  <a:pt x="11833200" y="1022400"/>
                </a:lnTo>
                <a:lnTo>
                  <a:pt x="11810700" y="1019111"/>
                </a:lnTo>
                <a:lnTo>
                  <a:pt x="11788200" y="1009747"/>
                </a:lnTo>
                <a:lnTo>
                  <a:pt x="11765700" y="995731"/>
                </a:lnTo>
                <a:lnTo>
                  <a:pt x="11743200" y="979200"/>
                </a:lnTo>
                <a:lnTo>
                  <a:pt x="11743200" y="979200"/>
                </a:lnTo>
                <a:lnTo>
                  <a:pt x="11720700" y="995731"/>
                </a:lnTo>
                <a:lnTo>
                  <a:pt x="11698200" y="1009747"/>
                </a:lnTo>
                <a:lnTo>
                  <a:pt x="11675700" y="1019111"/>
                </a:lnTo>
                <a:lnTo>
                  <a:pt x="11653200" y="1022400"/>
                </a:lnTo>
                <a:lnTo>
                  <a:pt x="11630700" y="1019111"/>
                </a:lnTo>
                <a:lnTo>
                  <a:pt x="11608200" y="1009747"/>
                </a:lnTo>
                <a:lnTo>
                  <a:pt x="11585700" y="995731"/>
                </a:lnTo>
                <a:lnTo>
                  <a:pt x="11563200" y="979200"/>
                </a:lnTo>
                <a:lnTo>
                  <a:pt x="11563200" y="979200"/>
                </a:lnTo>
                <a:lnTo>
                  <a:pt x="11540700" y="995731"/>
                </a:lnTo>
                <a:lnTo>
                  <a:pt x="11518200" y="1009747"/>
                </a:lnTo>
                <a:lnTo>
                  <a:pt x="11495700" y="1019111"/>
                </a:lnTo>
                <a:lnTo>
                  <a:pt x="11473200" y="1022400"/>
                </a:lnTo>
                <a:lnTo>
                  <a:pt x="11450700" y="1019111"/>
                </a:lnTo>
                <a:lnTo>
                  <a:pt x="11428200" y="1009747"/>
                </a:lnTo>
                <a:lnTo>
                  <a:pt x="11405700" y="995731"/>
                </a:lnTo>
                <a:lnTo>
                  <a:pt x="11383200" y="979200"/>
                </a:lnTo>
                <a:lnTo>
                  <a:pt x="11383200" y="979200"/>
                </a:lnTo>
                <a:lnTo>
                  <a:pt x="11360700" y="995731"/>
                </a:lnTo>
                <a:lnTo>
                  <a:pt x="11338200" y="1009747"/>
                </a:lnTo>
                <a:lnTo>
                  <a:pt x="11315700" y="1019111"/>
                </a:lnTo>
                <a:lnTo>
                  <a:pt x="11293200" y="1022400"/>
                </a:lnTo>
                <a:lnTo>
                  <a:pt x="11270700" y="1019111"/>
                </a:lnTo>
                <a:lnTo>
                  <a:pt x="11248200" y="1009747"/>
                </a:lnTo>
                <a:lnTo>
                  <a:pt x="11225700" y="995731"/>
                </a:lnTo>
                <a:lnTo>
                  <a:pt x="11203200" y="979200"/>
                </a:lnTo>
                <a:lnTo>
                  <a:pt x="11203200" y="979200"/>
                </a:lnTo>
                <a:lnTo>
                  <a:pt x="11180700" y="995731"/>
                </a:lnTo>
                <a:lnTo>
                  <a:pt x="11158200" y="1009747"/>
                </a:lnTo>
                <a:lnTo>
                  <a:pt x="11135700" y="1019111"/>
                </a:lnTo>
                <a:lnTo>
                  <a:pt x="11113200" y="1022400"/>
                </a:lnTo>
                <a:lnTo>
                  <a:pt x="11090700" y="1019111"/>
                </a:lnTo>
                <a:lnTo>
                  <a:pt x="11068200" y="1009747"/>
                </a:lnTo>
                <a:lnTo>
                  <a:pt x="11045700" y="995731"/>
                </a:lnTo>
                <a:lnTo>
                  <a:pt x="11023200" y="979200"/>
                </a:lnTo>
                <a:lnTo>
                  <a:pt x="11023200" y="979200"/>
                </a:lnTo>
                <a:lnTo>
                  <a:pt x="11000700" y="995731"/>
                </a:lnTo>
                <a:lnTo>
                  <a:pt x="10978200" y="1009747"/>
                </a:lnTo>
                <a:lnTo>
                  <a:pt x="10955700" y="1019111"/>
                </a:lnTo>
                <a:lnTo>
                  <a:pt x="10933200" y="1022400"/>
                </a:lnTo>
                <a:lnTo>
                  <a:pt x="10910700" y="1019111"/>
                </a:lnTo>
                <a:lnTo>
                  <a:pt x="10888200" y="1009747"/>
                </a:lnTo>
                <a:lnTo>
                  <a:pt x="10865700" y="995731"/>
                </a:lnTo>
                <a:lnTo>
                  <a:pt x="10843200" y="979200"/>
                </a:lnTo>
                <a:lnTo>
                  <a:pt x="10843200" y="979200"/>
                </a:lnTo>
                <a:lnTo>
                  <a:pt x="10820700" y="995731"/>
                </a:lnTo>
                <a:lnTo>
                  <a:pt x="10798200" y="1009747"/>
                </a:lnTo>
                <a:lnTo>
                  <a:pt x="10775700" y="1019111"/>
                </a:lnTo>
                <a:lnTo>
                  <a:pt x="10753200" y="1022400"/>
                </a:lnTo>
                <a:lnTo>
                  <a:pt x="10730700" y="1019111"/>
                </a:lnTo>
                <a:lnTo>
                  <a:pt x="10708200" y="1009747"/>
                </a:lnTo>
                <a:lnTo>
                  <a:pt x="10685700" y="995731"/>
                </a:lnTo>
                <a:lnTo>
                  <a:pt x="10663200" y="979200"/>
                </a:lnTo>
                <a:lnTo>
                  <a:pt x="10663200" y="979200"/>
                </a:lnTo>
                <a:lnTo>
                  <a:pt x="10640700" y="995731"/>
                </a:lnTo>
                <a:lnTo>
                  <a:pt x="10618200" y="1009747"/>
                </a:lnTo>
                <a:lnTo>
                  <a:pt x="10595700" y="1019111"/>
                </a:lnTo>
                <a:lnTo>
                  <a:pt x="10573200" y="1022400"/>
                </a:lnTo>
                <a:lnTo>
                  <a:pt x="10550700" y="1019111"/>
                </a:lnTo>
                <a:lnTo>
                  <a:pt x="10528200" y="1009747"/>
                </a:lnTo>
                <a:lnTo>
                  <a:pt x="10505700" y="995731"/>
                </a:lnTo>
                <a:lnTo>
                  <a:pt x="10483200" y="979200"/>
                </a:lnTo>
                <a:lnTo>
                  <a:pt x="10483200" y="979200"/>
                </a:lnTo>
                <a:lnTo>
                  <a:pt x="10460700" y="995731"/>
                </a:lnTo>
                <a:lnTo>
                  <a:pt x="10438200" y="1009747"/>
                </a:lnTo>
                <a:lnTo>
                  <a:pt x="10415700" y="1019111"/>
                </a:lnTo>
                <a:lnTo>
                  <a:pt x="10393200" y="1022400"/>
                </a:lnTo>
                <a:lnTo>
                  <a:pt x="10370700" y="1019111"/>
                </a:lnTo>
                <a:lnTo>
                  <a:pt x="10348200" y="1009747"/>
                </a:lnTo>
                <a:lnTo>
                  <a:pt x="10325700" y="995731"/>
                </a:lnTo>
                <a:lnTo>
                  <a:pt x="10303200" y="979200"/>
                </a:lnTo>
                <a:lnTo>
                  <a:pt x="10303200" y="979200"/>
                </a:lnTo>
                <a:lnTo>
                  <a:pt x="10280700" y="995731"/>
                </a:lnTo>
                <a:lnTo>
                  <a:pt x="10258200" y="1009747"/>
                </a:lnTo>
                <a:lnTo>
                  <a:pt x="10235700" y="1019111"/>
                </a:lnTo>
                <a:lnTo>
                  <a:pt x="10213200" y="1022400"/>
                </a:lnTo>
                <a:lnTo>
                  <a:pt x="10190700" y="1019111"/>
                </a:lnTo>
                <a:lnTo>
                  <a:pt x="10168200" y="1009747"/>
                </a:lnTo>
                <a:lnTo>
                  <a:pt x="10145700" y="995731"/>
                </a:lnTo>
                <a:lnTo>
                  <a:pt x="10123200" y="979200"/>
                </a:lnTo>
                <a:lnTo>
                  <a:pt x="10123200" y="979200"/>
                </a:lnTo>
                <a:lnTo>
                  <a:pt x="10100700" y="995731"/>
                </a:lnTo>
                <a:lnTo>
                  <a:pt x="10078200" y="1009747"/>
                </a:lnTo>
                <a:lnTo>
                  <a:pt x="10055700" y="1019111"/>
                </a:lnTo>
                <a:lnTo>
                  <a:pt x="10033200" y="1022400"/>
                </a:lnTo>
                <a:lnTo>
                  <a:pt x="10010700" y="1019111"/>
                </a:lnTo>
                <a:lnTo>
                  <a:pt x="9988200" y="1009747"/>
                </a:lnTo>
                <a:lnTo>
                  <a:pt x="9965700" y="995731"/>
                </a:lnTo>
                <a:lnTo>
                  <a:pt x="9943200" y="979200"/>
                </a:lnTo>
                <a:lnTo>
                  <a:pt x="9943200" y="979200"/>
                </a:lnTo>
                <a:lnTo>
                  <a:pt x="9920700" y="995731"/>
                </a:lnTo>
                <a:lnTo>
                  <a:pt x="9898200" y="1009747"/>
                </a:lnTo>
                <a:lnTo>
                  <a:pt x="9875700" y="1019111"/>
                </a:lnTo>
                <a:lnTo>
                  <a:pt x="9853200" y="1022400"/>
                </a:lnTo>
                <a:lnTo>
                  <a:pt x="9830700" y="1019111"/>
                </a:lnTo>
                <a:lnTo>
                  <a:pt x="9808200" y="1009747"/>
                </a:lnTo>
                <a:lnTo>
                  <a:pt x="9785700" y="995731"/>
                </a:lnTo>
                <a:lnTo>
                  <a:pt x="9763200" y="979200"/>
                </a:lnTo>
                <a:lnTo>
                  <a:pt x="9763200" y="979200"/>
                </a:lnTo>
                <a:lnTo>
                  <a:pt x="9740700" y="995731"/>
                </a:lnTo>
                <a:lnTo>
                  <a:pt x="9718200" y="1009747"/>
                </a:lnTo>
                <a:lnTo>
                  <a:pt x="9695700" y="1019111"/>
                </a:lnTo>
                <a:lnTo>
                  <a:pt x="9673200" y="1022400"/>
                </a:lnTo>
                <a:lnTo>
                  <a:pt x="9650700" y="1019111"/>
                </a:lnTo>
                <a:lnTo>
                  <a:pt x="9628200" y="1009747"/>
                </a:lnTo>
                <a:lnTo>
                  <a:pt x="9605700" y="995731"/>
                </a:lnTo>
                <a:lnTo>
                  <a:pt x="9583200" y="979200"/>
                </a:lnTo>
                <a:lnTo>
                  <a:pt x="9583200" y="979200"/>
                </a:lnTo>
                <a:lnTo>
                  <a:pt x="9560700" y="995731"/>
                </a:lnTo>
                <a:lnTo>
                  <a:pt x="9538200" y="1009747"/>
                </a:lnTo>
                <a:lnTo>
                  <a:pt x="9515700" y="1019111"/>
                </a:lnTo>
                <a:lnTo>
                  <a:pt x="9493200" y="1022400"/>
                </a:lnTo>
                <a:lnTo>
                  <a:pt x="9470700" y="1019111"/>
                </a:lnTo>
                <a:lnTo>
                  <a:pt x="9448200" y="1009747"/>
                </a:lnTo>
                <a:lnTo>
                  <a:pt x="9425700" y="995731"/>
                </a:lnTo>
                <a:lnTo>
                  <a:pt x="9403200" y="979200"/>
                </a:lnTo>
                <a:lnTo>
                  <a:pt x="9403200" y="979200"/>
                </a:lnTo>
                <a:lnTo>
                  <a:pt x="9380700" y="995731"/>
                </a:lnTo>
                <a:lnTo>
                  <a:pt x="9358200" y="1009747"/>
                </a:lnTo>
                <a:lnTo>
                  <a:pt x="9335700" y="1019111"/>
                </a:lnTo>
                <a:lnTo>
                  <a:pt x="9313200" y="1022400"/>
                </a:lnTo>
                <a:lnTo>
                  <a:pt x="9290700" y="1019111"/>
                </a:lnTo>
                <a:lnTo>
                  <a:pt x="9268200" y="1009747"/>
                </a:lnTo>
                <a:lnTo>
                  <a:pt x="9245700" y="995731"/>
                </a:lnTo>
                <a:lnTo>
                  <a:pt x="9223200" y="979200"/>
                </a:lnTo>
                <a:lnTo>
                  <a:pt x="9223200" y="979200"/>
                </a:lnTo>
                <a:lnTo>
                  <a:pt x="9200700" y="995731"/>
                </a:lnTo>
                <a:lnTo>
                  <a:pt x="9178200" y="1009747"/>
                </a:lnTo>
                <a:lnTo>
                  <a:pt x="9155700" y="1019111"/>
                </a:lnTo>
                <a:lnTo>
                  <a:pt x="9133200" y="1022400"/>
                </a:lnTo>
                <a:lnTo>
                  <a:pt x="9110700" y="1019111"/>
                </a:lnTo>
                <a:lnTo>
                  <a:pt x="9088200" y="1009747"/>
                </a:lnTo>
                <a:lnTo>
                  <a:pt x="9065700" y="995731"/>
                </a:lnTo>
                <a:lnTo>
                  <a:pt x="9043200" y="979200"/>
                </a:lnTo>
                <a:lnTo>
                  <a:pt x="9043200" y="979200"/>
                </a:lnTo>
                <a:lnTo>
                  <a:pt x="9020700" y="995731"/>
                </a:lnTo>
                <a:lnTo>
                  <a:pt x="8998200" y="1009747"/>
                </a:lnTo>
                <a:lnTo>
                  <a:pt x="8975700" y="1019111"/>
                </a:lnTo>
                <a:lnTo>
                  <a:pt x="8953200" y="1022400"/>
                </a:lnTo>
                <a:lnTo>
                  <a:pt x="8930700" y="1019111"/>
                </a:lnTo>
                <a:lnTo>
                  <a:pt x="8908200" y="1009747"/>
                </a:lnTo>
                <a:lnTo>
                  <a:pt x="8885700" y="995731"/>
                </a:lnTo>
                <a:lnTo>
                  <a:pt x="8863200" y="979200"/>
                </a:lnTo>
                <a:lnTo>
                  <a:pt x="8863200" y="979200"/>
                </a:lnTo>
                <a:lnTo>
                  <a:pt x="8840700" y="995731"/>
                </a:lnTo>
                <a:lnTo>
                  <a:pt x="8818200" y="1009747"/>
                </a:lnTo>
                <a:lnTo>
                  <a:pt x="8795700" y="1019111"/>
                </a:lnTo>
                <a:lnTo>
                  <a:pt x="8773200" y="1022400"/>
                </a:lnTo>
                <a:lnTo>
                  <a:pt x="8750700" y="1019111"/>
                </a:lnTo>
                <a:lnTo>
                  <a:pt x="8728200" y="1009747"/>
                </a:lnTo>
                <a:lnTo>
                  <a:pt x="8705700" y="995731"/>
                </a:lnTo>
                <a:lnTo>
                  <a:pt x="8683200" y="979200"/>
                </a:lnTo>
                <a:lnTo>
                  <a:pt x="8683200" y="979200"/>
                </a:lnTo>
                <a:lnTo>
                  <a:pt x="8660700" y="995731"/>
                </a:lnTo>
                <a:lnTo>
                  <a:pt x="8638200" y="1009747"/>
                </a:lnTo>
                <a:lnTo>
                  <a:pt x="8615700" y="1019111"/>
                </a:lnTo>
                <a:lnTo>
                  <a:pt x="8593200" y="1022400"/>
                </a:lnTo>
                <a:lnTo>
                  <a:pt x="8570700" y="1019111"/>
                </a:lnTo>
                <a:lnTo>
                  <a:pt x="8548200" y="1009747"/>
                </a:lnTo>
                <a:lnTo>
                  <a:pt x="8525700" y="995731"/>
                </a:lnTo>
                <a:lnTo>
                  <a:pt x="8503200" y="979200"/>
                </a:lnTo>
                <a:lnTo>
                  <a:pt x="8503200" y="979200"/>
                </a:lnTo>
                <a:lnTo>
                  <a:pt x="8480700" y="995731"/>
                </a:lnTo>
                <a:lnTo>
                  <a:pt x="8458200" y="1009747"/>
                </a:lnTo>
                <a:lnTo>
                  <a:pt x="8435700" y="1019111"/>
                </a:lnTo>
                <a:lnTo>
                  <a:pt x="8413200" y="1022400"/>
                </a:lnTo>
                <a:lnTo>
                  <a:pt x="8390700" y="1019111"/>
                </a:lnTo>
                <a:lnTo>
                  <a:pt x="8368200" y="1009747"/>
                </a:lnTo>
                <a:lnTo>
                  <a:pt x="8345700" y="995731"/>
                </a:lnTo>
                <a:lnTo>
                  <a:pt x="8323200" y="979200"/>
                </a:lnTo>
                <a:lnTo>
                  <a:pt x="8323200" y="979200"/>
                </a:lnTo>
                <a:lnTo>
                  <a:pt x="8300700" y="995731"/>
                </a:lnTo>
                <a:lnTo>
                  <a:pt x="8278200" y="1009747"/>
                </a:lnTo>
                <a:lnTo>
                  <a:pt x="8255700" y="1019111"/>
                </a:lnTo>
                <a:lnTo>
                  <a:pt x="8233200" y="1022400"/>
                </a:lnTo>
                <a:lnTo>
                  <a:pt x="8210700" y="1019111"/>
                </a:lnTo>
                <a:lnTo>
                  <a:pt x="8188200" y="1009747"/>
                </a:lnTo>
                <a:lnTo>
                  <a:pt x="8165700" y="995731"/>
                </a:lnTo>
                <a:lnTo>
                  <a:pt x="8143200" y="979200"/>
                </a:lnTo>
                <a:lnTo>
                  <a:pt x="8143200" y="979200"/>
                </a:lnTo>
                <a:lnTo>
                  <a:pt x="8120700" y="995731"/>
                </a:lnTo>
                <a:lnTo>
                  <a:pt x="8098200" y="1009747"/>
                </a:lnTo>
                <a:lnTo>
                  <a:pt x="8075700" y="1019111"/>
                </a:lnTo>
                <a:lnTo>
                  <a:pt x="8053200" y="1022400"/>
                </a:lnTo>
                <a:lnTo>
                  <a:pt x="8030700" y="1019111"/>
                </a:lnTo>
                <a:lnTo>
                  <a:pt x="8008200" y="1009747"/>
                </a:lnTo>
                <a:lnTo>
                  <a:pt x="7985700" y="995731"/>
                </a:lnTo>
                <a:lnTo>
                  <a:pt x="7963200" y="979200"/>
                </a:lnTo>
                <a:lnTo>
                  <a:pt x="7963200" y="979200"/>
                </a:lnTo>
                <a:lnTo>
                  <a:pt x="7940700" y="995731"/>
                </a:lnTo>
                <a:lnTo>
                  <a:pt x="7918200" y="1009747"/>
                </a:lnTo>
                <a:lnTo>
                  <a:pt x="7895700" y="1019111"/>
                </a:lnTo>
                <a:lnTo>
                  <a:pt x="7873200" y="1022400"/>
                </a:lnTo>
                <a:lnTo>
                  <a:pt x="7850700" y="1019111"/>
                </a:lnTo>
                <a:lnTo>
                  <a:pt x="7828200" y="1009747"/>
                </a:lnTo>
                <a:lnTo>
                  <a:pt x="7805700" y="995731"/>
                </a:lnTo>
                <a:lnTo>
                  <a:pt x="7783200" y="979200"/>
                </a:lnTo>
                <a:lnTo>
                  <a:pt x="7783200" y="979200"/>
                </a:lnTo>
                <a:lnTo>
                  <a:pt x="7760700" y="995731"/>
                </a:lnTo>
                <a:lnTo>
                  <a:pt x="7738200" y="1009747"/>
                </a:lnTo>
                <a:lnTo>
                  <a:pt x="7715700" y="1019111"/>
                </a:lnTo>
                <a:lnTo>
                  <a:pt x="7693200" y="1022400"/>
                </a:lnTo>
                <a:lnTo>
                  <a:pt x="7670700" y="1019111"/>
                </a:lnTo>
                <a:lnTo>
                  <a:pt x="7648200" y="1009747"/>
                </a:lnTo>
                <a:lnTo>
                  <a:pt x="7625700" y="995731"/>
                </a:lnTo>
                <a:lnTo>
                  <a:pt x="7603200" y="979200"/>
                </a:lnTo>
                <a:lnTo>
                  <a:pt x="7603200" y="979200"/>
                </a:lnTo>
                <a:lnTo>
                  <a:pt x="7580700" y="995731"/>
                </a:lnTo>
                <a:lnTo>
                  <a:pt x="7558200" y="1009747"/>
                </a:lnTo>
                <a:lnTo>
                  <a:pt x="7535700" y="1019111"/>
                </a:lnTo>
                <a:lnTo>
                  <a:pt x="7513200" y="1022400"/>
                </a:lnTo>
                <a:lnTo>
                  <a:pt x="7490700" y="1019111"/>
                </a:lnTo>
                <a:lnTo>
                  <a:pt x="7468200" y="1009747"/>
                </a:lnTo>
                <a:lnTo>
                  <a:pt x="7445700" y="995731"/>
                </a:lnTo>
                <a:lnTo>
                  <a:pt x="7423200" y="979200"/>
                </a:lnTo>
                <a:lnTo>
                  <a:pt x="7423200" y="979200"/>
                </a:lnTo>
                <a:lnTo>
                  <a:pt x="7400700" y="995731"/>
                </a:lnTo>
                <a:lnTo>
                  <a:pt x="7378200" y="1009747"/>
                </a:lnTo>
                <a:lnTo>
                  <a:pt x="7355700" y="1019111"/>
                </a:lnTo>
                <a:lnTo>
                  <a:pt x="7333200" y="1022400"/>
                </a:lnTo>
                <a:lnTo>
                  <a:pt x="7310700" y="1019111"/>
                </a:lnTo>
                <a:lnTo>
                  <a:pt x="7288200" y="1009747"/>
                </a:lnTo>
                <a:lnTo>
                  <a:pt x="7265700" y="995731"/>
                </a:lnTo>
                <a:lnTo>
                  <a:pt x="7243200" y="979200"/>
                </a:lnTo>
                <a:lnTo>
                  <a:pt x="7243200" y="979200"/>
                </a:lnTo>
                <a:lnTo>
                  <a:pt x="7220700" y="995731"/>
                </a:lnTo>
                <a:lnTo>
                  <a:pt x="7198200" y="1009747"/>
                </a:lnTo>
                <a:lnTo>
                  <a:pt x="7175700" y="1019111"/>
                </a:lnTo>
                <a:lnTo>
                  <a:pt x="7153200" y="1022400"/>
                </a:lnTo>
                <a:lnTo>
                  <a:pt x="7130700" y="1019111"/>
                </a:lnTo>
                <a:lnTo>
                  <a:pt x="7108200" y="1009747"/>
                </a:lnTo>
                <a:lnTo>
                  <a:pt x="7085700" y="995731"/>
                </a:lnTo>
                <a:lnTo>
                  <a:pt x="7063200" y="979200"/>
                </a:lnTo>
                <a:lnTo>
                  <a:pt x="7063200" y="979200"/>
                </a:lnTo>
                <a:lnTo>
                  <a:pt x="7040700" y="995731"/>
                </a:lnTo>
                <a:lnTo>
                  <a:pt x="7018200" y="1009747"/>
                </a:lnTo>
                <a:lnTo>
                  <a:pt x="6995700" y="1019111"/>
                </a:lnTo>
                <a:lnTo>
                  <a:pt x="6973200" y="1022400"/>
                </a:lnTo>
                <a:lnTo>
                  <a:pt x="6950700" y="1019111"/>
                </a:lnTo>
                <a:lnTo>
                  <a:pt x="6928200" y="1009747"/>
                </a:lnTo>
                <a:lnTo>
                  <a:pt x="6905700" y="995731"/>
                </a:lnTo>
                <a:lnTo>
                  <a:pt x="6883200" y="979200"/>
                </a:lnTo>
                <a:lnTo>
                  <a:pt x="6883200" y="979200"/>
                </a:lnTo>
                <a:lnTo>
                  <a:pt x="6860699" y="995731"/>
                </a:lnTo>
                <a:lnTo>
                  <a:pt x="6838200" y="1009747"/>
                </a:lnTo>
                <a:lnTo>
                  <a:pt x="6815700" y="1019111"/>
                </a:lnTo>
                <a:lnTo>
                  <a:pt x="6793200" y="1022400"/>
                </a:lnTo>
                <a:lnTo>
                  <a:pt x="6770700" y="1019111"/>
                </a:lnTo>
                <a:lnTo>
                  <a:pt x="6748200" y="1009747"/>
                </a:lnTo>
                <a:lnTo>
                  <a:pt x="6725700" y="995731"/>
                </a:lnTo>
                <a:lnTo>
                  <a:pt x="6703199" y="979200"/>
                </a:lnTo>
                <a:lnTo>
                  <a:pt x="6703199" y="979200"/>
                </a:lnTo>
                <a:lnTo>
                  <a:pt x="6680700" y="995731"/>
                </a:lnTo>
                <a:lnTo>
                  <a:pt x="6658200" y="1009747"/>
                </a:lnTo>
                <a:lnTo>
                  <a:pt x="6635700" y="1019111"/>
                </a:lnTo>
                <a:lnTo>
                  <a:pt x="6613200" y="1022400"/>
                </a:lnTo>
                <a:lnTo>
                  <a:pt x="6590699" y="1019111"/>
                </a:lnTo>
                <a:lnTo>
                  <a:pt x="6568200" y="1009747"/>
                </a:lnTo>
                <a:lnTo>
                  <a:pt x="6545700" y="995731"/>
                </a:lnTo>
                <a:lnTo>
                  <a:pt x="6523200" y="979200"/>
                </a:lnTo>
                <a:lnTo>
                  <a:pt x="6523200" y="979200"/>
                </a:lnTo>
                <a:lnTo>
                  <a:pt x="6500700" y="995731"/>
                </a:lnTo>
                <a:lnTo>
                  <a:pt x="6478200" y="1009747"/>
                </a:lnTo>
                <a:lnTo>
                  <a:pt x="6455700" y="1019111"/>
                </a:lnTo>
                <a:lnTo>
                  <a:pt x="6433199" y="1022400"/>
                </a:lnTo>
                <a:lnTo>
                  <a:pt x="6410700" y="1019111"/>
                </a:lnTo>
                <a:lnTo>
                  <a:pt x="6388200" y="1009747"/>
                </a:lnTo>
                <a:lnTo>
                  <a:pt x="6365700" y="995731"/>
                </a:lnTo>
                <a:lnTo>
                  <a:pt x="6343200" y="979200"/>
                </a:lnTo>
                <a:lnTo>
                  <a:pt x="6343200" y="979200"/>
                </a:lnTo>
                <a:lnTo>
                  <a:pt x="6320700" y="995731"/>
                </a:lnTo>
                <a:lnTo>
                  <a:pt x="6298200" y="1009747"/>
                </a:lnTo>
                <a:lnTo>
                  <a:pt x="6275699" y="1019111"/>
                </a:lnTo>
                <a:lnTo>
                  <a:pt x="6253200" y="1022400"/>
                </a:lnTo>
                <a:lnTo>
                  <a:pt x="6230700" y="1019111"/>
                </a:lnTo>
                <a:lnTo>
                  <a:pt x="6208200" y="1009747"/>
                </a:lnTo>
                <a:lnTo>
                  <a:pt x="6185700" y="995731"/>
                </a:lnTo>
                <a:lnTo>
                  <a:pt x="6163199" y="979200"/>
                </a:lnTo>
                <a:lnTo>
                  <a:pt x="6163199" y="979200"/>
                </a:lnTo>
                <a:lnTo>
                  <a:pt x="6140700" y="995731"/>
                </a:lnTo>
                <a:lnTo>
                  <a:pt x="6118200" y="1009747"/>
                </a:lnTo>
                <a:lnTo>
                  <a:pt x="6095700" y="1019111"/>
                </a:lnTo>
                <a:lnTo>
                  <a:pt x="6073200" y="1022400"/>
                </a:lnTo>
                <a:lnTo>
                  <a:pt x="6050700" y="1019111"/>
                </a:lnTo>
                <a:lnTo>
                  <a:pt x="6028200" y="1009747"/>
                </a:lnTo>
                <a:lnTo>
                  <a:pt x="6005699" y="995731"/>
                </a:lnTo>
                <a:lnTo>
                  <a:pt x="5983200" y="979200"/>
                </a:lnTo>
                <a:lnTo>
                  <a:pt x="5983200" y="979200"/>
                </a:lnTo>
                <a:lnTo>
                  <a:pt x="5960700" y="995731"/>
                </a:lnTo>
                <a:lnTo>
                  <a:pt x="5938200" y="1009747"/>
                </a:lnTo>
                <a:lnTo>
                  <a:pt x="5915700" y="1019111"/>
                </a:lnTo>
                <a:lnTo>
                  <a:pt x="5893200" y="1022400"/>
                </a:lnTo>
                <a:lnTo>
                  <a:pt x="5870700" y="1019111"/>
                </a:lnTo>
                <a:lnTo>
                  <a:pt x="5848199" y="1009747"/>
                </a:lnTo>
                <a:lnTo>
                  <a:pt x="5825700" y="995731"/>
                </a:lnTo>
                <a:lnTo>
                  <a:pt x="5803200" y="979200"/>
                </a:lnTo>
                <a:lnTo>
                  <a:pt x="5803200" y="979200"/>
                </a:lnTo>
                <a:lnTo>
                  <a:pt x="5780700" y="995731"/>
                </a:lnTo>
                <a:lnTo>
                  <a:pt x="5758200" y="1009747"/>
                </a:lnTo>
                <a:lnTo>
                  <a:pt x="5735699" y="1019111"/>
                </a:lnTo>
                <a:lnTo>
                  <a:pt x="5713200" y="1022400"/>
                </a:lnTo>
                <a:lnTo>
                  <a:pt x="5690700" y="1019111"/>
                </a:lnTo>
                <a:lnTo>
                  <a:pt x="5668200" y="1009747"/>
                </a:lnTo>
                <a:lnTo>
                  <a:pt x="5645700" y="995731"/>
                </a:lnTo>
                <a:lnTo>
                  <a:pt x="5623200" y="979200"/>
                </a:lnTo>
                <a:lnTo>
                  <a:pt x="5623200" y="979200"/>
                </a:lnTo>
                <a:lnTo>
                  <a:pt x="5600700" y="995731"/>
                </a:lnTo>
                <a:lnTo>
                  <a:pt x="5578199" y="1009747"/>
                </a:lnTo>
                <a:lnTo>
                  <a:pt x="5555700" y="1019111"/>
                </a:lnTo>
                <a:lnTo>
                  <a:pt x="5533200" y="1022400"/>
                </a:lnTo>
                <a:lnTo>
                  <a:pt x="5510700" y="1019111"/>
                </a:lnTo>
                <a:lnTo>
                  <a:pt x="5488200" y="1009747"/>
                </a:lnTo>
                <a:lnTo>
                  <a:pt x="5465700" y="995731"/>
                </a:lnTo>
                <a:lnTo>
                  <a:pt x="5443200" y="979200"/>
                </a:lnTo>
                <a:lnTo>
                  <a:pt x="5443200" y="979200"/>
                </a:lnTo>
                <a:lnTo>
                  <a:pt x="5420699" y="995731"/>
                </a:lnTo>
                <a:lnTo>
                  <a:pt x="5398200" y="1009747"/>
                </a:lnTo>
                <a:lnTo>
                  <a:pt x="5375700" y="1019111"/>
                </a:lnTo>
                <a:lnTo>
                  <a:pt x="5353200" y="1022400"/>
                </a:lnTo>
                <a:lnTo>
                  <a:pt x="5330700" y="1019111"/>
                </a:lnTo>
                <a:lnTo>
                  <a:pt x="5308199" y="1009747"/>
                </a:lnTo>
                <a:lnTo>
                  <a:pt x="5285700" y="995731"/>
                </a:lnTo>
                <a:lnTo>
                  <a:pt x="5263200" y="979200"/>
                </a:lnTo>
                <a:lnTo>
                  <a:pt x="5263200" y="979200"/>
                </a:lnTo>
                <a:lnTo>
                  <a:pt x="5240700" y="995731"/>
                </a:lnTo>
                <a:lnTo>
                  <a:pt x="5218200" y="1009747"/>
                </a:lnTo>
                <a:lnTo>
                  <a:pt x="5195700" y="1019111"/>
                </a:lnTo>
                <a:lnTo>
                  <a:pt x="5173200" y="1022400"/>
                </a:lnTo>
                <a:lnTo>
                  <a:pt x="5150699" y="1019111"/>
                </a:lnTo>
                <a:lnTo>
                  <a:pt x="5128200" y="1009747"/>
                </a:lnTo>
                <a:lnTo>
                  <a:pt x="5105700" y="995731"/>
                </a:lnTo>
                <a:lnTo>
                  <a:pt x="5083200" y="979200"/>
                </a:lnTo>
                <a:lnTo>
                  <a:pt x="5083200" y="979200"/>
                </a:lnTo>
                <a:lnTo>
                  <a:pt x="5060700" y="995731"/>
                </a:lnTo>
                <a:lnTo>
                  <a:pt x="5038200" y="1009747"/>
                </a:lnTo>
                <a:lnTo>
                  <a:pt x="5015700" y="1019111"/>
                </a:lnTo>
                <a:lnTo>
                  <a:pt x="4993199" y="1022400"/>
                </a:lnTo>
                <a:lnTo>
                  <a:pt x="4970700" y="1019111"/>
                </a:lnTo>
                <a:lnTo>
                  <a:pt x="4948200" y="1009747"/>
                </a:lnTo>
                <a:lnTo>
                  <a:pt x="4925700" y="995731"/>
                </a:lnTo>
                <a:lnTo>
                  <a:pt x="4903200" y="979200"/>
                </a:lnTo>
                <a:lnTo>
                  <a:pt x="4903200" y="979200"/>
                </a:lnTo>
                <a:lnTo>
                  <a:pt x="4880699" y="995731"/>
                </a:lnTo>
                <a:lnTo>
                  <a:pt x="4858200" y="1009747"/>
                </a:lnTo>
                <a:lnTo>
                  <a:pt x="4835700" y="1019111"/>
                </a:lnTo>
                <a:lnTo>
                  <a:pt x="4813200" y="1022400"/>
                </a:lnTo>
                <a:lnTo>
                  <a:pt x="4790700" y="1019111"/>
                </a:lnTo>
                <a:lnTo>
                  <a:pt x="4768200" y="1009747"/>
                </a:lnTo>
                <a:lnTo>
                  <a:pt x="4745700" y="995731"/>
                </a:lnTo>
                <a:lnTo>
                  <a:pt x="4723199" y="979200"/>
                </a:lnTo>
                <a:lnTo>
                  <a:pt x="4723199" y="979200"/>
                </a:lnTo>
                <a:lnTo>
                  <a:pt x="4700700" y="995731"/>
                </a:lnTo>
                <a:lnTo>
                  <a:pt x="4678200" y="1009747"/>
                </a:lnTo>
                <a:lnTo>
                  <a:pt x="4655700" y="1019111"/>
                </a:lnTo>
                <a:lnTo>
                  <a:pt x="4633200" y="1022400"/>
                </a:lnTo>
                <a:lnTo>
                  <a:pt x="4610700" y="1019111"/>
                </a:lnTo>
                <a:lnTo>
                  <a:pt x="4588200" y="1009747"/>
                </a:lnTo>
                <a:lnTo>
                  <a:pt x="4565699" y="995731"/>
                </a:lnTo>
                <a:lnTo>
                  <a:pt x="4543200" y="979200"/>
                </a:lnTo>
                <a:lnTo>
                  <a:pt x="4543200" y="979200"/>
                </a:lnTo>
                <a:lnTo>
                  <a:pt x="4520700" y="995731"/>
                </a:lnTo>
                <a:lnTo>
                  <a:pt x="4498200" y="1009747"/>
                </a:lnTo>
                <a:lnTo>
                  <a:pt x="4475700" y="1019111"/>
                </a:lnTo>
                <a:lnTo>
                  <a:pt x="4453200" y="1022400"/>
                </a:lnTo>
                <a:lnTo>
                  <a:pt x="4430700" y="1019111"/>
                </a:lnTo>
                <a:lnTo>
                  <a:pt x="4408200" y="1009747"/>
                </a:lnTo>
                <a:lnTo>
                  <a:pt x="4385700" y="995731"/>
                </a:lnTo>
                <a:lnTo>
                  <a:pt x="4363200" y="979200"/>
                </a:lnTo>
                <a:lnTo>
                  <a:pt x="4363200" y="979200"/>
                </a:lnTo>
                <a:lnTo>
                  <a:pt x="4340700" y="995731"/>
                </a:lnTo>
                <a:lnTo>
                  <a:pt x="4318200" y="1009747"/>
                </a:lnTo>
                <a:lnTo>
                  <a:pt x="4295700" y="1019111"/>
                </a:lnTo>
                <a:lnTo>
                  <a:pt x="4273200" y="1022400"/>
                </a:lnTo>
                <a:lnTo>
                  <a:pt x="4250700" y="1019111"/>
                </a:lnTo>
                <a:lnTo>
                  <a:pt x="4228200" y="1009747"/>
                </a:lnTo>
                <a:lnTo>
                  <a:pt x="4205700" y="995731"/>
                </a:lnTo>
                <a:lnTo>
                  <a:pt x="4183200" y="979200"/>
                </a:lnTo>
                <a:lnTo>
                  <a:pt x="4183200" y="979200"/>
                </a:lnTo>
                <a:lnTo>
                  <a:pt x="4160700" y="995731"/>
                </a:lnTo>
                <a:lnTo>
                  <a:pt x="4138200" y="1009747"/>
                </a:lnTo>
                <a:lnTo>
                  <a:pt x="4115700" y="1019111"/>
                </a:lnTo>
                <a:lnTo>
                  <a:pt x="4093200" y="1022400"/>
                </a:lnTo>
                <a:lnTo>
                  <a:pt x="4070700" y="1019111"/>
                </a:lnTo>
                <a:lnTo>
                  <a:pt x="4048200" y="1009747"/>
                </a:lnTo>
                <a:lnTo>
                  <a:pt x="4025700" y="995731"/>
                </a:lnTo>
                <a:lnTo>
                  <a:pt x="4003200" y="979200"/>
                </a:lnTo>
                <a:lnTo>
                  <a:pt x="4003200" y="979200"/>
                </a:lnTo>
                <a:lnTo>
                  <a:pt x="3980700" y="995731"/>
                </a:lnTo>
                <a:lnTo>
                  <a:pt x="3958200" y="1009747"/>
                </a:lnTo>
                <a:lnTo>
                  <a:pt x="3935700" y="1019111"/>
                </a:lnTo>
                <a:lnTo>
                  <a:pt x="3913200" y="1022400"/>
                </a:lnTo>
                <a:lnTo>
                  <a:pt x="3890700" y="1019111"/>
                </a:lnTo>
                <a:lnTo>
                  <a:pt x="3868200" y="1009747"/>
                </a:lnTo>
                <a:lnTo>
                  <a:pt x="3845700" y="995731"/>
                </a:lnTo>
                <a:lnTo>
                  <a:pt x="3823200" y="979200"/>
                </a:lnTo>
                <a:lnTo>
                  <a:pt x="3823200" y="979200"/>
                </a:lnTo>
                <a:lnTo>
                  <a:pt x="3800700" y="995731"/>
                </a:lnTo>
                <a:lnTo>
                  <a:pt x="3778200" y="1009747"/>
                </a:lnTo>
                <a:lnTo>
                  <a:pt x="3755700" y="1019111"/>
                </a:lnTo>
                <a:lnTo>
                  <a:pt x="3733200" y="1022400"/>
                </a:lnTo>
                <a:lnTo>
                  <a:pt x="3710700" y="1019111"/>
                </a:lnTo>
                <a:lnTo>
                  <a:pt x="3688200" y="1009747"/>
                </a:lnTo>
                <a:lnTo>
                  <a:pt x="3665700" y="995731"/>
                </a:lnTo>
                <a:lnTo>
                  <a:pt x="3643200" y="979200"/>
                </a:lnTo>
                <a:lnTo>
                  <a:pt x="3643200" y="979200"/>
                </a:lnTo>
                <a:lnTo>
                  <a:pt x="3620700" y="995731"/>
                </a:lnTo>
                <a:lnTo>
                  <a:pt x="3598200" y="1009747"/>
                </a:lnTo>
                <a:lnTo>
                  <a:pt x="3575700" y="1019111"/>
                </a:lnTo>
                <a:lnTo>
                  <a:pt x="3553200" y="1022400"/>
                </a:lnTo>
                <a:lnTo>
                  <a:pt x="3530700" y="1019111"/>
                </a:lnTo>
                <a:lnTo>
                  <a:pt x="3508200" y="1009747"/>
                </a:lnTo>
                <a:lnTo>
                  <a:pt x="3485700" y="995731"/>
                </a:lnTo>
                <a:lnTo>
                  <a:pt x="3463200" y="979200"/>
                </a:lnTo>
                <a:lnTo>
                  <a:pt x="3463200" y="979200"/>
                </a:lnTo>
                <a:lnTo>
                  <a:pt x="3440700" y="995731"/>
                </a:lnTo>
                <a:lnTo>
                  <a:pt x="3418200" y="1009747"/>
                </a:lnTo>
                <a:lnTo>
                  <a:pt x="3395700" y="1019111"/>
                </a:lnTo>
                <a:lnTo>
                  <a:pt x="3373200" y="1022400"/>
                </a:lnTo>
                <a:lnTo>
                  <a:pt x="3350700" y="1019111"/>
                </a:lnTo>
                <a:lnTo>
                  <a:pt x="3328200" y="1009747"/>
                </a:lnTo>
                <a:lnTo>
                  <a:pt x="3305700" y="995731"/>
                </a:lnTo>
                <a:lnTo>
                  <a:pt x="3283200" y="979200"/>
                </a:lnTo>
                <a:lnTo>
                  <a:pt x="3283200" y="979200"/>
                </a:lnTo>
                <a:lnTo>
                  <a:pt x="3260700" y="995731"/>
                </a:lnTo>
                <a:lnTo>
                  <a:pt x="3238200" y="1009747"/>
                </a:lnTo>
                <a:lnTo>
                  <a:pt x="3215700" y="1019111"/>
                </a:lnTo>
                <a:lnTo>
                  <a:pt x="3193200" y="1022400"/>
                </a:lnTo>
                <a:lnTo>
                  <a:pt x="3170700" y="1019111"/>
                </a:lnTo>
                <a:lnTo>
                  <a:pt x="3148200" y="1009747"/>
                </a:lnTo>
                <a:lnTo>
                  <a:pt x="3125700" y="995731"/>
                </a:lnTo>
                <a:lnTo>
                  <a:pt x="3103200" y="979200"/>
                </a:lnTo>
                <a:lnTo>
                  <a:pt x="3103200" y="979200"/>
                </a:lnTo>
                <a:lnTo>
                  <a:pt x="3080700" y="995731"/>
                </a:lnTo>
                <a:lnTo>
                  <a:pt x="3058200" y="1009747"/>
                </a:lnTo>
                <a:lnTo>
                  <a:pt x="3035700" y="1019111"/>
                </a:lnTo>
                <a:lnTo>
                  <a:pt x="3013200" y="1022400"/>
                </a:lnTo>
                <a:lnTo>
                  <a:pt x="2990700" y="1019111"/>
                </a:lnTo>
                <a:lnTo>
                  <a:pt x="2968200" y="1009747"/>
                </a:lnTo>
                <a:lnTo>
                  <a:pt x="2945700" y="995731"/>
                </a:lnTo>
                <a:lnTo>
                  <a:pt x="2923200" y="979200"/>
                </a:lnTo>
                <a:lnTo>
                  <a:pt x="2923200" y="979200"/>
                </a:lnTo>
                <a:lnTo>
                  <a:pt x="2900700" y="995731"/>
                </a:lnTo>
                <a:lnTo>
                  <a:pt x="2878200" y="1009747"/>
                </a:lnTo>
                <a:lnTo>
                  <a:pt x="2855700" y="1019111"/>
                </a:lnTo>
                <a:lnTo>
                  <a:pt x="2833200" y="1022400"/>
                </a:lnTo>
                <a:lnTo>
                  <a:pt x="2810700" y="1019111"/>
                </a:lnTo>
                <a:lnTo>
                  <a:pt x="2788200" y="1009747"/>
                </a:lnTo>
                <a:lnTo>
                  <a:pt x="2765700" y="995731"/>
                </a:lnTo>
                <a:lnTo>
                  <a:pt x="2743200" y="979200"/>
                </a:lnTo>
                <a:lnTo>
                  <a:pt x="2743200" y="979200"/>
                </a:lnTo>
                <a:lnTo>
                  <a:pt x="2720700" y="995731"/>
                </a:lnTo>
                <a:lnTo>
                  <a:pt x="2698200" y="1009747"/>
                </a:lnTo>
                <a:lnTo>
                  <a:pt x="2675700" y="1019111"/>
                </a:lnTo>
                <a:lnTo>
                  <a:pt x="2653200" y="1022400"/>
                </a:lnTo>
                <a:lnTo>
                  <a:pt x="2630700" y="1019111"/>
                </a:lnTo>
                <a:lnTo>
                  <a:pt x="2608200" y="1009747"/>
                </a:lnTo>
                <a:lnTo>
                  <a:pt x="2585700" y="995731"/>
                </a:lnTo>
                <a:lnTo>
                  <a:pt x="2563200" y="979200"/>
                </a:lnTo>
                <a:lnTo>
                  <a:pt x="2563200" y="979200"/>
                </a:lnTo>
                <a:lnTo>
                  <a:pt x="2540700" y="995731"/>
                </a:lnTo>
                <a:lnTo>
                  <a:pt x="2518200" y="1009747"/>
                </a:lnTo>
                <a:lnTo>
                  <a:pt x="2495700" y="1019111"/>
                </a:lnTo>
                <a:lnTo>
                  <a:pt x="2473200" y="1022400"/>
                </a:lnTo>
                <a:lnTo>
                  <a:pt x="2450700" y="1019111"/>
                </a:lnTo>
                <a:lnTo>
                  <a:pt x="2428200" y="1009747"/>
                </a:lnTo>
                <a:lnTo>
                  <a:pt x="2405700" y="995731"/>
                </a:lnTo>
                <a:lnTo>
                  <a:pt x="2383200" y="979200"/>
                </a:lnTo>
                <a:lnTo>
                  <a:pt x="2383200" y="979200"/>
                </a:lnTo>
                <a:lnTo>
                  <a:pt x="2360700" y="995731"/>
                </a:lnTo>
                <a:lnTo>
                  <a:pt x="2338200" y="1009747"/>
                </a:lnTo>
                <a:lnTo>
                  <a:pt x="2315700" y="1019111"/>
                </a:lnTo>
                <a:lnTo>
                  <a:pt x="2293200" y="1022400"/>
                </a:lnTo>
                <a:lnTo>
                  <a:pt x="2270700" y="1019111"/>
                </a:lnTo>
                <a:lnTo>
                  <a:pt x="2248200" y="1009747"/>
                </a:lnTo>
                <a:lnTo>
                  <a:pt x="2225700" y="995731"/>
                </a:lnTo>
                <a:lnTo>
                  <a:pt x="2203200" y="979200"/>
                </a:lnTo>
                <a:lnTo>
                  <a:pt x="2203200" y="979200"/>
                </a:lnTo>
                <a:lnTo>
                  <a:pt x="2180700" y="995731"/>
                </a:lnTo>
                <a:lnTo>
                  <a:pt x="2158200" y="1009747"/>
                </a:lnTo>
                <a:lnTo>
                  <a:pt x="2135700" y="1019111"/>
                </a:lnTo>
                <a:lnTo>
                  <a:pt x="2113200" y="1022400"/>
                </a:lnTo>
                <a:lnTo>
                  <a:pt x="2090700" y="1019111"/>
                </a:lnTo>
                <a:lnTo>
                  <a:pt x="2068200" y="1009747"/>
                </a:lnTo>
                <a:lnTo>
                  <a:pt x="2045700" y="995731"/>
                </a:lnTo>
                <a:lnTo>
                  <a:pt x="2023200" y="979200"/>
                </a:lnTo>
                <a:lnTo>
                  <a:pt x="2023200" y="979200"/>
                </a:lnTo>
                <a:lnTo>
                  <a:pt x="2000700" y="995731"/>
                </a:lnTo>
                <a:lnTo>
                  <a:pt x="1978200" y="1009747"/>
                </a:lnTo>
                <a:lnTo>
                  <a:pt x="1955700" y="1019111"/>
                </a:lnTo>
                <a:lnTo>
                  <a:pt x="1933200" y="1022400"/>
                </a:lnTo>
                <a:lnTo>
                  <a:pt x="1910700" y="1019111"/>
                </a:lnTo>
                <a:lnTo>
                  <a:pt x="1888200" y="1009747"/>
                </a:lnTo>
                <a:lnTo>
                  <a:pt x="1865700" y="995731"/>
                </a:lnTo>
                <a:lnTo>
                  <a:pt x="1843200" y="979200"/>
                </a:lnTo>
                <a:lnTo>
                  <a:pt x="1843200" y="979200"/>
                </a:lnTo>
                <a:lnTo>
                  <a:pt x="1820700" y="995731"/>
                </a:lnTo>
                <a:lnTo>
                  <a:pt x="1798200" y="1009747"/>
                </a:lnTo>
                <a:lnTo>
                  <a:pt x="1775700" y="1019111"/>
                </a:lnTo>
                <a:lnTo>
                  <a:pt x="1753200" y="1022400"/>
                </a:lnTo>
                <a:lnTo>
                  <a:pt x="1730700" y="1019111"/>
                </a:lnTo>
                <a:lnTo>
                  <a:pt x="1708200" y="1009747"/>
                </a:lnTo>
                <a:lnTo>
                  <a:pt x="1685700" y="995731"/>
                </a:lnTo>
                <a:lnTo>
                  <a:pt x="1663200" y="979200"/>
                </a:lnTo>
                <a:lnTo>
                  <a:pt x="1663200" y="979200"/>
                </a:lnTo>
                <a:lnTo>
                  <a:pt x="1640700" y="995731"/>
                </a:lnTo>
                <a:lnTo>
                  <a:pt x="1618200" y="1009747"/>
                </a:lnTo>
                <a:lnTo>
                  <a:pt x="1595700" y="1019111"/>
                </a:lnTo>
                <a:lnTo>
                  <a:pt x="1573200" y="1022400"/>
                </a:lnTo>
                <a:lnTo>
                  <a:pt x="1550700" y="1019111"/>
                </a:lnTo>
                <a:lnTo>
                  <a:pt x="1528200" y="1009747"/>
                </a:lnTo>
                <a:lnTo>
                  <a:pt x="1505700" y="995731"/>
                </a:lnTo>
                <a:lnTo>
                  <a:pt x="1483200" y="979200"/>
                </a:lnTo>
                <a:lnTo>
                  <a:pt x="1483200" y="979200"/>
                </a:lnTo>
                <a:lnTo>
                  <a:pt x="1460700" y="995731"/>
                </a:lnTo>
                <a:lnTo>
                  <a:pt x="1438200" y="1009747"/>
                </a:lnTo>
                <a:lnTo>
                  <a:pt x="1415700" y="1019111"/>
                </a:lnTo>
                <a:lnTo>
                  <a:pt x="1393200" y="1022400"/>
                </a:lnTo>
                <a:lnTo>
                  <a:pt x="1370700" y="1019111"/>
                </a:lnTo>
                <a:lnTo>
                  <a:pt x="1348200" y="1009747"/>
                </a:lnTo>
                <a:lnTo>
                  <a:pt x="1325700" y="995731"/>
                </a:lnTo>
                <a:lnTo>
                  <a:pt x="1303200" y="979200"/>
                </a:lnTo>
                <a:lnTo>
                  <a:pt x="1303200" y="979200"/>
                </a:lnTo>
                <a:lnTo>
                  <a:pt x="1280700" y="995731"/>
                </a:lnTo>
                <a:lnTo>
                  <a:pt x="1258200" y="1009747"/>
                </a:lnTo>
                <a:lnTo>
                  <a:pt x="1235700" y="1019111"/>
                </a:lnTo>
                <a:lnTo>
                  <a:pt x="1213200" y="1022400"/>
                </a:lnTo>
                <a:lnTo>
                  <a:pt x="1190700" y="1019111"/>
                </a:lnTo>
                <a:lnTo>
                  <a:pt x="1168200" y="1009747"/>
                </a:lnTo>
                <a:lnTo>
                  <a:pt x="1145700" y="995731"/>
                </a:lnTo>
                <a:lnTo>
                  <a:pt x="1123200" y="979200"/>
                </a:lnTo>
                <a:lnTo>
                  <a:pt x="1123200" y="979200"/>
                </a:lnTo>
                <a:lnTo>
                  <a:pt x="1100700" y="995731"/>
                </a:lnTo>
                <a:lnTo>
                  <a:pt x="1078200" y="1009747"/>
                </a:lnTo>
                <a:lnTo>
                  <a:pt x="1055700" y="1019111"/>
                </a:lnTo>
                <a:lnTo>
                  <a:pt x="1033200" y="1022400"/>
                </a:lnTo>
                <a:lnTo>
                  <a:pt x="1010700" y="1019111"/>
                </a:lnTo>
                <a:lnTo>
                  <a:pt x="988200" y="1009747"/>
                </a:lnTo>
                <a:lnTo>
                  <a:pt x="965700" y="995731"/>
                </a:lnTo>
                <a:lnTo>
                  <a:pt x="943200" y="979200"/>
                </a:lnTo>
                <a:lnTo>
                  <a:pt x="943200" y="979200"/>
                </a:lnTo>
                <a:lnTo>
                  <a:pt x="920700" y="995731"/>
                </a:lnTo>
                <a:lnTo>
                  <a:pt x="898200" y="1009747"/>
                </a:lnTo>
                <a:lnTo>
                  <a:pt x="875700" y="1019111"/>
                </a:lnTo>
                <a:lnTo>
                  <a:pt x="853200" y="1022400"/>
                </a:lnTo>
                <a:lnTo>
                  <a:pt x="830700" y="1019111"/>
                </a:lnTo>
                <a:lnTo>
                  <a:pt x="808200" y="1009747"/>
                </a:lnTo>
                <a:lnTo>
                  <a:pt x="785700" y="995731"/>
                </a:lnTo>
                <a:lnTo>
                  <a:pt x="763200" y="979200"/>
                </a:lnTo>
                <a:lnTo>
                  <a:pt x="763200" y="979200"/>
                </a:lnTo>
                <a:lnTo>
                  <a:pt x="740700" y="995731"/>
                </a:lnTo>
                <a:lnTo>
                  <a:pt x="718200" y="1009747"/>
                </a:lnTo>
                <a:lnTo>
                  <a:pt x="695700" y="1019111"/>
                </a:lnTo>
                <a:lnTo>
                  <a:pt x="673200" y="1022400"/>
                </a:lnTo>
                <a:lnTo>
                  <a:pt x="650700" y="1019111"/>
                </a:lnTo>
                <a:lnTo>
                  <a:pt x="628200" y="1009747"/>
                </a:lnTo>
                <a:lnTo>
                  <a:pt x="605700" y="995731"/>
                </a:lnTo>
                <a:lnTo>
                  <a:pt x="583200" y="979200"/>
                </a:lnTo>
                <a:lnTo>
                  <a:pt x="583200" y="979200"/>
                </a:lnTo>
                <a:lnTo>
                  <a:pt x="560700" y="995731"/>
                </a:lnTo>
                <a:lnTo>
                  <a:pt x="538200" y="1009747"/>
                </a:lnTo>
                <a:lnTo>
                  <a:pt x="515700" y="1019111"/>
                </a:lnTo>
                <a:lnTo>
                  <a:pt x="493200" y="1022400"/>
                </a:lnTo>
                <a:lnTo>
                  <a:pt x="470700" y="1019111"/>
                </a:lnTo>
                <a:lnTo>
                  <a:pt x="448200" y="1009747"/>
                </a:lnTo>
                <a:lnTo>
                  <a:pt x="425700" y="995731"/>
                </a:lnTo>
                <a:lnTo>
                  <a:pt x="403200" y="979200"/>
                </a:lnTo>
                <a:lnTo>
                  <a:pt x="403200" y="979200"/>
                </a:lnTo>
                <a:lnTo>
                  <a:pt x="380700" y="995731"/>
                </a:lnTo>
                <a:lnTo>
                  <a:pt x="358200" y="1009747"/>
                </a:lnTo>
                <a:lnTo>
                  <a:pt x="335700" y="1019111"/>
                </a:lnTo>
                <a:lnTo>
                  <a:pt x="313200" y="1022400"/>
                </a:lnTo>
                <a:lnTo>
                  <a:pt x="290700" y="1019111"/>
                </a:lnTo>
                <a:lnTo>
                  <a:pt x="268200" y="1009747"/>
                </a:lnTo>
                <a:lnTo>
                  <a:pt x="245700" y="995731"/>
                </a:lnTo>
                <a:lnTo>
                  <a:pt x="223200" y="979200"/>
                </a:lnTo>
                <a:lnTo>
                  <a:pt x="223200" y="979200"/>
                </a:lnTo>
                <a:lnTo>
                  <a:pt x="200700" y="995731"/>
                </a:lnTo>
                <a:lnTo>
                  <a:pt x="178200" y="1009747"/>
                </a:lnTo>
                <a:lnTo>
                  <a:pt x="155700" y="1019111"/>
                </a:lnTo>
                <a:lnTo>
                  <a:pt x="133200" y="1022400"/>
                </a:lnTo>
                <a:lnTo>
                  <a:pt x="110700" y="1019111"/>
                </a:lnTo>
                <a:lnTo>
                  <a:pt x="88200" y="1009747"/>
                </a:lnTo>
                <a:lnTo>
                  <a:pt x="65700" y="995731"/>
                </a:lnTo>
                <a:lnTo>
                  <a:pt x="43200" y="979200"/>
                </a:lnTo>
                <a:lnTo>
                  <a:pt x="43200" y="979200"/>
                </a:lnTo>
                <a:lnTo>
                  <a:pt x="26668" y="955800"/>
                </a:lnTo>
                <a:lnTo>
                  <a:pt x="12652" y="932400"/>
                </a:lnTo>
                <a:lnTo>
                  <a:pt x="3288" y="909000"/>
                </a:lnTo>
                <a:lnTo>
                  <a:pt x="0" y="885600"/>
                </a:lnTo>
                <a:lnTo>
                  <a:pt x="3288" y="862200"/>
                </a:lnTo>
                <a:lnTo>
                  <a:pt x="12652" y="838800"/>
                </a:lnTo>
                <a:lnTo>
                  <a:pt x="26668" y="815400"/>
                </a:lnTo>
                <a:lnTo>
                  <a:pt x="43200" y="792000"/>
                </a:lnTo>
                <a:lnTo>
                  <a:pt x="43200" y="792000"/>
                </a:lnTo>
                <a:lnTo>
                  <a:pt x="26668" y="768600"/>
                </a:lnTo>
                <a:lnTo>
                  <a:pt x="12652" y="745200"/>
                </a:lnTo>
                <a:lnTo>
                  <a:pt x="3288" y="721800"/>
                </a:lnTo>
                <a:lnTo>
                  <a:pt x="0" y="698400"/>
                </a:lnTo>
                <a:lnTo>
                  <a:pt x="3288" y="675000"/>
                </a:lnTo>
                <a:lnTo>
                  <a:pt x="12652" y="651600"/>
                </a:lnTo>
                <a:lnTo>
                  <a:pt x="26668" y="628200"/>
                </a:lnTo>
                <a:lnTo>
                  <a:pt x="43200" y="604800"/>
                </a:lnTo>
                <a:lnTo>
                  <a:pt x="43200" y="604800"/>
                </a:lnTo>
                <a:lnTo>
                  <a:pt x="26668" y="581400"/>
                </a:lnTo>
                <a:lnTo>
                  <a:pt x="12652" y="558000"/>
                </a:lnTo>
                <a:lnTo>
                  <a:pt x="3288" y="534600"/>
                </a:lnTo>
                <a:lnTo>
                  <a:pt x="0" y="511200"/>
                </a:lnTo>
                <a:lnTo>
                  <a:pt x="3288" y="487800"/>
                </a:lnTo>
                <a:lnTo>
                  <a:pt x="12652" y="464400"/>
                </a:lnTo>
                <a:lnTo>
                  <a:pt x="26668" y="441000"/>
                </a:lnTo>
                <a:lnTo>
                  <a:pt x="43200" y="417600"/>
                </a:lnTo>
                <a:lnTo>
                  <a:pt x="43200" y="417600"/>
                </a:lnTo>
                <a:lnTo>
                  <a:pt x="26668" y="394200"/>
                </a:lnTo>
                <a:lnTo>
                  <a:pt x="12652" y="370800"/>
                </a:lnTo>
                <a:lnTo>
                  <a:pt x="3288" y="347400"/>
                </a:lnTo>
                <a:lnTo>
                  <a:pt x="0" y="324000"/>
                </a:lnTo>
                <a:lnTo>
                  <a:pt x="3288" y="300600"/>
                </a:lnTo>
                <a:lnTo>
                  <a:pt x="12652" y="277200"/>
                </a:lnTo>
                <a:lnTo>
                  <a:pt x="26668" y="253800"/>
                </a:lnTo>
                <a:lnTo>
                  <a:pt x="43200" y="230400"/>
                </a:lnTo>
                <a:lnTo>
                  <a:pt x="43200" y="230400"/>
                </a:lnTo>
                <a:lnTo>
                  <a:pt x="26668" y="207000"/>
                </a:lnTo>
                <a:lnTo>
                  <a:pt x="12652" y="183600"/>
                </a:lnTo>
                <a:lnTo>
                  <a:pt x="3288" y="160200"/>
                </a:lnTo>
                <a:lnTo>
                  <a:pt x="0" y="136800"/>
                </a:lnTo>
                <a:lnTo>
                  <a:pt x="3288" y="113400"/>
                </a:lnTo>
                <a:lnTo>
                  <a:pt x="12652" y="90000"/>
                </a:lnTo>
                <a:lnTo>
                  <a:pt x="26668" y="66600"/>
                </a:lnTo>
                <a:lnTo>
                  <a:pt x="43200" y="43200"/>
                </a:lnTo>
                <a:close/>
              </a:path>
            </a:pathLst>
          </a:custGeom>
          <a:noFill/>
          <a:ln w="7620">
            <a:solidFill>
              <a:srgbClr val="A4433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000" y="6876000"/>
            <a:ext cx="13464000" cy="75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  <a:r>
              <a:t>#23  ORIENTATION  /  Surveyor</a:t>
            </a:r>
          </a:p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  <a:r>
              <a:t>North toward storefront is assumed. No surveyed north is represented in this package.</a:t>
            </a:r>
          </a:p>
        </p:txBody>
      </p:sp>
      <p:sp>
        <p:nvSpPr>
          <p:cNvPr id="21" name="Freeform 20"/>
          <p:cNvSpPr/>
          <p:nvPr/>
        </p:nvSpPr>
        <p:spPr>
          <a:xfrm>
            <a:off x="676800" y="7876800"/>
            <a:ext cx="13766400" cy="1022400"/>
          </a:xfrm>
          <a:custGeom>
            <a:avLst/>
            <a:gdLst/>
            <a:ahLst/>
            <a:cxnLst/>
            <a:rect l="l" t="t" r="r" b="b"/>
            <a:pathLst>
              <a:path w="13766400" h="1022400">
                <a:moveTo>
                  <a:pt x="43200" y="43200"/>
                </a:moveTo>
                <a:lnTo>
                  <a:pt x="65700" y="26668"/>
                </a:lnTo>
                <a:lnTo>
                  <a:pt x="88200" y="12652"/>
                </a:lnTo>
                <a:lnTo>
                  <a:pt x="110700" y="3288"/>
                </a:lnTo>
                <a:lnTo>
                  <a:pt x="133200" y="0"/>
                </a:lnTo>
                <a:lnTo>
                  <a:pt x="155700" y="3288"/>
                </a:lnTo>
                <a:lnTo>
                  <a:pt x="178200" y="12652"/>
                </a:lnTo>
                <a:lnTo>
                  <a:pt x="200700" y="26668"/>
                </a:lnTo>
                <a:lnTo>
                  <a:pt x="223200" y="43200"/>
                </a:lnTo>
                <a:lnTo>
                  <a:pt x="223200" y="43200"/>
                </a:lnTo>
                <a:lnTo>
                  <a:pt x="245700" y="26668"/>
                </a:lnTo>
                <a:lnTo>
                  <a:pt x="268200" y="12652"/>
                </a:lnTo>
                <a:lnTo>
                  <a:pt x="290700" y="3288"/>
                </a:lnTo>
                <a:lnTo>
                  <a:pt x="313200" y="0"/>
                </a:lnTo>
                <a:lnTo>
                  <a:pt x="335700" y="3288"/>
                </a:lnTo>
                <a:lnTo>
                  <a:pt x="358200" y="12652"/>
                </a:lnTo>
                <a:lnTo>
                  <a:pt x="380700" y="26668"/>
                </a:lnTo>
                <a:lnTo>
                  <a:pt x="403200" y="43200"/>
                </a:lnTo>
                <a:lnTo>
                  <a:pt x="403200" y="43200"/>
                </a:lnTo>
                <a:lnTo>
                  <a:pt x="425700" y="26668"/>
                </a:lnTo>
                <a:lnTo>
                  <a:pt x="448200" y="12652"/>
                </a:lnTo>
                <a:lnTo>
                  <a:pt x="470700" y="3288"/>
                </a:lnTo>
                <a:lnTo>
                  <a:pt x="493200" y="0"/>
                </a:lnTo>
                <a:lnTo>
                  <a:pt x="515700" y="3288"/>
                </a:lnTo>
                <a:lnTo>
                  <a:pt x="538200" y="12652"/>
                </a:lnTo>
                <a:lnTo>
                  <a:pt x="560700" y="26668"/>
                </a:lnTo>
                <a:lnTo>
                  <a:pt x="583200" y="43200"/>
                </a:lnTo>
                <a:lnTo>
                  <a:pt x="583200" y="43200"/>
                </a:lnTo>
                <a:lnTo>
                  <a:pt x="605700" y="26668"/>
                </a:lnTo>
                <a:lnTo>
                  <a:pt x="628200" y="12652"/>
                </a:lnTo>
                <a:lnTo>
                  <a:pt x="650700" y="3288"/>
                </a:lnTo>
                <a:lnTo>
                  <a:pt x="673200" y="0"/>
                </a:lnTo>
                <a:lnTo>
                  <a:pt x="695700" y="3288"/>
                </a:lnTo>
                <a:lnTo>
                  <a:pt x="718200" y="12652"/>
                </a:lnTo>
                <a:lnTo>
                  <a:pt x="740700" y="26668"/>
                </a:lnTo>
                <a:lnTo>
                  <a:pt x="763200" y="43200"/>
                </a:lnTo>
                <a:lnTo>
                  <a:pt x="763200" y="43200"/>
                </a:lnTo>
                <a:lnTo>
                  <a:pt x="785700" y="26668"/>
                </a:lnTo>
                <a:lnTo>
                  <a:pt x="808200" y="12652"/>
                </a:lnTo>
                <a:lnTo>
                  <a:pt x="830700" y="3288"/>
                </a:lnTo>
                <a:lnTo>
                  <a:pt x="853200" y="0"/>
                </a:lnTo>
                <a:lnTo>
                  <a:pt x="875700" y="3288"/>
                </a:lnTo>
                <a:lnTo>
                  <a:pt x="898200" y="12652"/>
                </a:lnTo>
                <a:lnTo>
                  <a:pt x="920700" y="26668"/>
                </a:lnTo>
                <a:lnTo>
                  <a:pt x="943200" y="43200"/>
                </a:lnTo>
                <a:lnTo>
                  <a:pt x="943200" y="43200"/>
                </a:lnTo>
                <a:lnTo>
                  <a:pt x="965700" y="26668"/>
                </a:lnTo>
                <a:lnTo>
                  <a:pt x="988200" y="12652"/>
                </a:lnTo>
                <a:lnTo>
                  <a:pt x="1010700" y="3288"/>
                </a:lnTo>
                <a:lnTo>
                  <a:pt x="1033200" y="0"/>
                </a:lnTo>
                <a:lnTo>
                  <a:pt x="1055700" y="3288"/>
                </a:lnTo>
                <a:lnTo>
                  <a:pt x="1078200" y="12652"/>
                </a:lnTo>
                <a:lnTo>
                  <a:pt x="1100700" y="26668"/>
                </a:lnTo>
                <a:lnTo>
                  <a:pt x="1123200" y="43200"/>
                </a:lnTo>
                <a:lnTo>
                  <a:pt x="1123200" y="43200"/>
                </a:lnTo>
                <a:lnTo>
                  <a:pt x="1145700" y="26668"/>
                </a:lnTo>
                <a:lnTo>
                  <a:pt x="1168200" y="12652"/>
                </a:lnTo>
                <a:lnTo>
                  <a:pt x="1190700" y="3288"/>
                </a:lnTo>
                <a:lnTo>
                  <a:pt x="1213200" y="0"/>
                </a:lnTo>
                <a:lnTo>
                  <a:pt x="1235700" y="3288"/>
                </a:lnTo>
                <a:lnTo>
                  <a:pt x="1258200" y="12652"/>
                </a:lnTo>
                <a:lnTo>
                  <a:pt x="1280700" y="26668"/>
                </a:lnTo>
                <a:lnTo>
                  <a:pt x="1303200" y="43200"/>
                </a:lnTo>
                <a:lnTo>
                  <a:pt x="1303200" y="43200"/>
                </a:lnTo>
                <a:lnTo>
                  <a:pt x="1325700" y="26668"/>
                </a:lnTo>
                <a:lnTo>
                  <a:pt x="1348200" y="12652"/>
                </a:lnTo>
                <a:lnTo>
                  <a:pt x="1370700" y="3288"/>
                </a:lnTo>
                <a:lnTo>
                  <a:pt x="1393200" y="0"/>
                </a:lnTo>
                <a:lnTo>
                  <a:pt x="1415700" y="3288"/>
                </a:lnTo>
                <a:lnTo>
                  <a:pt x="1438200" y="12652"/>
                </a:lnTo>
                <a:lnTo>
                  <a:pt x="1460700" y="26668"/>
                </a:lnTo>
                <a:lnTo>
                  <a:pt x="1483200" y="43200"/>
                </a:lnTo>
                <a:lnTo>
                  <a:pt x="1483200" y="43200"/>
                </a:lnTo>
                <a:lnTo>
                  <a:pt x="1505700" y="26668"/>
                </a:lnTo>
                <a:lnTo>
                  <a:pt x="1528200" y="12652"/>
                </a:lnTo>
                <a:lnTo>
                  <a:pt x="1550700" y="3288"/>
                </a:lnTo>
                <a:lnTo>
                  <a:pt x="1573200" y="0"/>
                </a:lnTo>
                <a:lnTo>
                  <a:pt x="1595700" y="3288"/>
                </a:lnTo>
                <a:lnTo>
                  <a:pt x="1618200" y="12652"/>
                </a:lnTo>
                <a:lnTo>
                  <a:pt x="1640700" y="26668"/>
                </a:lnTo>
                <a:lnTo>
                  <a:pt x="1663200" y="43200"/>
                </a:lnTo>
                <a:lnTo>
                  <a:pt x="1663200" y="43200"/>
                </a:lnTo>
                <a:lnTo>
                  <a:pt x="1685700" y="26668"/>
                </a:lnTo>
                <a:lnTo>
                  <a:pt x="1708200" y="12652"/>
                </a:lnTo>
                <a:lnTo>
                  <a:pt x="1730700" y="3288"/>
                </a:lnTo>
                <a:lnTo>
                  <a:pt x="1753200" y="0"/>
                </a:lnTo>
                <a:lnTo>
                  <a:pt x="1775700" y="3288"/>
                </a:lnTo>
                <a:lnTo>
                  <a:pt x="1798200" y="12652"/>
                </a:lnTo>
                <a:lnTo>
                  <a:pt x="1820700" y="26668"/>
                </a:lnTo>
                <a:lnTo>
                  <a:pt x="1843200" y="43200"/>
                </a:lnTo>
                <a:lnTo>
                  <a:pt x="1843200" y="43200"/>
                </a:lnTo>
                <a:lnTo>
                  <a:pt x="1865700" y="26668"/>
                </a:lnTo>
                <a:lnTo>
                  <a:pt x="1888200" y="12652"/>
                </a:lnTo>
                <a:lnTo>
                  <a:pt x="1910700" y="3288"/>
                </a:lnTo>
                <a:lnTo>
                  <a:pt x="1933200" y="0"/>
                </a:lnTo>
                <a:lnTo>
                  <a:pt x="1955700" y="3288"/>
                </a:lnTo>
                <a:lnTo>
                  <a:pt x="1978200" y="12652"/>
                </a:lnTo>
                <a:lnTo>
                  <a:pt x="2000700" y="26668"/>
                </a:lnTo>
                <a:lnTo>
                  <a:pt x="2023200" y="43200"/>
                </a:lnTo>
                <a:lnTo>
                  <a:pt x="2023200" y="43200"/>
                </a:lnTo>
                <a:lnTo>
                  <a:pt x="2045700" y="26668"/>
                </a:lnTo>
                <a:lnTo>
                  <a:pt x="2068200" y="12652"/>
                </a:lnTo>
                <a:lnTo>
                  <a:pt x="2090700" y="3288"/>
                </a:lnTo>
                <a:lnTo>
                  <a:pt x="2113200" y="0"/>
                </a:lnTo>
                <a:lnTo>
                  <a:pt x="2135700" y="3288"/>
                </a:lnTo>
                <a:lnTo>
                  <a:pt x="2158200" y="12652"/>
                </a:lnTo>
                <a:lnTo>
                  <a:pt x="2180700" y="26668"/>
                </a:lnTo>
                <a:lnTo>
                  <a:pt x="2203200" y="43200"/>
                </a:lnTo>
                <a:lnTo>
                  <a:pt x="2203200" y="43200"/>
                </a:lnTo>
                <a:lnTo>
                  <a:pt x="2225700" y="26668"/>
                </a:lnTo>
                <a:lnTo>
                  <a:pt x="2248200" y="12652"/>
                </a:lnTo>
                <a:lnTo>
                  <a:pt x="2270700" y="3288"/>
                </a:lnTo>
                <a:lnTo>
                  <a:pt x="2293200" y="0"/>
                </a:lnTo>
                <a:lnTo>
                  <a:pt x="2315700" y="3288"/>
                </a:lnTo>
                <a:lnTo>
                  <a:pt x="2338200" y="12652"/>
                </a:lnTo>
                <a:lnTo>
                  <a:pt x="2360700" y="26668"/>
                </a:lnTo>
                <a:lnTo>
                  <a:pt x="2383200" y="43200"/>
                </a:lnTo>
                <a:lnTo>
                  <a:pt x="2383200" y="43200"/>
                </a:lnTo>
                <a:lnTo>
                  <a:pt x="2405700" y="26668"/>
                </a:lnTo>
                <a:lnTo>
                  <a:pt x="2428200" y="12652"/>
                </a:lnTo>
                <a:lnTo>
                  <a:pt x="2450700" y="3288"/>
                </a:lnTo>
                <a:lnTo>
                  <a:pt x="2473200" y="0"/>
                </a:lnTo>
                <a:lnTo>
                  <a:pt x="2495700" y="3288"/>
                </a:lnTo>
                <a:lnTo>
                  <a:pt x="2518200" y="12652"/>
                </a:lnTo>
                <a:lnTo>
                  <a:pt x="2540700" y="26668"/>
                </a:lnTo>
                <a:lnTo>
                  <a:pt x="2563200" y="43200"/>
                </a:lnTo>
                <a:lnTo>
                  <a:pt x="2563200" y="43200"/>
                </a:lnTo>
                <a:lnTo>
                  <a:pt x="2585700" y="26668"/>
                </a:lnTo>
                <a:lnTo>
                  <a:pt x="2608200" y="12652"/>
                </a:lnTo>
                <a:lnTo>
                  <a:pt x="2630700" y="3288"/>
                </a:lnTo>
                <a:lnTo>
                  <a:pt x="2653200" y="0"/>
                </a:lnTo>
                <a:lnTo>
                  <a:pt x="2675700" y="3288"/>
                </a:lnTo>
                <a:lnTo>
                  <a:pt x="2698200" y="12652"/>
                </a:lnTo>
                <a:lnTo>
                  <a:pt x="2720700" y="26668"/>
                </a:lnTo>
                <a:lnTo>
                  <a:pt x="2743200" y="43200"/>
                </a:lnTo>
                <a:lnTo>
                  <a:pt x="2743200" y="43200"/>
                </a:lnTo>
                <a:lnTo>
                  <a:pt x="2765700" y="26668"/>
                </a:lnTo>
                <a:lnTo>
                  <a:pt x="2788200" y="12652"/>
                </a:lnTo>
                <a:lnTo>
                  <a:pt x="2810700" y="3288"/>
                </a:lnTo>
                <a:lnTo>
                  <a:pt x="2833200" y="0"/>
                </a:lnTo>
                <a:lnTo>
                  <a:pt x="2855700" y="3288"/>
                </a:lnTo>
                <a:lnTo>
                  <a:pt x="2878200" y="12652"/>
                </a:lnTo>
                <a:lnTo>
                  <a:pt x="2900700" y="26668"/>
                </a:lnTo>
                <a:lnTo>
                  <a:pt x="2923200" y="43200"/>
                </a:lnTo>
                <a:lnTo>
                  <a:pt x="2923200" y="43200"/>
                </a:lnTo>
                <a:lnTo>
                  <a:pt x="2945700" y="26668"/>
                </a:lnTo>
                <a:lnTo>
                  <a:pt x="2968200" y="12652"/>
                </a:lnTo>
                <a:lnTo>
                  <a:pt x="2990700" y="3288"/>
                </a:lnTo>
                <a:lnTo>
                  <a:pt x="3013200" y="0"/>
                </a:lnTo>
                <a:lnTo>
                  <a:pt x="3035700" y="3288"/>
                </a:lnTo>
                <a:lnTo>
                  <a:pt x="3058200" y="12652"/>
                </a:lnTo>
                <a:lnTo>
                  <a:pt x="3080700" y="26668"/>
                </a:lnTo>
                <a:lnTo>
                  <a:pt x="3103200" y="43200"/>
                </a:lnTo>
                <a:lnTo>
                  <a:pt x="3103200" y="43200"/>
                </a:lnTo>
                <a:lnTo>
                  <a:pt x="3125700" y="26668"/>
                </a:lnTo>
                <a:lnTo>
                  <a:pt x="3148200" y="12652"/>
                </a:lnTo>
                <a:lnTo>
                  <a:pt x="3170700" y="3288"/>
                </a:lnTo>
                <a:lnTo>
                  <a:pt x="3193200" y="0"/>
                </a:lnTo>
                <a:lnTo>
                  <a:pt x="3215700" y="3288"/>
                </a:lnTo>
                <a:lnTo>
                  <a:pt x="3238200" y="12652"/>
                </a:lnTo>
                <a:lnTo>
                  <a:pt x="3260700" y="26668"/>
                </a:lnTo>
                <a:lnTo>
                  <a:pt x="3283200" y="43200"/>
                </a:lnTo>
                <a:lnTo>
                  <a:pt x="3283200" y="43200"/>
                </a:lnTo>
                <a:lnTo>
                  <a:pt x="3305700" y="26668"/>
                </a:lnTo>
                <a:lnTo>
                  <a:pt x="3328200" y="12652"/>
                </a:lnTo>
                <a:lnTo>
                  <a:pt x="3350700" y="3288"/>
                </a:lnTo>
                <a:lnTo>
                  <a:pt x="3373200" y="0"/>
                </a:lnTo>
                <a:lnTo>
                  <a:pt x="3395700" y="3288"/>
                </a:lnTo>
                <a:lnTo>
                  <a:pt x="3418200" y="12652"/>
                </a:lnTo>
                <a:lnTo>
                  <a:pt x="3440700" y="26668"/>
                </a:lnTo>
                <a:lnTo>
                  <a:pt x="3463200" y="43200"/>
                </a:lnTo>
                <a:lnTo>
                  <a:pt x="3463200" y="43200"/>
                </a:lnTo>
                <a:lnTo>
                  <a:pt x="3485700" y="26668"/>
                </a:lnTo>
                <a:lnTo>
                  <a:pt x="3508200" y="12652"/>
                </a:lnTo>
                <a:lnTo>
                  <a:pt x="3530699" y="3288"/>
                </a:lnTo>
                <a:lnTo>
                  <a:pt x="3553200" y="0"/>
                </a:lnTo>
                <a:lnTo>
                  <a:pt x="3575700" y="3288"/>
                </a:lnTo>
                <a:lnTo>
                  <a:pt x="3598200" y="12652"/>
                </a:lnTo>
                <a:lnTo>
                  <a:pt x="3620700" y="26668"/>
                </a:lnTo>
                <a:lnTo>
                  <a:pt x="3643200" y="43200"/>
                </a:lnTo>
                <a:lnTo>
                  <a:pt x="3643200" y="43200"/>
                </a:lnTo>
                <a:lnTo>
                  <a:pt x="3665699" y="26668"/>
                </a:lnTo>
                <a:lnTo>
                  <a:pt x="3688200" y="12652"/>
                </a:lnTo>
                <a:lnTo>
                  <a:pt x="3710700" y="3288"/>
                </a:lnTo>
                <a:lnTo>
                  <a:pt x="3733200" y="0"/>
                </a:lnTo>
                <a:lnTo>
                  <a:pt x="3755700" y="3288"/>
                </a:lnTo>
                <a:lnTo>
                  <a:pt x="3778200" y="12652"/>
                </a:lnTo>
                <a:lnTo>
                  <a:pt x="3800699" y="26668"/>
                </a:lnTo>
                <a:lnTo>
                  <a:pt x="3823200" y="43200"/>
                </a:lnTo>
                <a:lnTo>
                  <a:pt x="3823200" y="43200"/>
                </a:lnTo>
                <a:lnTo>
                  <a:pt x="3845700" y="26668"/>
                </a:lnTo>
                <a:lnTo>
                  <a:pt x="3868200" y="12652"/>
                </a:lnTo>
                <a:lnTo>
                  <a:pt x="3890700" y="3288"/>
                </a:lnTo>
                <a:lnTo>
                  <a:pt x="3913200" y="0"/>
                </a:lnTo>
                <a:lnTo>
                  <a:pt x="3935700" y="3288"/>
                </a:lnTo>
                <a:lnTo>
                  <a:pt x="3958200" y="12652"/>
                </a:lnTo>
                <a:lnTo>
                  <a:pt x="3980700" y="26668"/>
                </a:lnTo>
                <a:lnTo>
                  <a:pt x="4003200" y="43200"/>
                </a:lnTo>
                <a:lnTo>
                  <a:pt x="4003200" y="43200"/>
                </a:lnTo>
                <a:lnTo>
                  <a:pt x="4025700" y="26668"/>
                </a:lnTo>
                <a:lnTo>
                  <a:pt x="4048200" y="12652"/>
                </a:lnTo>
                <a:lnTo>
                  <a:pt x="4070700" y="3288"/>
                </a:lnTo>
                <a:lnTo>
                  <a:pt x="4093200" y="0"/>
                </a:lnTo>
                <a:lnTo>
                  <a:pt x="4115700" y="3288"/>
                </a:lnTo>
                <a:lnTo>
                  <a:pt x="4138200" y="12652"/>
                </a:lnTo>
                <a:lnTo>
                  <a:pt x="4160700" y="26668"/>
                </a:lnTo>
                <a:lnTo>
                  <a:pt x="4183200" y="43200"/>
                </a:lnTo>
                <a:lnTo>
                  <a:pt x="4183200" y="43200"/>
                </a:lnTo>
                <a:lnTo>
                  <a:pt x="4205700" y="26668"/>
                </a:lnTo>
                <a:lnTo>
                  <a:pt x="4228200" y="12652"/>
                </a:lnTo>
                <a:lnTo>
                  <a:pt x="4250700" y="3288"/>
                </a:lnTo>
                <a:lnTo>
                  <a:pt x="4273200" y="0"/>
                </a:lnTo>
                <a:lnTo>
                  <a:pt x="4295700" y="3288"/>
                </a:lnTo>
                <a:lnTo>
                  <a:pt x="4318200" y="12652"/>
                </a:lnTo>
                <a:lnTo>
                  <a:pt x="4340700" y="26668"/>
                </a:lnTo>
                <a:lnTo>
                  <a:pt x="4363200" y="43200"/>
                </a:lnTo>
                <a:lnTo>
                  <a:pt x="4363200" y="43200"/>
                </a:lnTo>
                <a:lnTo>
                  <a:pt x="4385700" y="26668"/>
                </a:lnTo>
                <a:lnTo>
                  <a:pt x="4408200" y="12652"/>
                </a:lnTo>
                <a:lnTo>
                  <a:pt x="4430700" y="3288"/>
                </a:lnTo>
                <a:lnTo>
                  <a:pt x="4453200" y="0"/>
                </a:lnTo>
                <a:lnTo>
                  <a:pt x="4475700" y="3288"/>
                </a:lnTo>
                <a:lnTo>
                  <a:pt x="4498200" y="12652"/>
                </a:lnTo>
                <a:lnTo>
                  <a:pt x="4520700" y="26668"/>
                </a:lnTo>
                <a:lnTo>
                  <a:pt x="4543200" y="43200"/>
                </a:lnTo>
                <a:lnTo>
                  <a:pt x="4543200" y="43200"/>
                </a:lnTo>
                <a:lnTo>
                  <a:pt x="4565700" y="26668"/>
                </a:lnTo>
                <a:lnTo>
                  <a:pt x="4588200" y="12652"/>
                </a:lnTo>
                <a:lnTo>
                  <a:pt x="4610700" y="3288"/>
                </a:lnTo>
                <a:lnTo>
                  <a:pt x="4633200" y="0"/>
                </a:lnTo>
                <a:lnTo>
                  <a:pt x="4655700" y="3288"/>
                </a:lnTo>
                <a:lnTo>
                  <a:pt x="4678200" y="12652"/>
                </a:lnTo>
                <a:lnTo>
                  <a:pt x="4700700" y="26668"/>
                </a:lnTo>
                <a:lnTo>
                  <a:pt x="4723200" y="43200"/>
                </a:lnTo>
                <a:lnTo>
                  <a:pt x="4723200" y="43200"/>
                </a:lnTo>
                <a:lnTo>
                  <a:pt x="4745700" y="26668"/>
                </a:lnTo>
                <a:lnTo>
                  <a:pt x="4768200" y="12652"/>
                </a:lnTo>
                <a:lnTo>
                  <a:pt x="4790700" y="3288"/>
                </a:lnTo>
                <a:lnTo>
                  <a:pt x="4813200" y="0"/>
                </a:lnTo>
                <a:lnTo>
                  <a:pt x="4835700" y="3288"/>
                </a:lnTo>
                <a:lnTo>
                  <a:pt x="4858200" y="12652"/>
                </a:lnTo>
                <a:lnTo>
                  <a:pt x="4880700" y="26668"/>
                </a:lnTo>
                <a:lnTo>
                  <a:pt x="4903200" y="43200"/>
                </a:lnTo>
                <a:lnTo>
                  <a:pt x="4903200" y="43200"/>
                </a:lnTo>
                <a:lnTo>
                  <a:pt x="4925700" y="26668"/>
                </a:lnTo>
                <a:lnTo>
                  <a:pt x="4948200" y="12652"/>
                </a:lnTo>
                <a:lnTo>
                  <a:pt x="4970700" y="3288"/>
                </a:lnTo>
                <a:lnTo>
                  <a:pt x="4993200" y="0"/>
                </a:lnTo>
                <a:lnTo>
                  <a:pt x="5015700" y="3288"/>
                </a:lnTo>
                <a:lnTo>
                  <a:pt x="5038200" y="12652"/>
                </a:lnTo>
                <a:lnTo>
                  <a:pt x="5060700" y="26668"/>
                </a:lnTo>
                <a:lnTo>
                  <a:pt x="5083200" y="43200"/>
                </a:lnTo>
                <a:lnTo>
                  <a:pt x="5083200" y="43200"/>
                </a:lnTo>
                <a:lnTo>
                  <a:pt x="5105700" y="26668"/>
                </a:lnTo>
                <a:lnTo>
                  <a:pt x="5128200" y="12652"/>
                </a:lnTo>
                <a:lnTo>
                  <a:pt x="5150700" y="3288"/>
                </a:lnTo>
                <a:lnTo>
                  <a:pt x="5173200" y="0"/>
                </a:lnTo>
                <a:lnTo>
                  <a:pt x="5195700" y="3288"/>
                </a:lnTo>
                <a:lnTo>
                  <a:pt x="5218200" y="12652"/>
                </a:lnTo>
                <a:lnTo>
                  <a:pt x="5240700" y="26668"/>
                </a:lnTo>
                <a:lnTo>
                  <a:pt x="5263200" y="43200"/>
                </a:lnTo>
                <a:lnTo>
                  <a:pt x="5263200" y="43200"/>
                </a:lnTo>
                <a:lnTo>
                  <a:pt x="5285700" y="26668"/>
                </a:lnTo>
                <a:lnTo>
                  <a:pt x="5308200" y="12652"/>
                </a:lnTo>
                <a:lnTo>
                  <a:pt x="5330700" y="3288"/>
                </a:lnTo>
                <a:lnTo>
                  <a:pt x="5353200" y="0"/>
                </a:lnTo>
                <a:lnTo>
                  <a:pt x="5375700" y="3288"/>
                </a:lnTo>
                <a:lnTo>
                  <a:pt x="5398200" y="12652"/>
                </a:lnTo>
                <a:lnTo>
                  <a:pt x="5420700" y="26668"/>
                </a:lnTo>
                <a:lnTo>
                  <a:pt x="5443200" y="43200"/>
                </a:lnTo>
                <a:lnTo>
                  <a:pt x="5443200" y="43200"/>
                </a:lnTo>
                <a:lnTo>
                  <a:pt x="5465700" y="26668"/>
                </a:lnTo>
                <a:lnTo>
                  <a:pt x="5488200" y="12652"/>
                </a:lnTo>
                <a:lnTo>
                  <a:pt x="5510700" y="3288"/>
                </a:lnTo>
                <a:lnTo>
                  <a:pt x="5533200" y="0"/>
                </a:lnTo>
                <a:lnTo>
                  <a:pt x="5555700" y="3288"/>
                </a:lnTo>
                <a:lnTo>
                  <a:pt x="5578200" y="12652"/>
                </a:lnTo>
                <a:lnTo>
                  <a:pt x="5600700" y="26668"/>
                </a:lnTo>
                <a:lnTo>
                  <a:pt x="5623200" y="43200"/>
                </a:lnTo>
                <a:lnTo>
                  <a:pt x="5623200" y="43200"/>
                </a:lnTo>
                <a:lnTo>
                  <a:pt x="5645700" y="26668"/>
                </a:lnTo>
                <a:lnTo>
                  <a:pt x="5668200" y="12652"/>
                </a:lnTo>
                <a:lnTo>
                  <a:pt x="5690700" y="3288"/>
                </a:lnTo>
                <a:lnTo>
                  <a:pt x="5713200" y="0"/>
                </a:lnTo>
                <a:lnTo>
                  <a:pt x="5735700" y="3288"/>
                </a:lnTo>
                <a:lnTo>
                  <a:pt x="5758200" y="12652"/>
                </a:lnTo>
                <a:lnTo>
                  <a:pt x="5780700" y="26668"/>
                </a:lnTo>
                <a:lnTo>
                  <a:pt x="5803200" y="43200"/>
                </a:lnTo>
                <a:lnTo>
                  <a:pt x="5803200" y="43200"/>
                </a:lnTo>
                <a:lnTo>
                  <a:pt x="5825700" y="26668"/>
                </a:lnTo>
                <a:lnTo>
                  <a:pt x="5848200" y="12652"/>
                </a:lnTo>
                <a:lnTo>
                  <a:pt x="5870700" y="3288"/>
                </a:lnTo>
                <a:lnTo>
                  <a:pt x="5893200" y="0"/>
                </a:lnTo>
                <a:lnTo>
                  <a:pt x="5915700" y="3288"/>
                </a:lnTo>
                <a:lnTo>
                  <a:pt x="5938200" y="12652"/>
                </a:lnTo>
                <a:lnTo>
                  <a:pt x="5960700" y="26668"/>
                </a:lnTo>
                <a:lnTo>
                  <a:pt x="5983200" y="43200"/>
                </a:lnTo>
                <a:lnTo>
                  <a:pt x="5983200" y="43200"/>
                </a:lnTo>
                <a:lnTo>
                  <a:pt x="6005700" y="26668"/>
                </a:lnTo>
                <a:lnTo>
                  <a:pt x="6028200" y="12652"/>
                </a:lnTo>
                <a:lnTo>
                  <a:pt x="6050700" y="3288"/>
                </a:lnTo>
                <a:lnTo>
                  <a:pt x="6073200" y="0"/>
                </a:lnTo>
                <a:lnTo>
                  <a:pt x="6095700" y="3288"/>
                </a:lnTo>
                <a:lnTo>
                  <a:pt x="6118200" y="12652"/>
                </a:lnTo>
                <a:lnTo>
                  <a:pt x="6140700" y="26668"/>
                </a:lnTo>
                <a:lnTo>
                  <a:pt x="6163200" y="43200"/>
                </a:lnTo>
                <a:lnTo>
                  <a:pt x="6163200" y="43200"/>
                </a:lnTo>
                <a:lnTo>
                  <a:pt x="6185700" y="26668"/>
                </a:lnTo>
                <a:lnTo>
                  <a:pt x="6208200" y="12652"/>
                </a:lnTo>
                <a:lnTo>
                  <a:pt x="6230700" y="3288"/>
                </a:lnTo>
                <a:lnTo>
                  <a:pt x="6253200" y="0"/>
                </a:lnTo>
                <a:lnTo>
                  <a:pt x="6275700" y="3288"/>
                </a:lnTo>
                <a:lnTo>
                  <a:pt x="6298200" y="12652"/>
                </a:lnTo>
                <a:lnTo>
                  <a:pt x="6320700" y="26668"/>
                </a:lnTo>
                <a:lnTo>
                  <a:pt x="6343200" y="43200"/>
                </a:lnTo>
                <a:lnTo>
                  <a:pt x="6343200" y="43200"/>
                </a:lnTo>
                <a:lnTo>
                  <a:pt x="6365700" y="26668"/>
                </a:lnTo>
                <a:lnTo>
                  <a:pt x="6388200" y="12652"/>
                </a:lnTo>
                <a:lnTo>
                  <a:pt x="6410700" y="3288"/>
                </a:lnTo>
                <a:lnTo>
                  <a:pt x="6433200" y="0"/>
                </a:lnTo>
                <a:lnTo>
                  <a:pt x="6455700" y="3288"/>
                </a:lnTo>
                <a:lnTo>
                  <a:pt x="6478200" y="12652"/>
                </a:lnTo>
                <a:lnTo>
                  <a:pt x="6500700" y="26668"/>
                </a:lnTo>
                <a:lnTo>
                  <a:pt x="6523200" y="43200"/>
                </a:lnTo>
                <a:lnTo>
                  <a:pt x="6523200" y="43200"/>
                </a:lnTo>
                <a:lnTo>
                  <a:pt x="6545700" y="26668"/>
                </a:lnTo>
                <a:lnTo>
                  <a:pt x="6568200" y="12652"/>
                </a:lnTo>
                <a:lnTo>
                  <a:pt x="6590700" y="3288"/>
                </a:lnTo>
                <a:lnTo>
                  <a:pt x="6613200" y="0"/>
                </a:lnTo>
                <a:lnTo>
                  <a:pt x="6635700" y="3288"/>
                </a:lnTo>
                <a:lnTo>
                  <a:pt x="6658200" y="12652"/>
                </a:lnTo>
                <a:lnTo>
                  <a:pt x="6680700" y="26668"/>
                </a:lnTo>
                <a:lnTo>
                  <a:pt x="6703200" y="43200"/>
                </a:lnTo>
                <a:lnTo>
                  <a:pt x="6703200" y="43200"/>
                </a:lnTo>
                <a:lnTo>
                  <a:pt x="6725700" y="26668"/>
                </a:lnTo>
                <a:lnTo>
                  <a:pt x="6748200" y="12652"/>
                </a:lnTo>
                <a:lnTo>
                  <a:pt x="6770700" y="3288"/>
                </a:lnTo>
                <a:lnTo>
                  <a:pt x="6793200" y="0"/>
                </a:lnTo>
                <a:lnTo>
                  <a:pt x="6815700" y="3288"/>
                </a:lnTo>
                <a:lnTo>
                  <a:pt x="6838200" y="12652"/>
                </a:lnTo>
                <a:lnTo>
                  <a:pt x="6860700" y="26668"/>
                </a:lnTo>
                <a:lnTo>
                  <a:pt x="6883200" y="43200"/>
                </a:lnTo>
                <a:lnTo>
                  <a:pt x="6883200" y="43200"/>
                </a:lnTo>
                <a:lnTo>
                  <a:pt x="6905700" y="26668"/>
                </a:lnTo>
                <a:lnTo>
                  <a:pt x="6928200" y="12652"/>
                </a:lnTo>
                <a:lnTo>
                  <a:pt x="6950700" y="3288"/>
                </a:lnTo>
                <a:lnTo>
                  <a:pt x="6973200" y="0"/>
                </a:lnTo>
                <a:lnTo>
                  <a:pt x="6995700" y="3288"/>
                </a:lnTo>
                <a:lnTo>
                  <a:pt x="7018199" y="12652"/>
                </a:lnTo>
                <a:lnTo>
                  <a:pt x="7040700" y="26668"/>
                </a:lnTo>
                <a:lnTo>
                  <a:pt x="7063200" y="43200"/>
                </a:lnTo>
                <a:lnTo>
                  <a:pt x="7063200" y="43200"/>
                </a:lnTo>
                <a:lnTo>
                  <a:pt x="7085700" y="26668"/>
                </a:lnTo>
                <a:lnTo>
                  <a:pt x="7108200" y="12652"/>
                </a:lnTo>
                <a:lnTo>
                  <a:pt x="7130699" y="3288"/>
                </a:lnTo>
                <a:lnTo>
                  <a:pt x="7153200" y="0"/>
                </a:lnTo>
                <a:lnTo>
                  <a:pt x="7175700" y="3288"/>
                </a:lnTo>
                <a:lnTo>
                  <a:pt x="7198200" y="12652"/>
                </a:lnTo>
                <a:lnTo>
                  <a:pt x="7220700" y="26668"/>
                </a:lnTo>
                <a:lnTo>
                  <a:pt x="7243200" y="43200"/>
                </a:lnTo>
                <a:lnTo>
                  <a:pt x="7243200" y="43200"/>
                </a:lnTo>
                <a:lnTo>
                  <a:pt x="7265700" y="26668"/>
                </a:lnTo>
                <a:lnTo>
                  <a:pt x="7288199" y="12652"/>
                </a:lnTo>
                <a:lnTo>
                  <a:pt x="7310700" y="3288"/>
                </a:lnTo>
                <a:lnTo>
                  <a:pt x="7333200" y="0"/>
                </a:lnTo>
                <a:lnTo>
                  <a:pt x="7355700" y="3288"/>
                </a:lnTo>
                <a:lnTo>
                  <a:pt x="7378200" y="12652"/>
                </a:lnTo>
                <a:lnTo>
                  <a:pt x="7400700" y="26668"/>
                </a:lnTo>
                <a:lnTo>
                  <a:pt x="7423200" y="43200"/>
                </a:lnTo>
                <a:lnTo>
                  <a:pt x="7423200" y="43200"/>
                </a:lnTo>
                <a:lnTo>
                  <a:pt x="7445699" y="26668"/>
                </a:lnTo>
                <a:lnTo>
                  <a:pt x="7468200" y="12652"/>
                </a:lnTo>
                <a:lnTo>
                  <a:pt x="7490700" y="3288"/>
                </a:lnTo>
                <a:lnTo>
                  <a:pt x="7513200" y="0"/>
                </a:lnTo>
                <a:lnTo>
                  <a:pt x="7535700" y="3288"/>
                </a:lnTo>
                <a:lnTo>
                  <a:pt x="7558199" y="12652"/>
                </a:lnTo>
                <a:lnTo>
                  <a:pt x="7580700" y="26668"/>
                </a:lnTo>
                <a:lnTo>
                  <a:pt x="7603200" y="43200"/>
                </a:lnTo>
                <a:lnTo>
                  <a:pt x="7603200" y="43200"/>
                </a:lnTo>
                <a:lnTo>
                  <a:pt x="7625700" y="26668"/>
                </a:lnTo>
                <a:lnTo>
                  <a:pt x="7648200" y="12652"/>
                </a:lnTo>
                <a:lnTo>
                  <a:pt x="7670700" y="3288"/>
                </a:lnTo>
                <a:lnTo>
                  <a:pt x="7693200" y="0"/>
                </a:lnTo>
                <a:lnTo>
                  <a:pt x="7715699" y="3288"/>
                </a:lnTo>
                <a:lnTo>
                  <a:pt x="7738200" y="12652"/>
                </a:lnTo>
                <a:lnTo>
                  <a:pt x="7760700" y="26668"/>
                </a:lnTo>
                <a:lnTo>
                  <a:pt x="7783200" y="43200"/>
                </a:lnTo>
                <a:lnTo>
                  <a:pt x="7783200" y="43200"/>
                </a:lnTo>
                <a:lnTo>
                  <a:pt x="7805700" y="26668"/>
                </a:lnTo>
                <a:lnTo>
                  <a:pt x="7828200" y="12652"/>
                </a:lnTo>
                <a:lnTo>
                  <a:pt x="7850700" y="3288"/>
                </a:lnTo>
                <a:lnTo>
                  <a:pt x="7873199" y="0"/>
                </a:lnTo>
                <a:lnTo>
                  <a:pt x="7895700" y="3288"/>
                </a:lnTo>
                <a:lnTo>
                  <a:pt x="7918200" y="12652"/>
                </a:lnTo>
                <a:lnTo>
                  <a:pt x="7940700" y="26668"/>
                </a:lnTo>
                <a:lnTo>
                  <a:pt x="7963200" y="43200"/>
                </a:lnTo>
                <a:lnTo>
                  <a:pt x="7963200" y="43200"/>
                </a:lnTo>
                <a:lnTo>
                  <a:pt x="7985699" y="26668"/>
                </a:lnTo>
                <a:lnTo>
                  <a:pt x="8008200" y="12652"/>
                </a:lnTo>
                <a:lnTo>
                  <a:pt x="8030700" y="3288"/>
                </a:lnTo>
                <a:lnTo>
                  <a:pt x="8053200" y="0"/>
                </a:lnTo>
                <a:lnTo>
                  <a:pt x="8075700" y="3288"/>
                </a:lnTo>
                <a:lnTo>
                  <a:pt x="8098200" y="12652"/>
                </a:lnTo>
                <a:lnTo>
                  <a:pt x="8120700" y="26668"/>
                </a:lnTo>
                <a:lnTo>
                  <a:pt x="8143199" y="43200"/>
                </a:lnTo>
                <a:lnTo>
                  <a:pt x="8143199" y="43200"/>
                </a:lnTo>
                <a:lnTo>
                  <a:pt x="8165700" y="26668"/>
                </a:lnTo>
                <a:lnTo>
                  <a:pt x="8188200" y="12652"/>
                </a:lnTo>
                <a:lnTo>
                  <a:pt x="8210700" y="3288"/>
                </a:lnTo>
                <a:lnTo>
                  <a:pt x="8233200" y="0"/>
                </a:lnTo>
                <a:lnTo>
                  <a:pt x="8255700" y="3288"/>
                </a:lnTo>
                <a:lnTo>
                  <a:pt x="8278200" y="12652"/>
                </a:lnTo>
                <a:lnTo>
                  <a:pt x="8300699" y="26668"/>
                </a:lnTo>
                <a:lnTo>
                  <a:pt x="8323200" y="43200"/>
                </a:lnTo>
                <a:lnTo>
                  <a:pt x="8323200" y="43200"/>
                </a:lnTo>
                <a:lnTo>
                  <a:pt x="8345700" y="26668"/>
                </a:lnTo>
                <a:lnTo>
                  <a:pt x="8368200" y="12652"/>
                </a:lnTo>
                <a:lnTo>
                  <a:pt x="8390700" y="3288"/>
                </a:lnTo>
                <a:lnTo>
                  <a:pt x="8413199" y="0"/>
                </a:lnTo>
                <a:lnTo>
                  <a:pt x="8435700" y="3288"/>
                </a:lnTo>
                <a:lnTo>
                  <a:pt x="8458200" y="12652"/>
                </a:lnTo>
                <a:lnTo>
                  <a:pt x="8480700" y="26668"/>
                </a:lnTo>
                <a:lnTo>
                  <a:pt x="8503200" y="43200"/>
                </a:lnTo>
                <a:lnTo>
                  <a:pt x="8503200" y="43200"/>
                </a:lnTo>
                <a:lnTo>
                  <a:pt x="8525700" y="26668"/>
                </a:lnTo>
                <a:lnTo>
                  <a:pt x="8548200" y="12652"/>
                </a:lnTo>
                <a:lnTo>
                  <a:pt x="8570700" y="3288"/>
                </a:lnTo>
                <a:lnTo>
                  <a:pt x="8593200" y="0"/>
                </a:lnTo>
                <a:lnTo>
                  <a:pt x="8615700" y="3288"/>
                </a:lnTo>
                <a:lnTo>
                  <a:pt x="8638200" y="12652"/>
                </a:lnTo>
                <a:lnTo>
                  <a:pt x="8660700" y="26668"/>
                </a:lnTo>
                <a:lnTo>
                  <a:pt x="8683200" y="43200"/>
                </a:lnTo>
                <a:lnTo>
                  <a:pt x="8683200" y="43200"/>
                </a:lnTo>
                <a:lnTo>
                  <a:pt x="8705700" y="26668"/>
                </a:lnTo>
                <a:lnTo>
                  <a:pt x="8728200" y="12652"/>
                </a:lnTo>
                <a:lnTo>
                  <a:pt x="8750700" y="3288"/>
                </a:lnTo>
                <a:lnTo>
                  <a:pt x="8773200" y="0"/>
                </a:lnTo>
                <a:lnTo>
                  <a:pt x="8795700" y="3288"/>
                </a:lnTo>
                <a:lnTo>
                  <a:pt x="8818200" y="12652"/>
                </a:lnTo>
                <a:lnTo>
                  <a:pt x="8840700" y="26668"/>
                </a:lnTo>
                <a:lnTo>
                  <a:pt x="8863200" y="43200"/>
                </a:lnTo>
                <a:lnTo>
                  <a:pt x="8863200" y="43200"/>
                </a:lnTo>
                <a:lnTo>
                  <a:pt x="8885700" y="26668"/>
                </a:lnTo>
                <a:lnTo>
                  <a:pt x="8908200" y="12652"/>
                </a:lnTo>
                <a:lnTo>
                  <a:pt x="8930700" y="3288"/>
                </a:lnTo>
                <a:lnTo>
                  <a:pt x="8953200" y="0"/>
                </a:lnTo>
                <a:lnTo>
                  <a:pt x="8975700" y="3288"/>
                </a:lnTo>
                <a:lnTo>
                  <a:pt x="8998200" y="12652"/>
                </a:lnTo>
                <a:lnTo>
                  <a:pt x="9020700" y="26668"/>
                </a:lnTo>
                <a:lnTo>
                  <a:pt x="9043200" y="43200"/>
                </a:lnTo>
                <a:lnTo>
                  <a:pt x="9043200" y="43200"/>
                </a:lnTo>
                <a:lnTo>
                  <a:pt x="9065700" y="26668"/>
                </a:lnTo>
                <a:lnTo>
                  <a:pt x="9088200" y="12652"/>
                </a:lnTo>
                <a:lnTo>
                  <a:pt x="9110700" y="3288"/>
                </a:lnTo>
                <a:lnTo>
                  <a:pt x="9133200" y="0"/>
                </a:lnTo>
                <a:lnTo>
                  <a:pt x="9155700" y="3288"/>
                </a:lnTo>
                <a:lnTo>
                  <a:pt x="9178200" y="12652"/>
                </a:lnTo>
                <a:lnTo>
                  <a:pt x="9200700" y="26668"/>
                </a:lnTo>
                <a:lnTo>
                  <a:pt x="9223200" y="43200"/>
                </a:lnTo>
                <a:lnTo>
                  <a:pt x="9223200" y="43200"/>
                </a:lnTo>
                <a:lnTo>
                  <a:pt x="9245700" y="26668"/>
                </a:lnTo>
                <a:lnTo>
                  <a:pt x="9268200" y="12652"/>
                </a:lnTo>
                <a:lnTo>
                  <a:pt x="9290700" y="3288"/>
                </a:lnTo>
                <a:lnTo>
                  <a:pt x="9313200" y="0"/>
                </a:lnTo>
                <a:lnTo>
                  <a:pt x="9335700" y="3288"/>
                </a:lnTo>
                <a:lnTo>
                  <a:pt x="9358200" y="12652"/>
                </a:lnTo>
                <a:lnTo>
                  <a:pt x="9380700" y="26668"/>
                </a:lnTo>
                <a:lnTo>
                  <a:pt x="9403200" y="43200"/>
                </a:lnTo>
                <a:lnTo>
                  <a:pt x="9403200" y="43200"/>
                </a:lnTo>
                <a:lnTo>
                  <a:pt x="9425700" y="26668"/>
                </a:lnTo>
                <a:lnTo>
                  <a:pt x="9448200" y="12652"/>
                </a:lnTo>
                <a:lnTo>
                  <a:pt x="9470700" y="3288"/>
                </a:lnTo>
                <a:lnTo>
                  <a:pt x="9493200" y="0"/>
                </a:lnTo>
                <a:lnTo>
                  <a:pt x="9515700" y="3288"/>
                </a:lnTo>
                <a:lnTo>
                  <a:pt x="9538200" y="12652"/>
                </a:lnTo>
                <a:lnTo>
                  <a:pt x="9560700" y="26668"/>
                </a:lnTo>
                <a:lnTo>
                  <a:pt x="9583200" y="43200"/>
                </a:lnTo>
                <a:lnTo>
                  <a:pt x="9583200" y="43200"/>
                </a:lnTo>
                <a:lnTo>
                  <a:pt x="9605700" y="26668"/>
                </a:lnTo>
                <a:lnTo>
                  <a:pt x="9628200" y="12652"/>
                </a:lnTo>
                <a:lnTo>
                  <a:pt x="9650700" y="3288"/>
                </a:lnTo>
                <a:lnTo>
                  <a:pt x="9673200" y="0"/>
                </a:lnTo>
                <a:lnTo>
                  <a:pt x="9695700" y="3288"/>
                </a:lnTo>
                <a:lnTo>
                  <a:pt x="9718200" y="12652"/>
                </a:lnTo>
                <a:lnTo>
                  <a:pt x="9740700" y="26668"/>
                </a:lnTo>
                <a:lnTo>
                  <a:pt x="9763200" y="43200"/>
                </a:lnTo>
                <a:lnTo>
                  <a:pt x="9763200" y="43200"/>
                </a:lnTo>
                <a:lnTo>
                  <a:pt x="9785700" y="26668"/>
                </a:lnTo>
                <a:lnTo>
                  <a:pt x="9808200" y="12652"/>
                </a:lnTo>
                <a:lnTo>
                  <a:pt x="9830700" y="3288"/>
                </a:lnTo>
                <a:lnTo>
                  <a:pt x="9853200" y="0"/>
                </a:lnTo>
                <a:lnTo>
                  <a:pt x="9875700" y="3288"/>
                </a:lnTo>
                <a:lnTo>
                  <a:pt x="9898200" y="12652"/>
                </a:lnTo>
                <a:lnTo>
                  <a:pt x="9920700" y="26668"/>
                </a:lnTo>
                <a:lnTo>
                  <a:pt x="9943200" y="43200"/>
                </a:lnTo>
                <a:lnTo>
                  <a:pt x="9943200" y="43200"/>
                </a:lnTo>
                <a:lnTo>
                  <a:pt x="9965700" y="26668"/>
                </a:lnTo>
                <a:lnTo>
                  <a:pt x="9988200" y="12652"/>
                </a:lnTo>
                <a:lnTo>
                  <a:pt x="10010700" y="3288"/>
                </a:lnTo>
                <a:lnTo>
                  <a:pt x="10033200" y="0"/>
                </a:lnTo>
                <a:lnTo>
                  <a:pt x="10055700" y="3288"/>
                </a:lnTo>
                <a:lnTo>
                  <a:pt x="10078200" y="12652"/>
                </a:lnTo>
                <a:lnTo>
                  <a:pt x="10100700" y="26668"/>
                </a:lnTo>
                <a:lnTo>
                  <a:pt x="10123200" y="43200"/>
                </a:lnTo>
                <a:lnTo>
                  <a:pt x="10123200" y="43200"/>
                </a:lnTo>
                <a:lnTo>
                  <a:pt x="10145700" y="26668"/>
                </a:lnTo>
                <a:lnTo>
                  <a:pt x="10168200" y="12652"/>
                </a:lnTo>
                <a:lnTo>
                  <a:pt x="10190700" y="3288"/>
                </a:lnTo>
                <a:lnTo>
                  <a:pt x="10213200" y="0"/>
                </a:lnTo>
                <a:lnTo>
                  <a:pt x="10235700" y="3288"/>
                </a:lnTo>
                <a:lnTo>
                  <a:pt x="10258200" y="12652"/>
                </a:lnTo>
                <a:lnTo>
                  <a:pt x="10280700" y="26668"/>
                </a:lnTo>
                <a:lnTo>
                  <a:pt x="10303200" y="43200"/>
                </a:lnTo>
                <a:lnTo>
                  <a:pt x="10303200" y="43200"/>
                </a:lnTo>
                <a:lnTo>
                  <a:pt x="10325700" y="26668"/>
                </a:lnTo>
                <a:lnTo>
                  <a:pt x="10348200" y="12652"/>
                </a:lnTo>
                <a:lnTo>
                  <a:pt x="10370700" y="3288"/>
                </a:lnTo>
                <a:lnTo>
                  <a:pt x="10393200" y="0"/>
                </a:lnTo>
                <a:lnTo>
                  <a:pt x="10415700" y="3288"/>
                </a:lnTo>
                <a:lnTo>
                  <a:pt x="10438200" y="12652"/>
                </a:lnTo>
                <a:lnTo>
                  <a:pt x="10460700" y="26668"/>
                </a:lnTo>
                <a:lnTo>
                  <a:pt x="10483200" y="43200"/>
                </a:lnTo>
                <a:lnTo>
                  <a:pt x="10483200" y="43200"/>
                </a:lnTo>
                <a:lnTo>
                  <a:pt x="10505700" y="26668"/>
                </a:lnTo>
                <a:lnTo>
                  <a:pt x="10528200" y="12652"/>
                </a:lnTo>
                <a:lnTo>
                  <a:pt x="10550700" y="3288"/>
                </a:lnTo>
                <a:lnTo>
                  <a:pt x="10573200" y="0"/>
                </a:lnTo>
                <a:lnTo>
                  <a:pt x="10595700" y="3288"/>
                </a:lnTo>
                <a:lnTo>
                  <a:pt x="10618200" y="12652"/>
                </a:lnTo>
                <a:lnTo>
                  <a:pt x="10640700" y="26668"/>
                </a:lnTo>
                <a:lnTo>
                  <a:pt x="10663200" y="43200"/>
                </a:lnTo>
                <a:lnTo>
                  <a:pt x="10663200" y="43200"/>
                </a:lnTo>
                <a:lnTo>
                  <a:pt x="10685700" y="26668"/>
                </a:lnTo>
                <a:lnTo>
                  <a:pt x="10708200" y="12652"/>
                </a:lnTo>
                <a:lnTo>
                  <a:pt x="10730700" y="3288"/>
                </a:lnTo>
                <a:lnTo>
                  <a:pt x="10753200" y="0"/>
                </a:lnTo>
                <a:lnTo>
                  <a:pt x="10775700" y="3288"/>
                </a:lnTo>
                <a:lnTo>
                  <a:pt x="10798200" y="12652"/>
                </a:lnTo>
                <a:lnTo>
                  <a:pt x="10820700" y="26668"/>
                </a:lnTo>
                <a:lnTo>
                  <a:pt x="10843200" y="43200"/>
                </a:lnTo>
                <a:lnTo>
                  <a:pt x="10843200" y="43200"/>
                </a:lnTo>
                <a:lnTo>
                  <a:pt x="10865700" y="26668"/>
                </a:lnTo>
                <a:lnTo>
                  <a:pt x="10888200" y="12652"/>
                </a:lnTo>
                <a:lnTo>
                  <a:pt x="10910700" y="3288"/>
                </a:lnTo>
                <a:lnTo>
                  <a:pt x="10933200" y="0"/>
                </a:lnTo>
                <a:lnTo>
                  <a:pt x="10955700" y="3288"/>
                </a:lnTo>
                <a:lnTo>
                  <a:pt x="10978200" y="12652"/>
                </a:lnTo>
                <a:lnTo>
                  <a:pt x="11000700" y="26668"/>
                </a:lnTo>
                <a:lnTo>
                  <a:pt x="11023200" y="43200"/>
                </a:lnTo>
                <a:lnTo>
                  <a:pt x="11023200" y="43200"/>
                </a:lnTo>
                <a:lnTo>
                  <a:pt x="11045700" y="26668"/>
                </a:lnTo>
                <a:lnTo>
                  <a:pt x="11068200" y="12652"/>
                </a:lnTo>
                <a:lnTo>
                  <a:pt x="11090700" y="3288"/>
                </a:lnTo>
                <a:lnTo>
                  <a:pt x="11113200" y="0"/>
                </a:lnTo>
                <a:lnTo>
                  <a:pt x="11135700" y="3288"/>
                </a:lnTo>
                <a:lnTo>
                  <a:pt x="11158200" y="12652"/>
                </a:lnTo>
                <a:lnTo>
                  <a:pt x="11180700" y="26668"/>
                </a:lnTo>
                <a:lnTo>
                  <a:pt x="11203200" y="43200"/>
                </a:lnTo>
                <a:lnTo>
                  <a:pt x="11203200" y="43200"/>
                </a:lnTo>
                <a:lnTo>
                  <a:pt x="11225700" y="26668"/>
                </a:lnTo>
                <a:lnTo>
                  <a:pt x="11248200" y="12652"/>
                </a:lnTo>
                <a:lnTo>
                  <a:pt x="11270700" y="3288"/>
                </a:lnTo>
                <a:lnTo>
                  <a:pt x="11293200" y="0"/>
                </a:lnTo>
                <a:lnTo>
                  <a:pt x="11315700" y="3288"/>
                </a:lnTo>
                <a:lnTo>
                  <a:pt x="11338200" y="12652"/>
                </a:lnTo>
                <a:lnTo>
                  <a:pt x="11360700" y="26668"/>
                </a:lnTo>
                <a:lnTo>
                  <a:pt x="11383200" y="43200"/>
                </a:lnTo>
                <a:lnTo>
                  <a:pt x="11383200" y="43200"/>
                </a:lnTo>
                <a:lnTo>
                  <a:pt x="11405700" y="26668"/>
                </a:lnTo>
                <a:lnTo>
                  <a:pt x="11428200" y="12652"/>
                </a:lnTo>
                <a:lnTo>
                  <a:pt x="11450700" y="3288"/>
                </a:lnTo>
                <a:lnTo>
                  <a:pt x="11473200" y="0"/>
                </a:lnTo>
                <a:lnTo>
                  <a:pt x="11495700" y="3288"/>
                </a:lnTo>
                <a:lnTo>
                  <a:pt x="11518200" y="12652"/>
                </a:lnTo>
                <a:lnTo>
                  <a:pt x="11540700" y="26668"/>
                </a:lnTo>
                <a:lnTo>
                  <a:pt x="11563200" y="43200"/>
                </a:lnTo>
                <a:lnTo>
                  <a:pt x="11563200" y="43200"/>
                </a:lnTo>
                <a:lnTo>
                  <a:pt x="11585700" y="26668"/>
                </a:lnTo>
                <a:lnTo>
                  <a:pt x="11608200" y="12652"/>
                </a:lnTo>
                <a:lnTo>
                  <a:pt x="11630700" y="3288"/>
                </a:lnTo>
                <a:lnTo>
                  <a:pt x="11653200" y="0"/>
                </a:lnTo>
                <a:lnTo>
                  <a:pt x="11675700" y="3288"/>
                </a:lnTo>
                <a:lnTo>
                  <a:pt x="11698200" y="12652"/>
                </a:lnTo>
                <a:lnTo>
                  <a:pt x="11720700" y="26668"/>
                </a:lnTo>
                <a:lnTo>
                  <a:pt x="11743200" y="43200"/>
                </a:lnTo>
                <a:lnTo>
                  <a:pt x="11743200" y="43200"/>
                </a:lnTo>
                <a:lnTo>
                  <a:pt x="11765700" y="26668"/>
                </a:lnTo>
                <a:lnTo>
                  <a:pt x="11788200" y="12652"/>
                </a:lnTo>
                <a:lnTo>
                  <a:pt x="11810700" y="3288"/>
                </a:lnTo>
                <a:lnTo>
                  <a:pt x="11833200" y="0"/>
                </a:lnTo>
                <a:lnTo>
                  <a:pt x="11855700" y="3288"/>
                </a:lnTo>
                <a:lnTo>
                  <a:pt x="11878200" y="12652"/>
                </a:lnTo>
                <a:lnTo>
                  <a:pt x="11900700" y="26668"/>
                </a:lnTo>
                <a:lnTo>
                  <a:pt x="11923200" y="43200"/>
                </a:lnTo>
                <a:lnTo>
                  <a:pt x="11923200" y="43200"/>
                </a:lnTo>
                <a:lnTo>
                  <a:pt x="11945700" y="26668"/>
                </a:lnTo>
                <a:lnTo>
                  <a:pt x="11968200" y="12652"/>
                </a:lnTo>
                <a:lnTo>
                  <a:pt x="11990700" y="3288"/>
                </a:lnTo>
                <a:lnTo>
                  <a:pt x="12013200" y="0"/>
                </a:lnTo>
                <a:lnTo>
                  <a:pt x="12035700" y="3288"/>
                </a:lnTo>
                <a:lnTo>
                  <a:pt x="12058200" y="12652"/>
                </a:lnTo>
                <a:lnTo>
                  <a:pt x="12080700" y="26668"/>
                </a:lnTo>
                <a:lnTo>
                  <a:pt x="12103200" y="43200"/>
                </a:lnTo>
                <a:lnTo>
                  <a:pt x="12103200" y="43200"/>
                </a:lnTo>
                <a:lnTo>
                  <a:pt x="12125700" y="26668"/>
                </a:lnTo>
                <a:lnTo>
                  <a:pt x="12148200" y="12652"/>
                </a:lnTo>
                <a:lnTo>
                  <a:pt x="12170700" y="3288"/>
                </a:lnTo>
                <a:lnTo>
                  <a:pt x="12193200" y="0"/>
                </a:lnTo>
                <a:lnTo>
                  <a:pt x="12215700" y="3288"/>
                </a:lnTo>
                <a:lnTo>
                  <a:pt x="12238200" y="12652"/>
                </a:lnTo>
                <a:lnTo>
                  <a:pt x="12260700" y="26668"/>
                </a:lnTo>
                <a:lnTo>
                  <a:pt x="12283200" y="43200"/>
                </a:lnTo>
                <a:lnTo>
                  <a:pt x="12283200" y="43200"/>
                </a:lnTo>
                <a:lnTo>
                  <a:pt x="12305700" y="26668"/>
                </a:lnTo>
                <a:lnTo>
                  <a:pt x="12328200" y="12652"/>
                </a:lnTo>
                <a:lnTo>
                  <a:pt x="12350700" y="3288"/>
                </a:lnTo>
                <a:lnTo>
                  <a:pt x="12373200" y="0"/>
                </a:lnTo>
                <a:lnTo>
                  <a:pt x="12395700" y="3288"/>
                </a:lnTo>
                <a:lnTo>
                  <a:pt x="12418200" y="12652"/>
                </a:lnTo>
                <a:lnTo>
                  <a:pt x="12440700" y="26668"/>
                </a:lnTo>
                <a:lnTo>
                  <a:pt x="12463200" y="43200"/>
                </a:lnTo>
                <a:lnTo>
                  <a:pt x="12463200" y="43200"/>
                </a:lnTo>
                <a:lnTo>
                  <a:pt x="12485700" y="26668"/>
                </a:lnTo>
                <a:lnTo>
                  <a:pt x="12508200" y="12652"/>
                </a:lnTo>
                <a:lnTo>
                  <a:pt x="12530700" y="3288"/>
                </a:lnTo>
                <a:lnTo>
                  <a:pt x="12553200" y="0"/>
                </a:lnTo>
                <a:lnTo>
                  <a:pt x="12575700" y="3288"/>
                </a:lnTo>
                <a:lnTo>
                  <a:pt x="12598200" y="12652"/>
                </a:lnTo>
                <a:lnTo>
                  <a:pt x="12620700" y="26668"/>
                </a:lnTo>
                <a:lnTo>
                  <a:pt x="12643200" y="43200"/>
                </a:lnTo>
                <a:lnTo>
                  <a:pt x="12643200" y="43200"/>
                </a:lnTo>
                <a:lnTo>
                  <a:pt x="12665700" y="26668"/>
                </a:lnTo>
                <a:lnTo>
                  <a:pt x="12688200" y="12652"/>
                </a:lnTo>
                <a:lnTo>
                  <a:pt x="12710700" y="3288"/>
                </a:lnTo>
                <a:lnTo>
                  <a:pt x="12733200" y="0"/>
                </a:lnTo>
                <a:lnTo>
                  <a:pt x="12755700" y="3288"/>
                </a:lnTo>
                <a:lnTo>
                  <a:pt x="12778200" y="12652"/>
                </a:lnTo>
                <a:lnTo>
                  <a:pt x="12800700" y="26668"/>
                </a:lnTo>
                <a:lnTo>
                  <a:pt x="12823200" y="43200"/>
                </a:lnTo>
                <a:lnTo>
                  <a:pt x="12823200" y="43200"/>
                </a:lnTo>
                <a:lnTo>
                  <a:pt x="12845700" y="26668"/>
                </a:lnTo>
                <a:lnTo>
                  <a:pt x="12868200" y="12652"/>
                </a:lnTo>
                <a:lnTo>
                  <a:pt x="12890700" y="3288"/>
                </a:lnTo>
                <a:lnTo>
                  <a:pt x="12913200" y="0"/>
                </a:lnTo>
                <a:lnTo>
                  <a:pt x="12935700" y="3288"/>
                </a:lnTo>
                <a:lnTo>
                  <a:pt x="12958200" y="12652"/>
                </a:lnTo>
                <a:lnTo>
                  <a:pt x="12980700" y="26668"/>
                </a:lnTo>
                <a:lnTo>
                  <a:pt x="13003200" y="43200"/>
                </a:lnTo>
                <a:lnTo>
                  <a:pt x="13003200" y="43200"/>
                </a:lnTo>
                <a:lnTo>
                  <a:pt x="13025700" y="26668"/>
                </a:lnTo>
                <a:lnTo>
                  <a:pt x="13048200" y="12652"/>
                </a:lnTo>
                <a:lnTo>
                  <a:pt x="13070700" y="3288"/>
                </a:lnTo>
                <a:lnTo>
                  <a:pt x="13093200" y="0"/>
                </a:lnTo>
                <a:lnTo>
                  <a:pt x="13115700" y="3288"/>
                </a:lnTo>
                <a:lnTo>
                  <a:pt x="13138200" y="12652"/>
                </a:lnTo>
                <a:lnTo>
                  <a:pt x="13160700" y="26668"/>
                </a:lnTo>
                <a:lnTo>
                  <a:pt x="13183200" y="43200"/>
                </a:lnTo>
                <a:lnTo>
                  <a:pt x="13183200" y="43200"/>
                </a:lnTo>
                <a:lnTo>
                  <a:pt x="13205700" y="26668"/>
                </a:lnTo>
                <a:lnTo>
                  <a:pt x="13228200" y="12652"/>
                </a:lnTo>
                <a:lnTo>
                  <a:pt x="13250700" y="3288"/>
                </a:lnTo>
                <a:lnTo>
                  <a:pt x="13273200" y="0"/>
                </a:lnTo>
                <a:lnTo>
                  <a:pt x="13295700" y="3288"/>
                </a:lnTo>
                <a:lnTo>
                  <a:pt x="13318200" y="12652"/>
                </a:lnTo>
                <a:lnTo>
                  <a:pt x="13340700" y="26668"/>
                </a:lnTo>
                <a:lnTo>
                  <a:pt x="13363200" y="43200"/>
                </a:lnTo>
                <a:lnTo>
                  <a:pt x="13363200" y="43200"/>
                </a:lnTo>
                <a:lnTo>
                  <a:pt x="13385700" y="26668"/>
                </a:lnTo>
                <a:lnTo>
                  <a:pt x="13408200" y="12652"/>
                </a:lnTo>
                <a:lnTo>
                  <a:pt x="13430700" y="3288"/>
                </a:lnTo>
                <a:lnTo>
                  <a:pt x="13453200" y="0"/>
                </a:lnTo>
                <a:lnTo>
                  <a:pt x="13475700" y="3288"/>
                </a:lnTo>
                <a:lnTo>
                  <a:pt x="13498200" y="12652"/>
                </a:lnTo>
                <a:lnTo>
                  <a:pt x="13520700" y="26668"/>
                </a:lnTo>
                <a:lnTo>
                  <a:pt x="13543200" y="43200"/>
                </a:lnTo>
                <a:lnTo>
                  <a:pt x="13543200" y="43200"/>
                </a:lnTo>
                <a:lnTo>
                  <a:pt x="13565700" y="26668"/>
                </a:lnTo>
                <a:lnTo>
                  <a:pt x="13588200" y="12652"/>
                </a:lnTo>
                <a:lnTo>
                  <a:pt x="13610700" y="3288"/>
                </a:lnTo>
                <a:lnTo>
                  <a:pt x="13633200" y="0"/>
                </a:lnTo>
                <a:lnTo>
                  <a:pt x="13655700" y="3288"/>
                </a:lnTo>
                <a:lnTo>
                  <a:pt x="13678200" y="12652"/>
                </a:lnTo>
                <a:lnTo>
                  <a:pt x="13700700" y="26668"/>
                </a:lnTo>
                <a:lnTo>
                  <a:pt x="13723200" y="43200"/>
                </a:lnTo>
                <a:lnTo>
                  <a:pt x="13723200" y="43200"/>
                </a:lnTo>
                <a:lnTo>
                  <a:pt x="13739731" y="66600"/>
                </a:lnTo>
                <a:lnTo>
                  <a:pt x="13753747" y="90000"/>
                </a:lnTo>
                <a:lnTo>
                  <a:pt x="13763111" y="113400"/>
                </a:lnTo>
                <a:lnTo>
                  <a:pt x="13766400" y="136800"/>
                </a:lnTo>
                <a:lnTo>
                  <a:pt x="13763111" y="160200"/>
                </a:lnTo>
                <a:lnTo>
                  <a:pt x="13753747" y="183600"/>
                </a:lnTo>
                <a:lnTo>
                  <a:pt x="13739731" y="207000"/>
                </a:lnTo>
                <a:lnTo>
                  <a:pt x="13723200" y="230400"/>
                </a:lnTo>
                <a:lnTo>
                  <a:pt x="13723200" y="230400"/>
                </a:lnTo>
                <a:lnTo>
                  <a:pt x="13739731" y="253800"/>
                </a:lnTo>
                <a:lnTo>
                  <a:pt x="13753747" y="277200"/>
                </a:lnTo>
                <a:lnTo>
                  <a:pt x="13763111" y="300600"/>
                </a:lnTo>
                <a:lnTo>
                  <a:pt x="13766400" y="324000"/>
                </a:lnTo>
                <a:lnTo>
                  <a:pt x="13763111" y="347400"/>
                </a:lnTo>
                <a:lnTo>
                  <a:pt x="13753747" y="370800"/>
                </a:lnTo>
                <a:lnTo>
                  <a:pt x="13739731" y="394200"/>
                </a:lnTo>
                <a:lnTo>
                  <a:pt x="13723200" y="417600"/>
                </a:lnTo>
                <a:lnTo>
                  <a:pt x="13723200" y="417600"/>
                </a:lnTo>
                <a:lnTo>
                  <a:pt x="13739731" y="441000"/>
                </a:lnTo>
                <a:lnTo>
                  <a:pt x="13753747" y="464400"/>
                </a:lnTo>
                <a:lnTo>
                  <a:pt x="13763111" y="487800"/>
                </a:lnTo>
                <a:lnTo>
                  <a:pt x="13766400" y="511200"/>
                </a:lnTo>
                <a:lnTo>
                  <a:pt x="13763111" y="534600"/>
                </a:lnTo>
                <a:lnTo>
                  <a:pt x="13753747" y="558000"/>
                </a:lnTo>
                <a:lnTo>
                  <a:pt x="13739731" y="581400"/>
                </a:lnTo>
                <a:lnTo>
                  <a:pt x="13723200" y="604800"/>
                </a:lnTo>
                <a:lnTo>
                  <a:pt x="13723200" y="604800"/>
                </a:lnTo>
                <a:lnTo>
                  <a:pt x="13739731" y="628200"/>
                </a:lnTo>
                <a:lnTo>
                  <a:pt x="13753747" y="651600"/>
                </a:lnTo>
                <a:lnTo>
                  <a:pt x="13763111" y="675000"/>
                </a:lnTo>
                <a:lnTo>
                  <a:pt x="13766400" y="698400"/>
                </a:lnTo>
                <a:lnTo>
                  <a:pt x="13763111" y="721800"/>
                </a:lnTo>
                <a:lnTo>
                  <a:pt x="13753747" y="745200"/>
                </a:lnTo>
                <a:lnTo>
                  <a:pt x="13739731" y="768600"/>
                </a:lnTo>
                <a:lnTo>
                  <a:pt x="13723200" y="792000"/>
                </a:lnTo>
                <a:lnTo>
                  <a:pt x="13723200" y="792000"/>
                </a:lnTo>
                <a:lnTo>
                  <a:pt x="13739731" y="815400"/>
                </a:lnTo>
                <a:lnTo>
                  <a:pt x="13753747" y="838800"/>
                </a:lnTo>
                <a:lnTo>
                  <a:pt x="13763111" y="862200"/>
                </a:lnTo>
                <a:lnTo>
                  <a:pt x="13766400" y="885600"/>
                </a:lnTo>
                <a:lnTo>
                  <a:pt x="13763111" y="909000"/>
                </a:lnTo>
                <a:lnTo>
                  <a:pt x="13753747" y="932400"/>
                </a:lnTo>
                <a:lnTo>
                  <a:pt x="13739731" y="955800"/>
                </a:lnTo>
                <a:lnTo>
                  <a:pt x="13723200" y="979200"/>
                </a:lnTo>
                <a:lnTo>
                  <a:pt x="13723200" y="979200"/>
                </a:lnTo>
                <a:lnTo>
                  <a:pt x="13700700" y="995731"/>
                </a:lnTo>
                <a:lnTo>
                  <a:pt x="13678200" y="1009747"/>
                </a:lnTo>
                <a:lnTo>
                  <a:pt x="13655700" y="1019111"/>
                </a:lnTo>
                <a:lnTo>
                  <a:pt x="13633200" y="1022400"/>
                </a:lnTo>
                <a:lnTo>
                  <a:pt x="13610700" y="1019111"/>
                </a:lnTo>
                <a:lnTo>
                  <a:pt x="13588200" y="1009747"/>
                </a:lnTo>
                <a:lnTo>
                  <a:pt x="13565700" y="995731"/>
                </a:lnTo>
                <a:lnTo>
                  <a:pt x="13543200" y="979200"/>
                </a:lnTo>
                <a:lnTo>
                  <a:pt x="13543200" y="979200"/>
                </a:lnTo>
                <a:lnTo>
                  <a:pt x="13520700" y="995731"/>
                </a:lnTo>
                <a:lnTo>
                  <a:pt x="13498200" y="1009747"/>
                </a:lnTo>
                <a:lnTo>
                  <a:pt x="13475700" y="1019111"/>
                </a:lnTo>
                <a:lnTo>
                  <a:pt x="13453200" y="1022400"/>
                </a:lnTo>
                <a:lnTo>
                  <a:pt x="13430700" y="1019111"/>
                </a:lnTo>
                <a:lnTo>
                  <a:pt x="13408200" y="1009747"/>
                </a:lnTo>
                <a:lnTo>
                  <a:pt x="13385700" y="995731"/>
                </a:lnTo>
                <a:lnTo>
                  <a:pt x="13363200" y="979200"/>
                </a:lnTo>
                <a:lnTo>
                  <a:pt x="13363200" y="979200"/>
                </a:lnTo>
                <a:lnTo>
                  <a:pt x="13340700" y="995731"/>
                </a:lnTo>
                <a:lnTo>
                  <a:pt x="13318200" y="1009747"/>
                </a:lnTo>
                <a:lnTo>
                  <a:pt x="13295700" y="1019111"/>
                </a:lnTo>
                <a:lnTo>
                  <a:pt x="13273200" y="1022400"/>
                </a:lnTo>
                <a:lnTo>
                  <a:pt x="13250700" y="1019111"/>
                </a:lnTo>
                <a:lnTo>
                  <a:pt x="13228200" y="1009747"/>
                </a:lnTo>
                <a:lnTo>
                  <a:pt x="13205700" y="995731"/>
                </a:lnTo>
                <a:lnTo>
                  <a:pt x="13183200" y="979200"/>
                </a:lnTo>
                <a:lnTo>
                  <a:pt x="13183200" y="979200"/>
                </a:lnTo>
                <a:lnTo>
                  <a:pt x="13160700" y="995731"/>
                </a:lnTo>
                <a:lnTo>
                  <a:pt x="13138200" y="1009747"/>
                </a:lnTo>
                <a:lnTo>
                  <a:pt x="13115700" y="1019111"/>
                </a:lnTo>
                <a:lnTo>
                  <a:pt x="13093200" y="1022400"/>
                </a:lnTo>
                <a:lnTo>
                  <a:pt x="13070700" y="1019111"/>
                </a:lnTo>
                <a:lnTo>
                  <a:pt x="13048200" y="1009747"/>
                </a:lnTo>
                <a:lnTo>
                  <a:pt x="13025700" y="995731"/>
                </a:lnTo>
                <a:lnTo>
                  <a:pt x="13003200" y="979200"/>
                </a:lnTo>
                <a:lnTo>
                  <a:pt x="13003200" y="979200"/>
                </a:lnTo>
                <a:lnTo>
                  <a:pt x="12980700" y="995731"/>
                </a:lnTo>
                <a:lnTo>
                  <a:pt x="12958200" y="1009747"/>
                </a:lnTo>
                <a:lnTo>
                  <a:pt x="12935700" y="1019111"/>
                </a:lnTo>
                <a:lnTo>
                  <a:pt x="12913200" y="1022400"/>
                </a:lnTo>
                <a:lnTo>
                  <a:pt x="12890700" y="1019111"/>
                </a:lnTo>
                <a:lnTo>
                  <a:pt x="12868200" y="1009747"/>
                </a:lnTo>
                <a:lnTo>
                  <a:pt x="12845700" y="995731"/>
                </a:lnTo>
                <a:lnTo>
                  <a:pt x="12823200" y="979200"/>
                </a:lnTo>
                <a:lnTo>
                  <a:pt x="12823200" y="979200"/>
                </a:lnTo>
                <a:lnTo>
                  <a:pt x="12800700" y="995731"/>
                </a:lnTo>
                <a:lnTo>
                  <a:pt x="12778200" y="1009747"/>
                </a:lnTo>
                <a:lnTo>
                  <a:pt x="12755700" y="1019111"/>
                </a:lnTo>
                <a:lnTo>
                  <a:pt x="12733200" y="1022400"/>
                </a:lnTo>
                <a:lnTo>
                  <a:pt x="12710700" y="1019111"/>
                </a:lnTo>
                <a:lnTo>
                  <a:pt x="12688200" y="1009747"/>
                </a:lnTo>
                <a:lnTo>
                  <a:pt x="12665700" y="995731"/>
                </a:lnTo>
                <a:lnTo>
                  <a:pt x="12643200" y="979200"/>
                </a:lnTo>
                <a:lnTo>
                  <a:pt x="12643200" y="979200"/>
                </a:lnTo>
                <a:lnTo>
                  <a:pt x="12620700" y="995731"/>
                </a:lnTo>
                <a:lnTo>
                  <a:pt x="12598200" y="1009747"/>
                </a:lnTo>
                <a:lnTo>
                  <a:pt x="12575700" y="1019111"/>
                </a:lnTo>
                <a:lnTo>
                  <a:pt x="12553200" y="1022400"/>
                </a:lnTo>
                <a:lnTo>
                  <a:pt x="12530700" y="1019111"/>
                </a:lnTo>
                <a:lnTo>
                  <a:pt x="12508200" y="1009747"/>
                </a:lnTo>
                <a:lnTo>
                  <a:pt x="12485700" y="995731"/>
                </a:lnTo>
                <a:lnTo>
                  <a:pt x="12463200" y="979200"/>
                </a:lnTo>
                <a:lnTo>
                  <a:pt x="12463200" y="979200"/>
                </a:lnTo>
                <a:lnTo>
                  <a:pt x="12440700" y="995731"/>
                </a:lnTo>
                <a:lnTo>
                  <a:pt x="12418200" y="1009747"/>
                </a:lnTo>
                <a:lnTo>
                  <a:pt x="12395700" y="1019111"/>
                </a:lnTo>
                <a:lnTo>
                  <a:pt x="12373200" y="1022400"/>
                </a:lnTo>
                <a:lnTo>
                  <a:pt x="12350700" y="1019111"/>
                </a:lnTo>
                <a:lnTo>
                  <a:pt x="12328200" y="1009747"/>
                </a:lnTo>
                <a:lnTo>
                  <a:pt x="12305700" y="995731"/>
                </a:lnTo>
                <a:lnTo>
                  <a:pt x="12283200" y="979200"/>
                </a:lnTo>
                <a:lnTo>
                  <a:pt x="12283200" y="979200"/>
                </a:lnTo>
                <a:lnTo>
                  <a:pt x="12260700" y="995731"/>
                </a:lnTo>
                <a:lnTo>
                  <a:pt x="12238200" y="1009747"/>
                </a:lnTo>
                <a:lnTo>
                  <a:pt x="12215700" y="1019111"/>
                </a:lnTo>
                <a:lnTo>
                  <a:pt x="12193200" y="1022400"/>
                </a:lnTo>
                <a:lnTo>
                  <a:pt x="12170700" y="1019111"/>
                </a:lnTo>
                <a:lnTo>
                  <a:pt x="12148200" y="1009747"/>
                </a:lnTo>
                <a:lnTo>
                  <a:pt x="12125700" y="995731"/>
                </a:lnTo>
                <a:lnTo>
                  <a:pt x="12103200" y="979200"/>
                </a:lnTo>
                <a:lnTo>
                  <a:pt x="12103200" y="979200"/>
                </a:lnTo>
                <a:lnTo>
                  <a:pt x="12080700" y="995731"/>
                </a:lnTo>
                <a:lnTo>
                  <a:pt x="12058200" y="1009747"/>
                </a:lnTo>
                <a:lnTo>
                  <a:pt x="12035700" y="1019111"/>
                </a:lnTo>
                <a:lnTo>
                  <a:pt x="12013200" y="1022400"/>
                </a:lnTo>
                <a:lnTo>
                  <a:pt x="11990700" y="1019111"/>
                </a:lnTo>
                <a:lnTo>
                  <a:pt x="11968200" y="1009747"/>
                </a:lnTo>
                <a:lnTo>
                  <a:pt x="11945700" y="995731"/>
                </a:lnTo>
                <a:lnTo>
                  <a:pt x="11923200" y="979200"/>
                </a:lnTo>
                <a:lnTo>
                  <a:pt x="11923200" y="979200"/>
                </a:lnTo>
                <a:lnTo>
                  <a:pt x="11900700" y="995731"/>
                </a:lnTo>
                <a:lnTo>
                  <a:pt x="11878200" y="1009747"/>
                </a:lnTo>
                <a:lnTo>
                  <a:pt x="11855700" y="1019111"/>
                </a:lnTo>
                <a:lnTo>
                  <a:pt x="11833200" y="1022400"/>
                </a:lnTo>
                <a:lnTo>
                  <a:pt x="11810700" y="1019111"/>
                </a:lnTo>
                <a:lnTo>
                  <a:pt x="11788200" y="1009747"/>
                </a:lnTo>
                <a:lnTo>
                  <a:pt x="11765700" y="995731"/>
                </a:lnTo>
                <a:lnTo>
                  <a:pt x="11743200" y="979200"/>
                </a:lnTo>
                <a:lnTo>
                  <a:pt x="11743200" y="979200"/>
                </a:lnTo>
                <a:lnTo>
                  <a:pt x="11720700" y="995731"/>
                </a:lnTo>
                <a:lnTo>
                  <a:pt x="11698200" y="1009747"/>
                </a:lnTo>
                <a:lnTo>
                  <a:pt x="11675700" y="1019111"/>
                </a:lnTo>
                <a:lnTo>
                  <a:pt x="11653200" y="1022400"/>
                </a:lnTo>
                <a:lnTo>
                  <a:pt x="11630700" y="1019111"/>
                </a:lnTo>
                <a:lnTo>
                  <a:pt x="11608200" y="1009747"/>
                </a:lnTo>
                <a:lnTo>
                  <a:pt x="11585700" y="995731"/>
                </a:lnTo>
                <a:lnTo>
                  <a:pt x="11563200" y="979200"/>
                </a:lnTo>
                <a:lnTo>
                  <a:pt x="11563200" y="979200"/>
                </a:lnTo>
                <a:lnTo>
                  <a:pt x="11540700" y="995731"/>
                </a:lnTo>
                <a:lnTo>
                  <a:pt x="11518200" y="1009747"/>
                </a:lnTo>
                <a:lnTo>
                  <a:pt x="11495700" y="1019111"/>
                </a:lnTo>
                <a:lnTo>
                  <a:pt x="11473200" y="1022400"/>
                </a:lnTo>
                <a:lnTo>
                  <a:pt x="11450700" y="1019111"/>
                </a:lnTo>
                <a:lnTo>
                  <a:pt x="11428200" y="1009747"/>
                </a:lnTo>
                <a:lnTo>
                  <a:pt x="11405700" y="995731"/>
                </a:lnTo>
                <a:lnTo>
                  <a:pt x="11383200" y="979200"/>
                </a:lnTo>
                <a:lnTo>
                  <a:pt x="11383200" y="979200"/>
                </a:lnTo>
                <a:lnTo>
                  <a:pt x="11360700" y="995731"/>
                </a:lnTo>
                <a:lnTo>
                  <a:pt x="11338200" y="1009747"/>
                </a:lnTo>
                <a:lnTo>
                  <a:pt x="11315700" y="1019111"/>
                </a:lnTo>
                <a:lnTo>
                  <a:pt x="11293200" y="1022400"/>
                </a:lnTo>
                <a:lnTo>
                  <a:pt x="11270700" y="1019111"/>
                </a:lnTo>
                <a:lnTo>
                  <a:pt x="11248200" y="1009747"/>
                </a:lnTo>
                <a:lnTo>
                  <a:pt x="11225700" y="995731"/>
                </a:lnTo>
                <a:lnTo>
                  <a:pt x="11203200" y="979200"/>
                </a:lnTo>
                <a:lnTo>
                  <a:pt x="11203200" y="979200"/>
                </a:lnTo>
                <a:lnTo>
                  <a:pt x="11180700" y="995731"/>
                </a:lnTo>
                <a:lnTo>
                  <a:pt x="11158200" y="1009747"/>
                </a:lnTo>
                <a:lnTo>
                  <a:pt x="11135700" y="1019111"/>
                </a:lnTo>
                <a:lnTo>
                  <a:pt x="11113200" y="1022400"/>
                </a:lnTo>
                <a:lnTo>
                  <a:pt x="11090700" y="1019111"/>
                </a:lnTo>
                <a:lnTo>
                  <a:pt x="11068200" y="1009747"/>
                </a:lnTo>
                <a:lnTo>
                  <a:pt x="11045700" y="995731"/>
                </a:lnTo>
                <a:lnTo>
                  <a:pt x="11023200" y="979200"/>
                </a:lnTo>
                <a:lnTo>
                  <a:pt x="11023200" y="979200"/>
                </a:lnTo>
                <a:lnTo>
                  <a:pt x="11000700" y="995731"/>
                </a:lnTo>
                <a:lnTo>
                  <a:pt x="10978200" y="1009747"/>
                </a:lnTo>
                <a:lnTo>
                  <a:pt x="10955700" y="1019111"/>
                </a:lnTo>
                <a:lnTo>
                  <a:pt x="10933200" y="1022400"/>
                </a:lnTo>
                <a:lnTo>
                  <a:pt x="10910700" y="1019111"/>
                </a:lnTo>
                <a:lnTo>
                  <a:pt x="10888200" y="1009747"/>
                </a:lnTo>
                <a:lnTo>
                  <a:pt x="10865700" y="995731"/>
                </a:lnTo>
                <a:lnTo>
                  <a:pt x="10843200" y="979200"/>
                </a:lnTo>
                <a:lnTo>
                  <a:pt x="10843200" y="979200"/>
                </a:lnTo>
                <a:lnTo>
                  <a:pt x="10820700" y="995731"/>
                </a:lnTo>
                <a:lnTo>
                  <a:pt x="10798200" y="1009747"/>
                </a:lnTo>
                <a:lnTo>
                  <a:pt x="10775700" y="1019111"/>
                </a:lnTo>
                <a:lnTo>
                  <a:pt x="10753200" y="1022400"/>
                </a:lnTo>
                <a:lnTo>
                  <a:pt x="10730700" y="1019111"/>
                </a:lnTo>
                <a:lnTo>
                  <a:pt x="10708200" y="1009747"/>
                </a:lnTo>
                <a:lnTo>
                  <a:pt x="10685700" y="995731"/>
                </a:lnTo>
                <a:lnTo>
                  <a:pt x="10663200" y="979200"/>
                </a:lnTo>
                <a:lnTo>
                  <a:pt x="10663200" y="979200"/>
                </a:lnTo>
                <a:lnTo>
                  <a:pt x="10640700" y="995731"/>
                </a:lnTo>
                <a:lnTo>
                  <a:pt x="10618200" y="1009747"/>
                </a:lnTo>
                <a:lnTo>
                  <a:pt x="10595700" y="1019111"/>
                </a:lnTo>
                <a:lnTo>
                  <a:pt x="10573200" y="1022400"/>
                </a:lnTo>
                <a:lnTo>
                  <a:pt x="10550700" y="1019111"/>
                </a:lnTo>
                <a:lnTo>
                  <a:pt x="10528200" y="1009747"/>
                </a:lnTo>
                <a:lnTo>
                  <a:pt x="10505700" y="995731"/>
                </a:lnTo>
                <a:lnTo>
                  <a:pt x="10483200" y="979200"/>
                </a:lnTo>
                <a:lnTo>
                  <a:pt x="10483200" y="979200"/>
                </a:lnTo>
                <a:lnTo>
                  <a:pt x="10460700" y="995731"/>
                </a:lnTo>
                <a:lnTo>
                  <a:pt x="10438200" y="1009747"/>
                </a:lnTo>
                <a:lnTo>
                  <a:pt x="10415700" y="1019111"/>
                </a:lnTo>
                <a:lnTo>
                  <a:pt x="10393200" y="1022400"/>
                </a:lnTo>
                <a:lnTo>
                  <a:pt x="10370700" y="1019111"/>
                </a:lnTo>
                <a:lnTo>
                  <a:pt x="10348200" y="1009747"/>
                </a:lnTo>
                <a:lnTo>
                  <a:pt x="10325700" y="995731"/>
                </a:lnTo>
                <a:lnTo>
                  <a:pt x="10303200" y="979200"/>
                </a:lnTo>
                <a:lnTo>
                  <a:pt x="10303200" y="979200"/>
                </a:lnTo>
                <a:lnTo>
                  <a:pt x="10280700" y="995731"/>
                </a:lnTo>
                <a:lnTo>
                  <a:pt x="10258200" y="1009747"/>
                </a:lnTo>
                <a:lnTo>
                  <a:pt x="10235700" y="1019111"/>
                </a:lnTo>
                <a:lnTo>
                  <a:pt x="10213200" y="1022400"/>
                </a:lnTo>
                <a:lnTo>
                  <a:pt x="10190700" y="1019111"/>
                </a:lnTo>
                <a:lnTo>
                  <a:pt x="10168200" y="1009747"/>
                </a:lnTo>
                <a:lnTo>
                  <a:pt x="10145700" y="995731"/>
                </a:lnTo>
                <a:lnTo>
                  <a:pt x="10123200" y="979200"/>
                </a:lnTo>
                <a:lnTo>
                  <a:pt x="10123200" y="979200"/>
                </a:lnTo>
                <a:lnTo>
                  <a:pt x="10100700" y="995731"/>
                </a:lnTo>
                <a:lnTo>
                  <a:pt x="10078200" y="1009747"/>
                </a:lnTo>
                <a:lnTo>
                  <a:pt x="10055700" y="1019111"/>
                </a:lnTo>
                <a:lnTo>
                  <a:pt x="10033200" y="1022400"/>
                </a:lnTo>
                <a:lnTo>
                  <a:pt x="10010700" y="1019111"/>
                </a:lnTo>
                <a:lnTo>
                  <a:pt x="9988200" y="1009747"/>
                </a:lnTo>
                <a:lnTo>
                  <a:pt x="9965700" y="995731"/>
                </a:lnTo>
                <a:lnTo>
                  <a:pt x="9943200" y="979200"/>
                </a:lnTo>
                <a:lnTo>
                  <a:pt x="9943200" y="979200"/>
                </a:lnTo>
                <a:lnTo>
                  <a:pt x="9920700" y="995731"/>
                </a:lnTo>
                <a:lnTo>
                  <a:pt x="9898200" y="1009747"/>
                </a:lnTo>
                <a:lnTo>
                  <a:pt x="9875700" y="1019111"/>
                </a:lnTo>
                <a:lnTo>
                  <a:pt x="9853200" y="1022400"/>
                </a:lnTo>
                <a:lnTo>
                  <a:pt x="9830700" y="1019111"/>
                </a:lnTo>
                <a:lnTo>
                  <a:pt x="9808200" y="1009747"/>
                </a:lnTo>
                <a:lnTo>
                  <a:pt x="9785700" y="995731"/>
                </a:lnTo>
                <a:lnTo>
                  <a:pt x="9763200" y="979200"/>
                </a:lnTo>
                <a:lnTo>
                  <a:pt x="9763200" y="979200"/>
                </a:lnTo>
                <a:lnTo>
                  <a:pt x="9740700" y="995731"/>
                </a:lnTo>
                <a:lnTo>
                  <a:pt x="9718200" y="1009747"/>
                </a:lnTo>
                <a:lnTo>
                  <a:pt x="9695700" y="1019111"/>
                </a:lnTo>
                <a:lnTo>
                  <a:pt x="9673200" y="1022400"/>
                </a:lnTo>
                <a:lnTo>
                  <a:pt x="9650700" y="1019111"/>
                </a:lnTo>
                <a:lnTo>
                  <a:pt x="9628200" y="1009747"/>
                </a:lnTo>
                <a:lnTo>
                  <a:pt x="9605700" y="995731"/>
                </a:lnTo>
                <a:lnTo>
                  <a:pt x="9583200" y="979200"/>
                </a:lnTo>
                <a:lnTo>
                  <a:pt x="9583200" y="979200"/>
                </a:lnTo>
                <a:lnTo>
                  <a:pt x="9560700" y="995731"/>
                </a:lnTo>
                <a:lnTo>
                  <a:pt x="9538200" y="1009747"/>
                </a:lnTo>
                <a:lnTo>
                  <a:pt x="9515700" y="1019111"/>
                </a:lnTo>
                <a:lnTo>
                  <a:pt x="9493200" y="1022400"/>
                </a:lnTo>
                <a:lnTo>
                  <a:pt x="9470700" y="1019111"/>
                </a:lnTo>
                <a:lnTo>
                  <a:pt x="9448200" y="1009747"/>
                </a:lnTo>
                <a:lnTo>
                  <a:pt x="9425700" y="995731"/>
                </a:lnTo>
                <a:lnTo>
                  <a:pt x="9403200" y="979200"/>
                </a:lnTo>
                <a:lnTo>
                  <a:pt x="9403200" y="979200"/>
                </a:lnTo>
                <a:lnTo>
                  <a:pt x="9380700" y="995731"/>
                </a:lnTo>
                <a:lnTo>
                  <a:pt x="9358200" y="1009747"/>
                </a:lnTo>
                <a:lnTo>
                  <a:pt x="9335700" y="1019111"/>
                </a:lnTo>
                <a:lnTo>
                  <a:pt x="9313200" y="1022400"/>
                </a:lnTo>
                <a:lnTo>
                  <a:pt x="9290700" y="1019111"/>
                </a:lnTo>
                <a:lnTo>
                  <a:pt x="9268200" y="1009747"/>
                </a:lnTo>
                <a:lnTo>
                  <a:pt x="9245700" y="995731"/>
                </a:lnTo>
                <a:lnTo>
                  <a:pt x="9223200" y="979200"/>
                </a:lnTo>
                <a:lnTo>
                  <a:pt x="9223200" y="979200"/>
                </a:lnTo>
                <a:lnTo>
                  <a:pt x="9200700" y="995731"/>
                </a:lnTo>
                <a:lnTo>
                  <a:pt x="9178200" y="1009747"/>
                </a:lnTo>
                <a:lnTo>
                  <a:pt x="9155700" y="1019111"/>
                </a:lnTo>
                <a:lnTo>
                  <a:pt x="9133200" y="1022400"/>
                </a:lnTo>
                <a:lnTo>
                  <a:pt x="9110700" y="1019111"/>
                </a:lnTo>
                <a:lnTo>
                  <a:pt x="9088200" y="1009747"/>
                </a:lnTo>
                <a:lnTo>
                  <a:pt x="9065700" y="995731"/>
                </a:lnTo>
                <a:lnTo>
                  <a:pt x="9043200" y="979200"/>
                </a:lnTo>
                <a:lnTo>
                  <a:pt x="9043200" y="979200"/>
                </a:lnTo>
                <a:lnTo>
                  <a:pt x="9020700" y="995731"/>
                </a:lnTo>
                <a:lnTo>
                  <a:pt x="8998200" y="1009747"/>
                </a:lnTo>
                <a:lnTo>
                  <a:pt x="8975700" y="1019111"/>
                </a:lnTo>
                <a:lnTo>
                  <a:pt x="8953200" y="1022400"/>
                </a:lnTo>
                <a:lnTo>
                  <a:pt x="8930700" y="1019111"/>
                </a:lnTo>
                <a:lnTo>
                  <a:pt x="8908200" y="1009747"/>
                </a:lnTo>
                <a:lnTo>
                  <a:pt x="8885700" y="995731"/>
                </a:lnTo>
                <a:lnTo>
                  <a:pt x="8863200" y="979200"/>
                </a:lnTo>
                <a:lnTo>
                  <a:pt x="8863200" y="979200"/>
                </a:lnTo>
                <a:lnTo>
                  <a:pt x="8840700" y="995731"/>
                </a:lnTo>
                <a:lnTo>
                  <a:pt x="8818200" y="1009747"/>
                </a:lnTo>
                <a:lnTo>
                  <a:pt x="8795700" y="1019111"/>
                </a:lnTo>
                <a:lnTo>
                  <a:pt x="8773200" y="1022400"/>
                </a:lnTo>
                <a:lnTo>
                  <a:pt x="8750700" y="1019111"/>
                </a:lnTo>
                <a:lnTo>
                  <a:pt x="8728200" y="1009747"/>
                </a:lnTo>
                <a:lnTo>
                  <a:pt x="8705700" y="995731"/>
                </a:lnTo>
                <a:lnTo>
                  <a:pt x="8683200" y="979200"/>
                </a:lnTo>
                <a:lnTo>
                  <a:pt x="8683200" y="979200"/>
                </a:lnTo>
                <a:lnTo>
                  <a:pt x="8660700" y="995731"/>
                </a:lnTo>
                <a:lnTo>
                  <a:pt x="8638200" y="1009747"/>
                </a:lnTo>
                <a:lnTo>
                  <a:pt x="8615700" y="1019111"/>
                </a:lnTo>
                <a:lnTo>
                  <a:pt x="8593200" y="1022400"/>
                </a:lnTo>
                <a:lnTo>
                  <a:pt x="8570700" y="1019111"/>
                </a:lnTo>
                <a:lnTo>
                  <a:pt x="8548200" y="1009747"/>
                </a:lnTo>
                <a:lnTo>
                  <a:pt x="8525700" y="995731"/>
                </a:lnTo>
                <a:lnTo>
                  <a:pt x="8503200" y="979200"/>
                </a:lnTo>
                <a:lnTo>
                  <a:pt x="8503200" y="979200"/>
                </a:lnTo>
                <a:lnTo>
                  <a:pt x="8480700" y="995731"/>
                </a:lnTo>
                <a:lnTo>
                  <a:pt x="8458200" y="1009747"/>
                </a:lnTo>
                <a:lnTo>
                  <a:pt x="8435700" y="1019111"/>
                </a:lnTo>
                <a:lnTo>
                  <a:pt x="8413200" y="1022400"/>
                </a:lnTo>
                <a:lnTo>
                  <a:pt x="8390700" y="1019111"/>
                </a:lnTo>
                <a:lnTo>
                  <a:pt x="8368200" y="1009747"/>
                </a:lnTo>
                <a:lnTo>
                  <a:pt x="8345700" y="995731"/>
                </a:lnTo>
                <a:lnTo>
                  <a:pt x="8323200" y="979200"/>
                </a:lnTo>
                <a:lnTo>
                  <a:pt x="8323200" y="979200"/>
                </a:lnTo>
                <a:lnTo>
                  <a:pt x="8300700" y="995731"/>
                </a:lnTo>
                <a:lnTo>
                  <a:pt x="8278200" y="1009747"/>
                </a:lnTo>
                <a:lnTo>
                  <a:pt x="8255700" y="1019111"/>
                </a:lnTo>
                <a:lnTo>
                  <a:pt x="8233200" y="1022400"/>
                </a:lnTo>
                <a:lnTo>
                  <a:pt x="8210700" y="1019111"/>
                </a:lnTo>
                <a:lnTo>
                  <a:pt x="8188200" y="1009747"/>
                </a:lnTo>
                <a:lnTo>
                  <a:pt x="8165700" y="995731"/>
                </a:lnTo>
                <a:lnTo>
                  <a:pt x="8143200" y="979200"/>
                </a:lnTo>
                <a:lnTo>
                  <a:pt x="8143200" y="979200"/>
                </a:lnTo>
                <a:lnTo>
                  <a:pt x="8120700" y="995731"/>
                </a:lnTo>
                <a:lnTo>
                  <a:pt x="8098200" y="1009747"/>
                </a:lnTo>
                <a:lnTo>
                  <a:pt x="8075700" y="1019111"/>
                </a:lnTo>
                <a:lnTo>
                  <a:pt x="8053200" y="1022400"/>
                </a:lnTo>
                <a:lnTo>
                  <a:pt x="8030700" y="1019111"/>
                </a:lnTo>
                <a:lnTo>
                  <a:pt x="8008200" y="1009747"/>
                </a:lnTo>
                <a:lnTo>
                  <a:pt x="7985700" y="995731"/>
                </a:lnTo>
                <a:lnTo>
                  <a:pt x="7963200" y="979200"/>
                </a:lnTo>
                <a:lnTo>
                  <a:pt x="7963200" y="979200"/>
                </a:lnTo>
                <a:lnTo>
                  <a:pt x="7940700" y="995731"/>
                </a:lnTo>
                <a:lnTo>
                  <a:pt x="7918200" y="1009747"/>
                </a:lnTo>
                <a:lnTo>
                  <a:pt x="7895700" y="1019111"/>
                </a:lnTo>
                <a:lnTo>
                  <a:pt x="7873200" y="1022400"/>
                </a:lnTo>
                <a:lnTo>
                  <a:pt x="7850700" y="1019111"/>
                </a:lnTo>
                <a:lnTo>
                  <a:pt x="7828200" y="1009747"/>
                </a:lnTo>
                <a:lnTo>
                  <a:pt x="7805700" y="995731"/>
                </a:lnTo>
                <a:lnTo>
                  <a:pt x="7783200" y="979200"/>
                </a:lnTo>
                <a:lnTo>
                  <a:pt x="7783200" y="979200"/>
                </a:lnTo>
                <a:lnTo>
                  <a:pt x="7760700" y="995731"/>
                </a:lnTo>
                <a:lnTo>
                  <a:pt x="7738200" y="1009747"/>
                </a:lnTo>
                <a:lnTo>
                  <a:pt x="7715700" y="1019111"/>
                </a:lnTo>
                <a:lnTo>
                  <a:pt x="7693200" y="1022400"/>
                </a:lnTo>
                <a:lnTo>
                  <a:pt x="7670700" y="1019111"/>
                </a:lnTo>
                <a:lnTo>
                  <a:pt x="7648200" y="1009747"/>
                </a:lnTo>
                <a:lnTo>
                  <a:pt x="7625700" y="995731"/>
                </a:lnTo>
                <a:lnTo>
                  <a:pt x="7603200" y="979200"/>
                </a:lnTo>
                <a:lnTo>
                  <a:pt x="7603200" y="979200"/>
                </a:lnTo>
                <a:lnTo>
                  <a:pt x="7580700" y="995731"/>
                </a:lnTo>
                <a:lnTo>
                  <a:pt x="7558200" y="1009747"/>
                </a:lnTo>
                <a:lnTo>
                  <a:pt x="7535700" y="1019111"/>
                </a:lnTo>
                <a:lnTo>
                  <a:pt x="7513200" y="1022400"/>
                </a:lnTo>
                <a:lnTo>
                  <a:pt x="7490700" y="1019111"/>
                </a:lnTo>
                <a:lnTo>
                  <a:pt x="7468200" y="1009747"/>
                </a:lnTo>
                <a:lnTo>
                  <a:pt x="7445700" y="995731"/>
                </a:lnTo>
                <a:lnTo>
                  <a:pt x="7423200" y="979200"/>
                </a:lnTo>
                <a:lnTo>
                  <a:pt x="7423200" y="979200"/>
                </a:lnTo>
                <a:lnTo>
                  <a:pt x="7400700" y="995731"/>
                </a:lnTo>
                <a:lnTo>
                  <a:pt x="7378200" y="1009747"/>
                </a:lnTo>
                <a:lnTo>
                  <a:pt x="7355700" y="1019111"/>
                </a:lnTo>
                <a:lnTo>
                  <a:pt x="7333200" y="1022400"/>
                </a:lnTo>
                <a:lnTo>
                  <a:pt x="7310700" y="1019111"/>
                </a:lnTo>
                <a:lnTo>
                  <a:pt x="7288200" y="1009747"/>
                </a:lnTo>
                <a:lnTo>
                  <a:pt x="7265700" y="995731"/>
                </a:lnTo>
                <a:lnTo>
                  <a:pt x="7243200" y="979200"/>
                </a:lnTo>
                <a:lnTo>
                  <a:pt x="7243200" y="979200"/>
                </a:lnTo>
                <a:lnTo>
                  <a:pt x="7220700" y="995731"/>
                </a:lnTo>
                <a:lnTo>
                  <a:pt x="7198200" y="1009747"/>
                </a:lnTo>
                <a:lnTo>
                  <a:pt x="7175700" y="1019111"/>
                </a:lnTo>
                <a:lnTo>
                  <a:pt x="7153200" y="1022400"/>
                </a:lnTo>
                <a:lnTo>
                  <a:pt x="7130700" y="1019111"/>
                </a:lnTo>
                <a:lnTo>
                  <a:pt x="7108200" y="1009747"/>
                </a:lnTo>
                <a:lnTo>
                  <a:pt x="7085700" y="995731"/>
                </a:lnTo>
                <a:lnTo>
                  <a:pt x="7063200" y="979200"/>
                </a:lnTo>
                <a:lnTo>
                  <a:pt x="7063200" y="979200"/>
                </a:lnTo>
                <a:lnTo>
                  <a:pt x="7040700" y="995731"/>
                </a:lnTo>
                <a:lnTo>
                  <a:pt x="7018200" y="1009747"/>
                </a:lnTo>
                <a:lnTo>
                  <a:pt x="6995700" y="1019111"/>
                </a:lnTo>
                <a:lnTo>
                  <a:pt x="6973200" y="1022400"/>
                </a:lnTo>
                <a:lnTo>
                  <a:pt x="6950700" y="1019111"/>
                </a:lnTo>
                <a:lnTo>
                  <a:pt x="6928200" y="1009747"/>
                </a:lnTo>
                <a:lnTo>
                  <a:pt x="6905700" y="995731"/>
                </a:lnTo>
                <a:lnTo>
                  <a:pt x="6883200" y="979200"/>
                </a:lnTo>
                <a:lnTo>
                  <a:pt x="6883200" y="979200"/>
                </a:lnTo>
                <a:lnTo>
                  <a:pt x="6860699" y="995731"/>
                </a:lnTo>
                <a:lnTo>
                  <a:pt x="6838200" y="1009747"/>
                </a:lnTo>
                <a:lnTo>
                  <a:pt x="6815700" y="1019111"/>
                </a:lnTo>
                <a:lnTo>
                  <a:pt x="6793200" y="1022400"/>
                </a:lnTo>
                <a:lnTo>
                  <a:pt x="6770700" y="1019111"/>
                </a:lnTo>
                <a:lnTo>
                  <a:pt x="6748200" y="1009747"/>
                </a:lnTo>
                <a:lnTo>
                  <a:pt x="6725700" y="995731"/>
                </a:lnTo>
                <a:lnTo>
                  <a:pt x="6703199" y="979200"/>
                </a:lnTo>
                <a:lnTo>
                  <a:pt x="6703199" y="979200"/>
                </a:lnTo>
                <a:lnTo>
                  <a:pt x="6680700" y="995731"/>
                </a:lnTo>
                <a:lnTo>
                  <a:pt x="6658200" y="1009747"/>
                </a:lnTo>
                <a:lnTo>
                  <a:pt x="6635700" y="1019111"/>
                </a:lnTo>
                <a:lnTo>
                  <a:pt x="6613200" y="1022400"/>
                </a:lnTo>
                <a:lnTo>
                  <a:pt x="6590699" y="1019111"/>
                </a:lnTo>
                <a:lnTo>
                  <a:pt x="6568200" y="1009747"/>
                </a:lnTo>
                <a:lnTo>
                  <a:pt x="6545700" y="995731"/>
                </a:lnTo>
                <a:lnTo>
                  <a:pt x="6523200" y="979200"/>
                </a:lnTo>
                <a:lnTo>
                  <a:pt x="6523200" y="979200"/>
                </a:lnTo>
                <a:lnTo>
                  <a:pt x="6500700" y="995731"/>
                </a:lnTo>
                <a:lnTo>
                  <a:pt x="6478200" y="1009747"/>
                </a:lnTo>
                <a:lnTo>
                  <a:pt x="6455700" y="1019111"/>
                </a:lnTo>
                <a:lnTo>
                  <a:pt x="6433199" y="1022400"/>
                </a:lnTo>
                <a:lnTo>
                  <a:pt x="6410700" y="1019111"/>
                </a:lnTo>
                <a:lnTo>
                  <a:pt x="6388200" y="1009747"/>
                </a:lnTo>
                <a:lnTo>
                  <a:pt x="6365700" y="995731"/>
                </a:lnTo>
                <a:lnTo>
                  <a:pt x="6343200" y="979200"/>
                </a:lnTo>
                <a:lnTo>
                  <a:pt x="6343200" y="979200"/>
                </a:lnTo>
                <a:lnTo>
                  <a:pt x="6320700" y="995731"/>
                </a:lnTo>
                <a:lnTo>
                  <a:pt x="6298200" y="1009747"/>
                </a:lnTo>
                <a:lnTo>
                  <a:pt x="6275699" y="1019111"/>
                </a:lnTo>
                <a:lnTo>
                  <a:pt x="6253200" y="1022400"/>
                </a:lnTo>
                <a:lnTo>
                  <a:pt x="6230700" y="1019111"/>
                </a:lnTo>
                <a:lnTo>
                  <a:pt x="6208200" y="1009747"/>
                </a:lnTo>
                <a:lnTo>
                  <a:pt x="6185700" y="995731"/>
                </a:lnTo>
                <a:lnTo>
                  <a:pt x="6163199" y="979200"/>
                </a:lnTo>
                <a:lnTo>
                  <a:pt x="6163199" y="979200"/>
                </a:lnTo>
                <a:lnTo>
                  <a:pt x="6140700" y="995731"/>
                </a:lnTo>
                <a:lnTo>
                  <a:pt x="6118200" y="1009747"/>
                </a:lnTo>
                <a:lnTo>
                  <a:pt x="6095700" y="1019111"/>
                </a:lnTo>
                <a:lnTo>
                  <a:pt x="6073200" y="1022400"/>
                </a:lnTo>
                <a:lnTo>
                  <a:pt x="6050700" y="1019111"/>
                </a:lnTo>
                <a:lnTo>
                  <a:pt x="6028200" y="1009747"/>
                </a:lnTo>
                <a:lnTo>
                  <a:pt x="6005699" y="995731"/>
                </a:lnTo>
                <a:lnTo>
                  <a:pt x="5983200" y="979200"/>
                </a:lnTo>
                <a:lnTo>
                  <a:pt x="5983200" y="979200"/>
                </a:lnTo>
                <a:lnTo>
                  <a:pt x="5960700" y="995731"/>
                </a:lnTo>
                <a:lnTo>
                  <a:pt x="5938200" y="1009747"/>
                </a:lnTo>
                <a:lnTo>
                  <a:pt x="5915700" y="1019111"/>
                </a:lnTo>
                <a:lnTo>
                  <a:pt x="5893200" y="1022400"/>
                </a:lnTo>
                <a:lnTo>
                  <a:pt x="5870700" y="1019111"/>
                </a:lnTo>
                <a:lnTo>
                  <a:pt x="5848199" y="1009747"/>
                </a:lnTo>
                <a:lnTo>
                  <a:pt x="5825700" y="995731"/>
                </a:lnTo>
                <a:lnTo>
                  <a:pt x="5803200" y="979200"/>
                </a:lnTo>
                <a:lnTo>
                  <a:pt x="5803200" y="979200"/>
                </a:lnTo>
                <a:lnTo>
                  <a:pt x="5780700" y="995731"/>
                </a:lnTo>
                <a:lnTo>
                  <a:pt x="5758200" y="1009747"/>
                </a:lnTo>
                <a:lnTo>
                  <a:pt x="5735699" y="1019111"/>
                </a:lnTo>
                <a:lnTo>
                  <a:pt x="5713200" y="1022400"/>
                </a:lnTo>
                <a:lnTo>
                  <a:pt x="5690700" y="1019111"/>
                </a:lnTo>
                <a:lnTo>
                  <a:pt x="5668200" y="1009747"/>
                </a:lnTo>
                <a:lnTo>
                  <a:pt x="5645700" y="995731"/>
                </a:lnTo>
                <a:lnTo>
                  <a:pt x="5623200" y="979200"/>
                </a:lnTo>
                <a:lnTo>
                  <a:pt x="5623200" y="979200"/>
                </a:lnTo>
                <a:lnTo>
                  <a:pt x="5600700" y="995731"/>
                </a:lnTo>
                <a:lnTo>
                  <a:pt x="5578199" y="1009747"/>
                </a:lnTo>
                <a:lnTo>
                  <a:pt x="5555700" y="1019111"/>
                </a:lnTo>
                <a:lnTo>
                  <a:pt x="5533200" y="1022400"/>
                </a:lnTo>
                <a:lnTo>
                  <a:pt x="5510700" y="1019111"/>
                </a:lnTo>
                <a:lnTo>
                  <a:pt x="5488200" y="1009747"/>
                </a:lnTo>
                <a:lnTo>
                  <a:pt x="5465700" y="995731"/>
                </a:lnTo>
                <a:lnTo>
                  <a:pt x="5443200" y="979200"/>
                </a:lnTo>
                <a:lnTo>
                  <a:pt x="5443200" y="979200"/>
                </a:lnTo>
                <a:lnTo>
                  <a:pt x="5420699" y="995731"/>
                </a:lnTo>
                <a:lnTo>
                  <a:pt x="5398200" y="1009747"/>
                </a:lnTo>
                <a:lnTo>
                  <a:pt x="5375700" y="1019111"/>
                </a:lnTo>
                <a:lnTo>
                  <a:pt x="5353200" y="1022400"/>
                </a:lnTo>
                <a:lnTo>
                  <a:pt x="5330700" y="1019111"/>
                </a:lnTo>
                <a:lnTo>
                  <a:pt x="5308199" y="1009747"/>
                </a:lnTo>
                <a:lnTo>
                  <a:pt x="5285700" y="995731"/>
                </a:lnTo>
                <a:lnTo>
                  <a:pt x="5263200" y="979200"/>
                </a:lnTo>
                <a:lnTo>
                  <a:pt x="5263200" y="979200"/>
                </a:lnTo>
                <a:lnTo>
                  <a:pt x="5240700" y="995731"/>
                </a:lnTo>
                <a:lnTo>
                  <a:pt x="5218200" y="1009747"/>
                </a:lnTo>
                <a:lnTo>
                  <a:pt x="5195700" y="1019111"/>
                </a:lnTo>
                <a:lnTo>
                  <a:pt x="5173200" y="1022400"/>
                </a:lnTo>
                <a:lnTo>
                  <a:pt x="5150699" y="1019111"/>
                </a:lnTo>
                <a:lnTo>
                  <a:pt x="5128200" y="1009747"/>
                </a:lnTo>
                <a:lnTo>
                  <a:pt x="5105700" y="995731"/>
                </a:lnTo>
                <a:lnTo>
                  <a:pt x="5083200" y="979200"/>
                </a:lnTo>
                <a:lnTo>
                  <a:pt x="5083200" y="979200"/>
                </a:lnTo>
                <a:lnTo>
                  <a:pt x="5060700" y="995731"/>
                </a:lnTo>
                <a:lnTo>
                  <a:pt x="5038200" y="1009747"/>
                </a:lnTo>
                <a:lnTo>
                  <a:pt x="5015700" y="1019111"/>
                </a:lnTo>
                <a:lnTo>
                  <a:pt x="4993199" y="1022400"/>
                </a:lnTo>
                <a:lnTo>
                  <a:pt x="4970700" y="1019111"/>
                </a:lnTo>
                <a:lnTo>
                  <a:pt x="4948200" y="1009747"/>
                </a:lnTo>
                <a:lnTo>
                  <a:pt x="4925700" y="995731"/>
                </a:lnTo>
                <a:lnTo>
                  <a:pt x="4903200" y="979200"/>
                </a:lnTo>
                <a:lnTo>
                  <a:pt x="4903200" y="979200"/>
                </a:lnTo>
                <a:lnTo>
                  <a:pt x="4880699" y="995731"/>
                </a:lnTo>
                <a:lnTo>
                  <a:pt x="4858200" y="1009747"/>
                </a:lnTo>
                <a:lnTo>
                  <a:pt x="4835700" y="1019111"/>
                </a:lnTo>
                <a:lnTo>
                  <a:pt x="4813200" y="1022400"/>
                </a:lnTo>
                <a:lnTo>
                  <a:pt x="4790700" y="1019111"/>
                </a:lnTo>
                <a:lnTo>
                  <a:pt x="4768200" y="1009747"/>
                </a:lnTo>
                <a:lnTo>
                  <a:pt x="4745700" y="995731"/>
                </a:lnTo>
                <a:lnTo>
                  <a:pt x="4723199" y="979200"/>
                </a:lnTo>
                <a:lnTo>
                  <a:pt x="4723199" y="979200"/>
                </a:lnTo>
                <a:lnTo>
                  <a:pt x="4700700" y="995731"/>
                </a:lnTo>
                <a:lnTo>
                  <a:pt x="4678200" y="1009747"/>
                </a:lnTo>
                <a:lnTo>
                  <a:pt x="4655700" y="1019111"/>
                </a:lnTo>
                <a:lnTo>
                  <a:pt x="4633200" y="1022400"/>
                </a:lnTo>
                <a:lnTo>
                  <a:pt x="4610700" y="1019111"/>
                </a:lnTo>
                <a:lnTo>
                  <a:pt x="4588200" y="1009747"/>
                </a:lnTo>
                <a:lnTo>
                  <a:pt x="4565699" y="995731"/>
                </a:lnTo>
                <a:lnTo>
                  <a:pt x="4543200" y="979200"/>
                </a:lnTo>
                <a:lnTo>
                  <a:pt x="4543200" y="979200"/>
                </a:lnTo>
                <a:lnTo>
                  <a:pt x="4520700" y="995731"/>
                </a:lnTo>
                <a:lnTo>
                  <a:pt x="4498200" y="1009747"/>
                </a:lnTo>
                <a:lnTo>
                  <a:pt x="4475700" y="1019111"/>
                </a:lnTo>
                <a:lnTo>
                  <a:pt x="4453200" y="1022400"/>
                </a:lnTo>
                <a:lnTo>
                  <a:pt x="4430700" y="1019111"/>
                </a:lnTo>
                <a:lnTo>
                  <a:pt x="4408200" y="1009747"/>
                </a:lnTo>
                <a:lnTo>
                  <a:pt x="4385700" y="995731"/>
                </a:lnTo>
                <a:lnTo>
                  <a:pt x="4363200" y="979200"/>
                </a:lnTo>
                <a:lnTo>
                  <a:pt x="4363200" y="979200"/>
                </a:lnTo>
                <a:lnTo>
                  <a:pt x="4340700" y="995731"/>
                </a:lnTo>
                <a:lnTo>
                  <a:pt x="4318200" y="1009747"/>
                </a:lnTo>
                <a:lnTo>
                  <a:pt x="4295700" y="1019111"/>
                </a:lnTo>
                <a:lnTo>
                  <a:pt x="4273200" y="1022400"/>
                </a:lnTo>
                <a:lnTo>
                  <a:pt x="4250700" y="1019111"/>
                </a:lnTo>
                <a:lnTo>
                  <a:pt x="4228200" y="1009747"/>
                </a:lnTo>
                <a:lnTo>
                  <a:pt x="4205700" y="995731"/>
                </a:lnTo>
                <a:lnTo>
                  <a:pt x="4183200" y="979200"/>
                </a:lnTo>
                <a:lnTo>
                  <a:pt x="4183200" y="979200"/>
                </a:lnTo>
                <a:lnTo>
                  <a:pt x="4160700" y="995731"/>
                </a:lnTo>
                <a:lnTo>
                  <a:pt x="4138200" y="1009747"/>
                </a:lnTo>
                <a:lnTo>
                  <a:pt x="4115700" y="1019111"/>
                </a:lnTo>
                <a:lnTo>
                  <a:pt x="4093200" y="1022400"/>
                </a:lnTo>
                <a:lnTo>
                  <a:pt x="4070700" y="1019111"/>
                </a:lnTo>
                <a:lnTo>
                  <a:pt x="4048200" y="1009747"/>
                </a:lnTo>
                <a:lnTo>
                  <a:pt x="4025700" y="995731"/>
                </a:lnTo>
                <a:lnTo>
                  <a:pt x="4003200" y="979200"/>
                </a:lnTo>
                <a:lnTo>
                  <a:pt x="4003200" y="979200"/>
                </a:lnTo>
                <a:lnTo>
                  <a:pt x="3980700" y="995731"/>
                </a:lnTo>
                <a:lnTo>
                  <a:pt x="3958200" y="1009747"/>
                </a:lnTo>
                <a:lnTo>
                  <a:pt x="3935700" y="1019111"/>
                </a:lnTo>
                <a:lnTo>
                  <a:pt x="3913200" y="1022400"/>
                </a:lnTo>
                <a:lnTo>
                  <a:pt x="3890700" y="1019111"/>
                </a:lnTo>
                <a:lnTo>
                  <a:pt x="3868200" y="1009747"/>
                </a:lnTo>
                <a:lnTo>
                  <a:pt x="3845700" y="995731"/>
                </a:lnTo>
                <a:lnTo>
                  <a:pt x="3823200" y="979200"/>
                </a:lnTo>
                <a:lnTo>
                  <a:pt x="3823200" y="979200"/>
                </a:lnTo>
                <a:lnTo>
                  <a:pt x="3800700" y="995731"/>
                </a:lnTo>
                <a:lnTo>
                  <a:pt x="3778200" y="1009747"/>
                </a:lnTo>
                <a:lnTo>
                  <a:pt x="3755700" y="1019111"/>
                </a:lnTo>
                <a:lnTo>
                  <a:pt x="3733200" y="1022400"/>
                </a:lnTo>
                <a:lnTo>
                  <a:pt x="3710700" y="1019111"/>
                </a:lnTo>
                <a:lnTo>
                  <a:pt x="3688200" y="1009747"/>
                </a:lnTo>
                <a:lnTo>
                  <a:pt x="3665700" y="995731"/>
                </a:lnTo>
                <a:lnTo>
                  <a:pt x="3643200" y="979200"/>
                </a:lnTo>
                <a:lnTo>
                  <a:pt x="3643200" y="979200"/>
                </a:lnTo>
                <a:lnTo>
                  <a:pt x="3620700" y="995731"/>
                </a:lnTo>
                <a:lnTo>
                  <a:pt x="3598200" y="1009747"/>
                </a:lnTo>
                <a:lnTo>
                  <a:pt x="3575700" y="1019111"/>
                </a:lnTo>
                <a:lnTo>
                  <a:pt x="3553200" y="1022400"/>
                </a:lnTo>
                <a:lnTo>
                  <a:pt x="3530700" y="1019111"/>
                </a:lnTo>
                <a:lnTo>
                  <a:pt x="3508200" y="1009747"/>
                </a:lnTo>
                <a:lnTo>
                  <a:pt x="3485700" y="995731"/>
                </a:lnTo>
                <a:lnTo>
                  <a:pt x="3463200" y="979200"/>
                </a:lnTo>
                <a:lnTo>
                  <a:pt x="3463200" y="979200"/>
                </a:lnTo>
                <a:lnTo>
                  <a:pt x="3440700" y="995731"/>
                </a:lnTo>
                <a:lnTo>
                  <a:pt x="3418200" y="1009747"/>
                </a:lnTo>
                <a:lnTo>
                  <a:pt x="3395700" y="1019111"/>
                </a:lnTo>
                <a:lnTo>
                  <a:pt x="3373200" y="1022400"/>
                </a:lnTo>
                <a:lnTo>
                  <a:pt x="3350700" y="1019111"/>
                </a:lnTo>
                <a:lnTo>
                  <a:pt x="3328200" y="1009747"/>
                </a:lnTo>
                <a:lnTo>
                  <a:pt x="3305700" y="995731"/>
                </a:lnTo>
                <a:lnTo>
                  <a:pt x="3283200" y="979200"/>
                </a:lnTo>
                <a:lnTo>
                  <a:pt x="3283200" y="979200"/>
                </a:lnTo>
                <a:lnTo>
                  <a:pt x="3260700" y="995731"/>
                </a:lnTo>
                <a:lnTo>
                  <a:pt x="3238200" y="1009747"/>
                </a:lnTo>
                <a:lnTo>
                  <a:pt x="3215700" y="1019111"/>
                </a:lnTo>
                <a:lnTo>
                  <a:pt x="3193200" y="1022400"/>
                </a:lnTo>
                <a:lnTo>
                  <a:pt x="3170700" y="1019111"/>
                </a:lnTo>
                <a:lnTo>
                  <a:pt x="3148200" y="1009747"/>
                </a:lnTo>
                <a:lnTo>
                  <a:pt x="3125700" y="995731"/>
                </a:lnTo>
                <a:lnTo>
                  <a:pt x="3103200" y="979200"/>
                </a:lnTo>
                <a:lnTo>
                  <a:pt x="3103200" y="979200"/>
                </a:lnTo>
                <a:lnTo>
                  <a:pt x="3080700" y="995731"/>
                </a:lnTo>
                <a:lnTo>
                  <a:pt x="3058200" y="1009747"/>
                </a:lnTo>
                <a:lnTo>
                  <a:pt x="3035700" y="1019111"/>
                </a:lnTo>
                <a:lnTo>
                  <a:pt x="3013200" y="1022400"/>
                </a:lnTo>
                <a:lnTo>
                  <a:pt x="2990700" y="1019111"/>
                </a:lnTo>
                <a:lnTo>
                  <a:pt x="2968200" y="1009747"/>
                </a:lnTo>
                <a:lnTo>
                  <a:pt x="2945700" y="995731"/>
                </a:lnTo>
                <a:lnTo>
                  <a:pt x="2923200" y="979200"/>
                </a:lnTo>
                <a:lnTo>
                  <a:pt x="2923200" y="979200"/>
                </a:lnTo>
                <a:lnTo>
                  <a:pt x="2900700" y="995731"/>
                </a:lnTo>
                <a:lnTo>
                  <a:pt x="2878200" y="1009747"/>
                </a:lnTo>
                <a:lnTo>
                  <a:pt x="2855700" y="1019111"/>
                </a:lnTo>
                <a:lnTo>
                  <a:pt x="2833200" y="1022400"/>
                </a:lnTo>
                <a:lnTo>
                  <a:pt x="2810700" y="1019111"/>
                </a:lnTo>
                <a:lnTo>
                  <a:pt x="2788200" y="1009747"/>
                </a:lnTo>
                <a:lnTo>
                  <a:pt x="2765700" y="995731"/>
                </a:lnTo>
                <a:lnTo>
                  <a:pt x="2743200" y="979200"/>
                </a:lnTo>
                <a:lnTo>
                  <a:pt x="2743200" y="979200"/>
                </a:lnTo>
                <a:lnTo>
                  <a:pt x="2720700" y="995731"/>
                </a:lnTo>
                <a:lnTo>
                  <a:pt x="2698200" y="1009747"/>
                </a:lnTo>
                <a:lnTo>
                  <a:pt x="2675700" y="1019111"/>
                </a:lnTo>
                <a:lnTo>
                  <a:pt x="2653200" y="1022400"/>
                </a:lnTo>
                <a:lnTo>
                  <a:pt x="2630700" y="1019111"/>
                </a:lnTo>
                <a:lnTo>
                  <a:pt x="2608200" y="1009747"/>
                </a:lnTo>
                <a:lnTo>
                  <a:pt x="2585700" y="995731"/>
                </a:lnTo>
                <a:lnTo>
                  <a:pt x="2563200" y="979200"/>
                </a:lnTo>
                <a:lnTo>
                  <a:pt x="2563200" y="979200"/>
                </a:lnTo>
                <a:lnTo>
                  <a:pt x="2540700" y="995731"/>
                </a:lnTo>
                <a:lnTo>
                  <a:pt x="2518200" y="1009747"/>
                </a:lnTo>
                <a:lnTo>
                  <a:pt x="2495700" y="1019111"/>
                </a:lnTo>
                <a:lnTo>
                  <a:pt x="2473200" y="1022400"/>
                </a:lnTo>
                <a:lnTo>
                  <a:pt x="2450700" y="1019111"/>
                </a:lnTo>
                <a:lnTo>
                  <a:pt x="2428200" y="1009747"/>
                </a:lnTo>
                <a:lnTo>
                  <a:pt x="2405700" y="995731"/>
                </a:lnTo>
                <a:lnTo>
                  <a:pt x="2383200" y="979200"/>
                </a:lnTo>
                <a:lnTo>
                  <a:pt x="2383200" y="979200"/>
                </a:lnTo>
                <a:lnTo>
                  <a:pt x="2360700" y="995731"/>
                </a:lnTo>
                <a:lnTo>
                  <a:pt x="2338200" y="1009747"/>
                </a:lnTo>
                <a:lnTo>
                  <a:pt x="2315700" y="1019111"/>
                </a:lnTo>
                <a:lnTo>
                  <a:pt x="2293200" y="1022400"/>
                </a:lnTo>
                <a:lnTo>
                  <a:pt x="2270700" y="1019111"/>
                </a:lnTo>
                <a:lnTo>
                  <a:pt x="2248200" y="1009747"/>
                </a:lnTo>
                <a:lnTo>
                  <a:pt x="2225700" y="995731"/>
                </a:lnTo>
                <a:lnTo>
                  <a:pt x="2203200" y="979200"/>
                </a:lnTo>
                <a:lnTo>
                  <a:pt x="2203200" y="979200"/>
                </a:lnTo>
                <a:lnTo>
                  <a:pt x="2180700" y="995731"/>
                </a:lnTo>
                <a:lnTo>
                  <a:pt x="2158200" y="1009747"/>
                </a:lnTo>
                <a:lnTo>
                  <a:pt x="2135700" y="1019111"/>
                </a:lnTo>
                <a:lnTo>
                  <a:pt x="2113200" y="1022400"/>
                </a:lnTo>
                <a:lnTo>
                  <a:pt x="2090700" y="1019111"/>
                </a:lnTo>
                <a:lnTo>
                  <a:pt x="2068200" y="1009747"/>
                </a:lnTo>
                <a:lnTo>
                  <a:pt x="2045700" y="995731"/>
                </a:lnTo>
                <a:lnTo>
                  <a:pt x="2023200" y="979200"/>
                </a:lnTo>
                <a:lnTo>
                  <a:pt x="2023200" y="979200"/>
                </a:lnTo>
                <a:lnTo>
                  <a:pt x="2000700" y="995731"/>
                </a:lnTo>
                <a:lnTo>
                  <a:pt x="1978200" y="1009747"/>
                </a:lnTo>
                <a:lnTo>
                  <a:pt x="1955700" y="1019111"/>
                </a:lnTo>
                <a:lnTo>
                  <a:pt x="1933200" y="1022400"/>
                </a:lnTo>
                <a:lnTo>
                  <a:pt x="1910700" y="1019111"/>
                </a:lnTo>
                <a:lnTo>
                  <a:pt x="1888200" y="1009747"/>
                </a:lnTo>
                <a:lnTo>
                  <a:pt x="1865700" y="995731"/>
                </a:lnTo>
                <a:lnTo>
                  <a:pt x="1843200" y="979200"/>
                </a:lnTo>
                <a:lnTo>
                  <a:pt x="1843200" y="979200"/>
                </a:lnTo>
                <a:lnTo>
                  <a:pt x="1820700" y="995731"/>
                </a:lnTo>
                <a:lnTo>
                  <a:pt x="1798200" y="1009747"/>
                </a:lnTo>
                <a:lnTo>
                  <a:pt x="1775700" y="1019111"/>
                </a:lnTo>
                <a:lnTo>
                  <a:pt x="1753200" y="1022400"/>
                </a:lnTo>
                <a:lnTo>
                  <a:pt x="1730700" y="1019111"/>
                </a:lnTo>
                <a:lnTo>
                  <a:pt x="1708200" y="1009747"/>
                </a:lnTo>
                <a:lnTo>
                  <a:pt x="1685700" y="995731"/>
                </a:lnTo>
                <a:lnTo>
                  <a:pt x="1663200" y="979200"/>
                </a:lnTo>
                <a:lnTo>
                  <a:pt x="1663200" y="979200"/>
                </a:lnTo>
                <a:lnTo>
                  <a:pt x="1640700" y="995731"/>
                </a:lnTo>
                <a:lnTo>
                  <a:pt x="1618200" y="1009747"/>
                </a:lnTo>
                <a:lnTo>
                  <a:pt x="1595700" y="1019111"/>
                </a:lnTo>
                <a:lnTo>
                  <a:pt x="1573200" y="1022400"/>
                </a:lnTo>
                <a:lnTo>
                  <a:pt x="1550700" y="1019111"/>
                </a:lnTo>
                <a:lnTo>
                  <a:pt x="1528200" y="1009747"/>
                </a:lnTo>
                <a:lnTo>
                  <a:pt x="1505700" y="995731"/>
                </a:lnTo>
                <a:lnTo>
                  <a:pt x="1483200" y="979200"/>
                </a:lnTo>
                <a:lnTo>
                  <a:pt x="1483200" y="979200"/>
                </a:lnTo>
                <a:lnTo>
                  <a:pt x="1460700" y="995731"/>
                </a:lnTo>
                <a:lnTo>
                  <a:pt x="1438200" y="1009747"/>
                </a:lnTo>
                <a:lnTo>
                  <a:pt x="1415700" y="1019111"/>
                </a:lnTo>
                <a:lnTo>
                  <a:pt x="1393200" y="1022400"/>
                </a:lnTo>
                <a:lnTo>
                  <a:pt x="1370700" y="1019111"/>
                </a:lnTo>
                <a:lnTo>
                  <a:pt x="1348200" y="1009747"/>
                </a:lnTo>
                <a:lnTo>
                  <a:pt x="1325700" y="995731"/>
                </a:lnTo>
                <a:lnTo>
                  <a:pt x="1303200" y="979200"/>
                </a:lnTo>
                <a:lnTo>
                  <a:pt x="1303200" y="979200"/>
                </a:lnTo>
                <a:lnTo>
                  <a:pt x="1280700" y="995731"/>
                </a:lnTo>
                <a:lnTo>
                  <a:pt x="1258200" y="1009747"/>
                </a:lnTo>
                <a:lnTo>
                  <a:pt x="1235700" y="1019111"/>
                </a:lnTo>
                <a:lnTo>
                  <a:pt x="1213200" y="1022400"/>
                </a:lnTo>
                <a:lnTo>
                  <a:pt x="1190700" y="1019111"/>
                </a:lnTo>
                <a:lnTo>
                  <a:pt x="1168200" y="1009747"/>
                </a:lnTo>
                <a:lnTo>
                  <a:pt x="1145700" y="995731"/>
                </a:lnTo>
                <a:lnTo>
                  <a:pt x="1123200" y="979200"/>
                </a:lnTo>
                <a:lnTo>
                  <a:pt x="1123200" y="979200"/>
                </a:lnTo>
                <a:lnTo>
                  <a:pt x="1100700" y="995731"/>
                </a:lnTo>
                <a:lnTo>
                  <a:pt x="1078200" y="1009747"/>
                </a:lnTo>
                <a:lnTo>
                  <a:pt x="1055700" y="1019111"/>
                </a:lnTo>
                <a:lnTo>
                  <a:pt x="1033200" y="1022400"/>
                </a:lnTo>
                <a:lnTo>
                  <a:pt x="1010700" y="1019111"/>
                </a:lnTo>
                <a:lnTo>
                  <a:pt x="988200" y="1009747"/>
                </a:lnTo>
                <a:lnTo>
                  <a:pt x="965700" y="995731"/>
                </a:lnTo>
                <a:lnTo>
                  <a:pt x="943200" y="979200"/>
                </a:lnTo>
                <a:lnTo>
                  <a:pt x="943200" y="979200"/>
                </a:lnTo>
                <a:lnTo>
                  <a:pt x="920700" y="995731"/>
                </a:lnTo>
                <a:lnTo>
                  <a:pt x="898200" y="1009747"/>
                </a:lnTo>
                <a:lnTo>
                  <a:pt x="875700" y="1019111"/>
                </a:lnTo>
                <a:lnTo>
                  <a:pt x="853200" y="1022400"/>
                </a:lnTo>
                <a:lnTo>
                  <a:pt x="830700" y="1019111"/>
                </a:lnTo>
                <a:lnTo>
                  <a:pt x="808200" y="1009747"/>
                </a:lnTo>
                <a:lnTo>
                  <a:pt x="785700" y="995731"/>
                </a:lnTo>
                <a:lnTo>
                  <a:pt x="763200" y="979200"/>
                </a:lnTo>
                <a:lnTo>
                  <a:pt x="763200" y="979200"/>
                </a:lnTo>
                <a:lnTo>
                  <a:pt x="740700" y="995731"/>
                </a:lnTo>
                <a:lnTo>
                  <a:pt x="718200" y="1009747"/>
                </a:lnTo>
                <a:lnTo>
                  <a:pt x="695700" y="1019111"/>
                </a:lnTo>
                <a:lnTo>
                  <a:pt x="673200" y="1022400"/>
                </a:lnTo>
                <a:lnTo>
                  <a:pt x="650700" y="1019111"/>
                </a:lnTo>
                <a:lnTo>
                  <a:pt x="628200" y="1009747"/>
                </a:lnTo>
                <a:lnTo>
                  <a:pt x="605700" y="995731"/>
                </a:lnTo>
                <a:lnTo>
                  <a:pt x="583200" y="979200"/>
                </a:lnTo>
                <a:lnTo>
                  <a:pt x="583200" y="979200"/>
                </a:lnTo>
                <a:lnTo>
                  <a:pt x="560700" y="995731"/>
                </a:lnTo>
                <a:lnTo>
                  <a:pt x="538200" y="1009747"/>
                </a:lnTo>
                <a:lnTo>
                  <a:pt x="515700" y="1019111"/>
                </a:lnTo>
                <a:lnTo>
                  <a:pt x="493200" y="1022400"/>
                </a:lnTo>
                <a:lnTo>
                  <a:pt x="470700" y="1019111"/>
                </a:lnTo>
                <a:lnTo>
                  <a:pt x="448200" y="1009747"/>
                </a:lnTo>
                <a:lnTo>
                  <a:pt x="425700" y="995731"/>
                </a:lnTo>
                <a:lnTo>
                  <a:pt x="403200" y="979200"/>
                </a:lnTo>
                <a:lnTo>
                  <a:pt x="403200" y="979200"/>
                </a:lnTo>
                <a:lnTo>
                  <a:pt x="380700" y="995731"/>
                </a:lnTo>
                <a:lnTo>
                  <a:pt x="358200" y="1009747"/>
                </a:lnTo>
                <a:lnTo>
                  <a:pt x="335700" y="1019111"/>
                </a:lnTo>
                <a:lnTo>
                  <a:pt x="313200" y="1022400"/>
                </a:lnTo>
                <a:lnTo>
                  <a:pt x="290700" y="1019111"/>
                </a:lnTo>
                <a:lnTo>
                  <a:pt x="268200" y="1009747"/>
                </a:lnTo>
                <a:lnTo>
                  <a:pt x="245700" y="995731"/>
                </a:lnTo>
                <a:lnTo>
                  <a:pt x="223200" y="979200"/>
                </a:lnTo>
                <a:lnTo>
                  <a:pt x="223200" y="979200"/>
                </a:lnTo>
                <a:lnTo>
                  <a:pt x="200700" y="995731"/>
                </a:lnTo>
                <a:lnTo>
                  <a:pt x="178200" y="1009747"/>
                </a:lnTo>
                <a:lnTo>
                  <a:pt x="155700" y="1019111"/>
                </a:lnTo>
                <a:lnTo>
                  <a:pt x="133200" y="1022400"/>
                </a:lnTo>
                <a:lnTo>
                  <a:pt x="110700" y="1019111"/>
                </a:lnTo>
                <a:lnTo>
                  <a:pt x="88200" y="1009747"/>
                </a:lnTo>
                <a:lnTo>
                  <a:pt x="65700" y="995731"/>
                </a:lnTo>
                <a:lnTo>
                  <a:pt x="43200" y="979200"/>
                </a:lnTo>
                <a:lnTo>
                  <a:pt x="43200" y="979200"/>
                </a:lnTo>
                <a:lnTo>
                  <a:pt x="26668" y="955800"/>
                </a:lnTo>
                <a:lnTo>
                  <a:pt x="12652" y="932400"/>
                </a:lnTo>
                <a:lnTo>
                  <a:pt x="3288" y="909000"/>
                </a:lnTo>
                <a:lnTo>
                  <a:pt x="0" y="885600"/>
                </a:lnTo>
                <a:lnTo>
                  <a:pt x="3288" y="862200"/>
                </a:lnTo>
                <a:lnTo>
                  <a:pt x="12652" y="838800"/>
                </a:lnTo>
                <a:lnTo>
                  <a:pt x="26668" y="815400"/>
                </a:lnTo>
                <a:lnTo>
                  <a:pt x="43200" y="792000"/>
                </a:lnTo>
                <a:lnTo>
                  <a:pt x="43200" y="792000"/>
                </a:lnTo>
                <a:lnTo>
                  <a:pt x="26668" y="768600"/>
                </a:lnTo>
                <a:lnTo>
                  <a:pt x="12652" y="745200"/>
                </a:lnTo>
                <a:lnTo>
                  <a:pt x="3288" y="721800"/>
                </a:lnTo>
                <a:lnTo>
                  <a:pt x="0" y="698400"/>
                </a:lnTo>
                <a:lnTo>
                  <a:pt x="3288" y="675000"/>
                </a:lnTo>
                <a:lnTo>
                  <a:pt x="12652" y="651600"/>
                </a:lnTo>
                <a:lnTo>
                  <a:pt x="26668" y="628200"/>
                </a:lnTo>
                <a:lnTo>
                  <a:pt x="43200" y="604800"/>
                </a:lnTo>
                <a:lnTo>
                  <a:pt x="43200" y="604800"/>
                </a:lnTo>
                <a:lnTo>
                  <a:pt x="26668" y="581400"/>
                </a:lnTo>
                <a:lnTo>
                  <a:pt x="12652" y="558000"/>
                </a:lnTo>
                <a:lnTo>
                  <a:pt x="3288" y="534600"/>
                </a:lnTo>
                <a:lnTo>
                  <a:pt x="0" y="511200"/>
                </a:lnTo>
                <a:lnTo>
                  <a:pt x="3288" y="487800"/>
                </a:lnTo>
                <a:lnTo>
                  <a:pt x="12652" y="464400"/>
                </a:lnTo>
                <a:lnTo>
                  <a:pt x="26668" y="441000"/>
                </a:lnTo>
                <a:lnTo>
                  <a:pt x="43200" y="417600"/>
                </a:lnTo>
                <a:lnTo>
                  <a:pt x="43200" y="417600"/>
                </a:lnTo>
                <a:lnTo>
                  <a:pt x="26668" y="394200"/>
                </a:lnTo>
                <a:lnTo>
                  <a:pt x="12652" y="370800"/>
                </a:lnTo>
                <a:lnTo>
                  <a:pt x="3288" y="347400"/>
                </a:lnTo>
                <a:lnTo>
                  <a:pt x="0" y="324000"/>
                </a:lnTo>
                <a:lnTo>
                  <a:pt x="3288" y="300600"/>
                </a:lnTo>
                <a:lnTo>
                  <a:pt x="12652" y="277200"/>
                </a:lnTo>
                <a:lnTo>
                  <a:pt x="26668" y="253800"/>
                </a:lnTo>
                <a:lnTo>
                  <a:pt x="43200" y="230400"/>
                </a:lnTo>
                <a:lnTo>
                  <a:pt x="43200" y="230400"/>
                </a:lnTo>
                <a:lnTo>
                  <a:pt x="26668" y="207000"/>
                </a:lnTo>
                <a:lnTo>
                  <a:pt x="12652" y="183600"/>
                </a:lnTo>
                <a:lnTo>
                  <a:pt x="3288" y="160200"/>
                </a:lnTo>
                <a:lnTo>
                  <a:pt x="0" y="136800"/>
                </a:lnTo>
                <a:lnTo>
                  <a:pt x="3288" y="113400"/>
                </a:lnTo>
                <a:lnTo>
                  <a:pt x="12652" y="90000"/>
                </a:lnTo>
                <a:lnTo>
                  <a:pt x="26668" y="66600"/>
                </a:lnTo>
                <a:lnTo>
                  <a:pt x="43200" y="43200"/>
                </a:lnTo>
                <a:close/>
              </a:path>
            </a:pathLst>
          </a:custGeom>
          <a:noFill/>
          <a:ln w="7620">
            <a:solidFill>
              <a:srgbClr val="A4433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8000" y="8028000"/>
            <a:ext cx="13464000" cy="75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  <a:r>
              <a:t>#26  WALL / DATUM / FINISHES  /  Surveyor / architect</a:t>
            </a:r>
          </a:p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  <a:r>
              <a:t>100 wall is historical assumption; plans show finish lines only. Verify wall/ceiling/floor build-ups, levels and movement joints.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Drawing register / dimensional close-out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AP-26 · presentation consistency audit and next release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540000" y="9792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540000" y="10008000"/>
            <a:ext cx="7128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FOR COORDINATION  ·  SITE ITEMS OPEN  ·  REV B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06 OCT 2026  /  SOURCE REV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4000" y="10008000"/>
            <a:ext cx="522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NTS @ A3  ·  DIMENSIONS mm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SPEC SNAPSHOT eeccbde1cd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92000" y="10008000"/>
            <a:ext cx="1152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AP-26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2088000"/>
            <a:ext cx="666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9A825A"/>
                </a:solidFill>
                <a:latin typeface="Liberation Sans"/>
              </a:defRPr>
            </a:pPr>
            <a:r>
              <a:t>SHEET REGISTER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2664000"/>
            <a:ext cx="6660000" cy="39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252725"/>
                </a:solidFill>
                <a:latin typeface="Liberation Sans"/>
              </a:defRPr>
            </a:pPr>
            <a:r>
              <a:t>AP-01  Retail interior / coordinated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3096000"/>
            <a:ext cx="6660000" cy="39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252725"/>
                </a:solidFill>
                <a:latin typeface="Liberation Sans"/>
              </a:defRPr>
            </a:pPr>
            <a:r>
              <a:t>AP-02  Drawing basis / document hierarchy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3528000"/>
            <a:ext cx="6660000" cy="39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252725"/>
                </a:solidFill>
                <a:latin typeface="Liberation Sans"/>
              </a:defRPr>
            </a:pPr>
            <a:r>
              <a:t>AP-03  Overall plan / setting-out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3960000"/>
            <a:ext cx="6660000" cy="39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252725"/>
                </a:solidFill>
                <a:latin typeface="Liberation Sans"/>
              </a:defRPr>
            </a:pPr>
            <a:r>
              <a:t>AP-04  Floor finish / module setting-out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000" y="4392000"/>
            <a:ext cx="6660000" cy="39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252725"/>
                </a:solidFill>
                <a:latin typeface="Liberation Sans"/>
              </a:defRPr>
            </a:pPr>
            <a:r>
              <a:t>AP-05  Ceiling / lighting coordination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00" y="4824000"/>
            <a:ext cx="6660000" cy="39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252725"/>
                </a:solidFill>
                <a:latin typeface="Liberation Sans"/>
              </a:defRPr>
            </a:pPr>
            <a:r>
              <a:t>AP-06  Storefront / external elevation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00" y="5256000"/>
            <a:ext cx="6660000" cy="39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252725"/>
                </a:solidFill>
                <a:latin typeface="Liberation Sans"/>
              </a:defRPr>
            </a:pPr>
            <a:r>
              <a:t>AP-07  Rear focal wall / internal elevation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" y="5688000"/>
            <a:ext cx="6660000" cy="39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252725"/>
                </a:solidFill>
                <a:latin typeface="Liberation Sans"/>
              </a:defRPr>
            </a:pPr>
            <a:r>
              <a:t>AP-08  Left display / internal elevation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00" y="6120000"/>
            <a:ext cx="6660000" cy="39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252725"/>
                </a:solidFill>
                <a:latin typeface="Liberation Sans"/>
              </a:defRPr>
            </a:pPr>
            <a:r>
              <a:t>AP-09  Right display / internal elevation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000" y="6552000"/>
            <a:ext cx="6660000" cy="39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252725"/>
                </a:solidFill>
                <a:latin typeface="Liberation Sans"/>
              </a:defRPr>
            </a:pPr>
            <a:r>
              <a:t>AP-10  Spatial assembly / cutaway axonometric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000" y="6984000"/>
            <a:ext cx="6660000" cy="39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252725"/>
                </a:solidFill>
                <a:latin typeface="Liberation Sans"/>
              </a:defRPr>
            </a:pPr>
            <a:r>
              <a:t>AP-11  Material palette / visible finishes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000" y="7416000"/>
            <a:ext cx="6660000" cy="39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252725"/>
                </a:solidFill>
                <a:latin typeface="Liberation Sans"/>
              </a:defRPr>
            </a:pPr>
            <a:r>
              <a:t>AP-12  Display module / fabrication logic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000" y="7848000"/>
            <a:ext cx="6660000" cy="39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252725"/>
                </a:solidFill>
                <a:latin typeface="Liberation Sans"/>
              </a:defRPr>
            </a:pPr>
            <a:r>
              <a:t>AP-13  Shelf / frame / concealed LED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6000" y="2664000"/>
            <a:ext cx="6660000" cy="39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252725"/>
                </a:solidFill>
                <a:latin typeface="Liberation Sans"/>
              </a:defRPr>
            </a:pPr>
            <a:r>
              <a:t>AP-14  Mesh / lighting / service access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6000" y="3096000"/>
            <a:ext cx="6660000" cy="39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252725"/>
                </a:solidFill>
                <a:latin typeface="Liberation Sans"/>
              </a:defRPr>
            </a:pPr>
            <a:r>
              <a:t>AP-15  Storefront head / structural interface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6000" y="3528000"/>
            <a:ext cx="6660000" cy="39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252725"/>
                </a:solidFill>
                <a:latin typeface="Liberation Sans"/>
              </a:defRPr>
            </a:pPr>
            <a:r>
              <a:t>AP-16  Glazed entrance / jamb and pivot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6000" y="3960000"/>
            <a:ext cx="6660000" cy="39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252725"/>
                </a:solidFill>
                <a:latin typeface="Liberation Sans"/>
              </a:defRPr>
            </a:pPr>
            <a:r>
              <a:t>AP-17  Flush threshold / floor interface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6000" y="4392000"/>
            <a:ext cx="6660000" cy="39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252725"/>
                </a:solidFill>
                <a:latin typeface="Liberation Sans"/>
              </a:defRPr>
            </a:pPr>
            <a:r>
              <a:t>AP-18  Halo-lit sign / demountable backing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6000" y="4824000"/>
            <a:ext cx="6660000" cy="39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252725"/>
                </a:solidFill>
                <a:latin typeface="Liberation Sans"/>
              </a:defRPr>
            </a:pPr>
            <a:r>
              <a:t>AP-19  Rear wall / display-to-wall connection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6000" y="5256000"/>
            <a:ext cx="6660000" cy="39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252725"/>
                </a:solidFill>
                <a:latin typeface="Liberation Sans"/>
              </a:defRPr>
            </a:pPr>
            <a:r>
              <a:t>AP-20  Counter / plan, elevation and section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6000" y="5688000"/>
            <a:ext cx="6660000" cy="39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252725"/>
                </a:solidFill>
                <a:latin typeface="Liberation Sans"/>
              </a:defRPr>
            </a:pPr>
            <a:r>
              <a:t>AP-21  Counter / services and removable access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6000" y="6120000"/>
            <a:ext cx="6660000" cy="39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252725"/>
                </a:solidFill>
                <a:latin typeface="Liberation Sans"/>
              </a:defRPr>
            </a:pPr>
            <a:r>
              <a:t>AP-22  Finish junctions / controlled terminations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6000" y="6552000"/>
            <a:ext cx="6660000" cy="39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252725"/>
                </a:solidFill>
                <a:latin typeface="Liberation Sans"/>
              </a:defRPr>
            </a:pPr>
            <a:r>
              <a:t>AP-23  Technical specification / coordinated schedule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6000" y="6984000"/>
            <a:ext cx="6660000" cy="39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252725"/>
                </a:solidFill>
                <a:latin typeface="Liberation Sans"/>
              </a:defRPr>
            </a:pPr>
            <a:r>
              <a:t>AP-24  Installation / quality and maintenance sequence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6000" y="7416000"/>
            <a:ext cx="6660000" cy="39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252725"/>
                </a:solidFill>
                <a:latin typeface="Liberation Sans"/>
              </a:defRPr>
            </a:pPr>
            <a:r>
              <a:t>AP-25  Open decisions / consultant coordination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6000" y="7848000"/>
            <a:ext cx="6660000" cy="39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252725"/>
                </a:solidFill>
                <a:latin typeface="Liberation Sans"/>
              </a:defRPr>
            </a:pPr>
            <a:r>
              <a:t>AP-26  Drawing register / dimensional close-out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0000" y="8532000"/>
            <a:ext cx="13680000" cy="82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CHECKED: 450 + 1500 + 450 = 2400  |  488 + 1000 + 3×4 = 1500  |  450 + 4×664 = 3106</a:t>
            </a:r>
          </a:p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100 + 500 + 5×400 = 2600  |  3106 − 250 − 2156 = 700  |  counter 1000×450×900</a:t>
            </a:r>
          </a:p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Surveys and fabrication decisions remain open. Detailed read-back audit accompanies this presentation.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BORN FRAGRANCE | Architectural Interior Presentation</dc:title>
  <dc:subject>Client and consultant coordination; proposed technical details</dc:subject>
  <dc:creator>ChatGPT / 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